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59" r:id="rId4"/>
    <p:sldId id="260" r:id="rId5"/>
    <p:sldId id="264" r:id="rId6"/>
    <p:sldId id="307" r:id="rId7"/>
    <p:sldId id="263" r:id="rId8"/>
    <p:sldId id="261" r:id="rId9"/>
    <p:sldId id="309" r:id="rId10"/>
    <p:sldId id="268" r:id="rId11"/>
    <p:sldId id="310" r:id="rId12"/>
    <p:sldId id="308" r:id="rId13"/>
    <p:sldId id="271" r:id="rId14"/>
    <p:sldId id="311" r:id="rId15"/>
    <p:sldId id="314" r:id="rId16"/>
    <p:sldId id="313" r:id="rId17"/>
    <p:sldId id="312" r:id="rId18"/>
    <p:sldId id="315" r:id="rId19"/>
    <p:sldId id="316" r:id="rId20"/>
    <p:sldId id="317" r:id="rId21"/>
    <p:sldId id="279" r:id="rId22"/>
    <p:sldId id="318" r:id="rId23"/>
    <p:sldId id="319" r:id="rId24"/>
    <p:sldId id="286" r:id="rId25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  <p:embeddedFont>
      <p:font typeface="Teko" panose="020B060007020508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964EF0-7757-4CEC-B592-9C394A7DEA89}">
  <a:tblStyle styleId="{37964EF0-7757-4CEC-B592-9C394A7DEA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6281E85-201C-475E-A329-50E7D12E0F8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70" autoAdjust="0"/>
    <p:restoredTop sz="94061" autoAdjust="0"/>
  </p:normalViewPr>
  <p:slideViewPr>
    <p:cSldViewPr snapToGrid="0">
      <p:cViewPr varScale="1">
        <p:scale>
          <a:sx n="57" d="100"/>
          <a:sy n="57" d="100"/>
        </p:scale>
        <p:origin x="66" y="6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A86EEB-89FB-2FF8-8538-9DDB9DC62E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AD31B-51D5-6A1F-EB7A-B60F90CB25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3812EC-19BC-4E89-9BAA-D14A7CAEC5BA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25FBA-1429-6442-E6D8-5EDD374811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8F407-15F4-D610-03EF-BBECA72D97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64E52-4FB1-4243-ADC9-ACF9A1A61A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097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0c9bbfca6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0c9bbfca6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10c9bbfca6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10c9bbfca6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10c9bbfca6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10c9bbfca6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01269ec13c_0_1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01269ec13c_0_1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5">
          <a:extLst>
            <a:ext uri="{FF2B5EF4-FFF2-40B4-BE49-F238E27FC236}">
              <a16:creationId xmlns:a16="http://schemas.microsoft.com/office/drawing/2014/main" id="{B4C96524-E2B6-B26B-E7C7-01ECD7BD0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10c9bbfca61_0_169:notes">
            <a:extLst>
              <a:ext uri="{FF2B5EF4-FFF2-40B4-BE49-F238E27FC236}">
                <a16:creationId xmlns:a16="http://schemas.microsoft.com/office/drawing/2014/main" id="{1C5FDBA3-19AB-EABE-9C97-05C2A833C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10c9bbfca61_0_169:notes">
            <a:extLst>
              <a:ext uri="{FF2B5EF4-FFF2-40B4-BE49-F238E27FC236}">
                <a16:creationId xmlns:a16="http://schemas.microsoft.com/office/drawing/2014/main" id="{6F307EE1-B626-A91F-A539-F5E6830A5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490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10c9bbfca6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10c9bbfca6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10c9bbfca6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10c9bbfca61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>
          <a:extLst>
            <a:ext uri="{FF2B5EF4-FFF2-40B4-BE49-F238E27FC236}">
              <a16:creationId xmlns:a16="http://schemas.microsoft.com/office/drawing/2014/main" id="{78AED477-CCD9-6DF0-AE56-E02BE2BC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01269ec13c_0_1230:notes">
            <a:extLst>
              <a:ext uri="{FF2B5EF4-FFF2-40B4-BE49-F238E27FC236}">
                <a16:creationId xmlns:a16="http://schemas.microsoft.com/office/drawing/2014/main" id="{F0EB08A8-FA0D-126E-5FB7-043944E4DD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01269ec13c_0_1230:notes">
            <a:extLst>
              <a:ext uri="{FF2B5EF4-FFF2-40B4-BE49-F238E27FC236}">
                <a16:creationId xmlns:a16="http://schemas.microsoft.com/office/drawing/2014/main" id="{B2AB74B2-E9DF-FE7F-C260-3F253E016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6198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10c9bbfca6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10c9bbfca61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>
          <a:extLst>
            <a:ext uri="{FF2B5EF4-FFF2-40B4-BE49-F238E27FC236}">
              <a16:creationId xmlns:a16="http://schemas.microsoft.com/office/drawing/2014/main" id="{9469E13D-38EB-4001-5741-F5A0A625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033d4e82da_0_73:notes">
            <a:extLst>
              <a:ext uri="{FF2B5EF4-FFF2-40B4-BE49-F238E27FC236}">
                <a16:creationId xmlns:a16="http://schemas.microsoft.com/office/drawing/2014/main" id="{50FADFF5-D7DC-5EDE-CA52-6ED5D3422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033d4e82da_0_73:notes">
            <a:extLst>
              <a:ext uri="{FF2B5EF4-FFF2-40B4-BE49-F238E27FC236}">
                <a16:creationId xmlns:a16="http://schemas.microsoft.com/office/drawing/2014/main" id="{182723A3-EE13-CBEB-EFBC-B1A04C11A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635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>
          <a:extLst>
            <a:ext uri="{FF2B5EF4-FFF2-40B4-BE49-F238E27FC236}">
              <a16:creationId xmlns:a16="http://schemas.microsoft.com/office/drawing/2014/main" id="{67783462-6A7F-4CE6-5BB2-137E8DAB6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0c9bbfca61_0_121:notes">
            <a:extLst>
              <a:ext uri="{FF2B5EF4-FFF2-40B4-BE49-F238E27FC236}">
                <a16:creationId xmlns:a16="http://schemas.microsoft.com/office/drawing/2014/main" id="{19A7A613-A5AA-6DE9-790A-BC641FA87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0c9bbfca61_0_121:notes">
            <a:extLst>
              <a:ext uri="{FF2B5EF4-FFF2-40B4-BE49-F238E27FC236}">
                <a16:creationId xmlns:a16="http://schemas.microsoft.com/office/drawing/2014/main" id="{9B90871E-0C42-D71B-888E-A3D6CC903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0793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10c9bbfca6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10c9bbfca61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>
          <a:extLst>
            <a:ext uri="{FF2B5EF4-FFF2-40B4-BE49-F238E27FC236}">
              <a16:creationId xmlns:a16="http://schemas.microsoft.com/office/drawing/2014/main" id="{A925C767-6890-69BB-7270-14231866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0c9bbfca61_0_121:notes">
            <a:extLst>
              <a:ext uri="{FF2B5EF4-FFF2-40B4-BE49-F238E27FC236}">
                <a16:creationId xmlns:a16="http://schemas.microsoft.com/office/drawing/2014/main" id="{348A578E-487B-75F1-D7CE-F95339654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0c9bbfca61_0_121:notes">
            <a:extLst>
              <a:ext uri="{FF2B5EF4-FFF2-40B4-BE49-F238E27FC236}">
                <a16:creationId xmlns:a16="http://schemas.microsoft.com/office/drawing/2014/main" id="{29828059-930C-FB42-B5B8-0DC6C8F0C7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5854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>
          <a:extLst>
            <a:ext uri="{FF2B5EF4-FFF2-40B4-BE49-F238E27FC236}">
              <a16:creationId xmlns:a16="http://schemas.microsoft.com/office/drawing/2014/main" id="{3AE01D97-2E6A-4F07-DB5A-2294DF2F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0c9bbfca61_0_121:notes">
            <a:extLst>
              <a:ext uri="{FF2B5EF4-FFF2-40B4-BE49-F238E27FC236}">
                <a16:creationId xmlns:a16="http://schemas.microsoft.com/office/drawing/2014/main" id="{361D4EF3-BF3D-2542-C9D6-46A1B9A15E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0c9bbfca61_0_121:notes">
            <a:extLst>
              <a:ext uri="{FF2B5EF4-FFF2-40B4-BE49-F238E27FC236}">
                <a16:creationId xmlns:a16="http://schemas.microsoft.com/office/drawing/2014/main" id="{A0445B88-FFDC-4980-1173-91B090D502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634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>
          <a:extLst>
            <a:ext uri="{FF2B5EF4-FFF2-40B4-BE49-F238E27FC236}">
              <a16:creationId xmlns:a16="http://schemas.microsoft.com/office/drawing/2014/main" id="{D3070AC1-8961-E706-0426-970C8740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0c9bbfca61_0_121:notes">
            <a:extLst>
              <a:ext uri="{FF2B5EF4-FFF2-40B4-BE49-F238E27FC236}">
                <a16:creationId xmlns:a16="http://schemas.microsoft.com/office/drawing/2014/main" id="{08A41E6F-A264-6078-E51C-53E7A9B5F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0c9bbfca61_0_121:notes">
            <a:extLst>
              <a:ext uri="{FF2B5EF4-FFF2-40B4-BE49-F238E27FC236}">
                <a16:creationId xmlns:a16="http://schemas.microsoft.com/office/drawing/2014/main" id="{2E06F8AE-4C3B-0A43-983F-1E94C5013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5582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>
          <a:extLst>
            <a:ext uri="{FF2B5EF4-FFF2-40B4-BE49-F238E27FC236}">
              <a16:creationId xmlns:a16="http://schemas.microsoft.com/office/drawing/2014/main" id="{F5AD40AD-CBF3-0DC1-AC23-3E7C0D1A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0c9bbfca61_0_121:notes">
            <a:extLst>
              <a:ext uri="{FF2B5EF4-FFF2-40B4-BE49-F238E27FC236}">
                <a16:creationId xmlns:a16="http://schemas.microsoft.com/office/drawing/2014/main" id="{BE5F8E2D-ABFF-F61F-8A15-847B8DEF1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0c9bbfca61_0_121:notes">
            <a:extLst>
              <a:ext uri="{FF2B5EF4-FFF2-40B4-BE49-F238E27FC236}">
                <a16:creationId xmlns:a16="http://schemas.microsoft.com/office/drawing/2014/main" id="{7EC19F4A-65B4-A230-1BEC-5186ACC6F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9706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>
          <a:extLst>
            <a:ext uri="{FF2B5EF4-FFF2-40B4-BE49-F238E27FC236}">
              <a16:creationId xmlns:a16="http://schemas.microsoft.com/office/drawing/2014/main" id="{C73D72AF-77D3-0A5C-6360-BCB62103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0c9bbfca61_0_121:notes">
            <a:extLst>
              <a:ext uri="{FF2B5EF4-FFF2-40B4-BE49-F238E27FC236}">
                <a16:creationId xmlns:a16="http://schemas.microsoft.com/office/drawing/2014/main" id="{FBC68C32-E77D-7819-7FAC-16EDBEEB69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0c9bbfca61_0_121:notes">
            <a:extLst>
              <a:ext uri="{FF2B5EF4-FFF2-40B4-BE49-F238E27FC236}">
                <a16:creationId xmlns:a16="http://schemas.microsoft.com/office/drawing/2014/main" id="{B4B02044-9713-00A2-58F2-5CB689DE3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9863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>
          <a:extLst>
            <a:ext uri="{FF2B5EF4-FFF2-40B4-BE49-F238E27FC236}">
              <a16:creationId xmlns:a16="http://schemas.microsoft.com/office/drawing/2014/main" id="{87FFF82E-4D6E-86F4-5A6F-2EDC2462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0c9bbfca61_0_121:notes">
            <a:extLst>
              <a:ext uri="{FF2B5EF4-FFF2-40B4-BE49-F238E27FC236}">
                <a16:creationId xmlns:a16="http://schemas.microsoft.com/office/drawing/2014/main" id="{E7281E1B-8D7B-F28B-1C35-54668D3196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0c9bbfca61_0_121:notes">
            <a:extLst>
              <a:ext uri="{FF2B5EF4-FFF2-40B4-BE49-F238E27FC236}">
                <a16:creationId xmlns:a16="http://schemas.microsoft.com/office/drawing/2014/main" id="{2FAC624C-B7FF-9207-C4C1-1628EE2202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514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>
          <a:extLst>
            <a:ext uri="{FF2B5EF4-FFF2-40B4-BE49-F238E27FC236}">
              <a16:creationId xmlns:a16="http://schemas.microsoft.com/office/drawing/2014/main" id="{41D00F54-A17B-38D9-46D8-A8442BF2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0c9bbfca61_0_121:notes">
            <a:extLst>
              <a:ext uri="{FF2B5EF4-FFF2-40B4-BE49-F238E27FC236}">
                <a16:creationId xmlns:a16="http://schemas.microsoft.com/office/drawing/2014/main" id="{D256BF25-3302-AEFE-45B4-F7C644FC6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0c9bbfca61_0_121:notes">
            <a:extLst>
              <a:ext uri="{FF2B5EF4-FFF2-40B4-BE49-F238E27FC236}">
                <a16:creationId xmlns:a16="http://schemas.microsoft.com/office/drawing/2014/main" id="{1B7C716A-0D4F-5F44-F86D-3EE25DA84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9853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>
          <a:extLst>
            <a:ext uri="{FF2B5EF4-FFF2-40B4-BE49-F238E27FC236}">
              <a16:creationId xmlns:a16="http://schemas.microsoft.com/office/drawing/2014/main" id="{7F5611BF-31C4-A6AE-F96A-C9951DB0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01269ec13c_0_1230:notes">
            <a:extLst>
              <a:ext uri="{FF2B5EF4-FFF2-40B4-BE49-F238E27FC236}">
                <a16:creationId xmlns:a16="http://schemas.microsoft.com/office/drawing/2014/main" id="{6E2B7FDD-15B0-8200-600A-254DA5A464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01269ec13c_0_1230:notes">
            <a:extLst>
              <a:ext uri="{FF2B5EF4-FFF2-40B4-BE49-F238E27FC236}">
                <a16:creationId xmlns:a16="http://schemas.microsoft.com/office/drawing/2014/main" id="{18B8B636-28C8-2581-2CA6-CAF5059BBE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29184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>
          <a:extLst>
            <a:ext uri="{FF2B5EF4-FFF2-40B4-BE49-F238E27FC236}">
              <a16:creationId xmlns:a16="http://schemas.microsoft.com/office/drawing/2014/main" id="{5EC2D444-9AB9-BF4D-DC75-34BBE91C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01269ec13c_0_1230:notes">
            <a:extLst>
              <a:ext uri="{FF2B5EF4-FFF2-40B4-BE49-F238E27FC236}">
                <a16:creationId xmlns:a16="http://schemas.microsoft.com/office/drawing/2014/main" id="{9F69DCE1-B752-99B5-B317-6055451DD5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01269ec13c_0_1230:notes">
            <a:extLst>
              <a:ext uri="{FF2B5EF4-FFF2-40B4-BE49-F238E27FC236}">
                <a16:creationId xmlns:a16="http://schemas.microsoft.com/office/drawing/2014/main" id="{E411D6EB-15F8-305A-8286-734DAE80C3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6955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10c9bbfca61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10c9bbfca61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119530" y="275608"/>
            <a:ext cx="2723273" cy="155452"/>
            <a:chOff x="2434537" y="2460245"/>
            <a:chExt cx="2020532" cy="113510"/>
          </a:xfrm>
        </p:grpSpPr>
        <p:sp>
          <p:nvSpPr>
            <p:cNvPr id="10" name="Google Shape;10;p2"/>
            <p:cNvSpPr/>
            <p:nvPr/>
          </p:nvSpPr>
          <p:spPr>
            <a:xfrm>
              <a:off x="2675549" y="2460245"/>
              <a:ext cx="1779520" cy="113510"/>
            </a:xfrm>
            <a:custGeom>
              <a:avLst/>
              <a:gdLst/>
              <a:ahLst/>
              <a:cxnLst/>
              <a:rect l="l" t="t" r="r" b="b"/>
              <a:pathLst>
                <a:path w="61047" h="3894" extrusionOk="0">
                  <a:moveTo>
                    <a:pt x="1" y="0"/>
                  </a:moveTo>
                  <a:lnTo>
                    <a:pt x="61046" y="0"/>
                  </a:lnTo>
                  <a:lnTo>
                    <a:pt x="61046" y="3893"/>
                  </a:lnTo>
                  <a:lnTo>
                    <a:pt x="1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434537" y="2460245"/>
              <a:ext cx="127473" cy="113510"/>
            </a:xfrm>
            <a:custGeom>
              <a:avLst/>
              <a:gdLst/>
              <a:ahLst/>
              <a:cxnLst/>
              <a:rect l="l" t="t" r="r" b="b"/>
              <a:pathLst>
                <a:path w="4373" h="3894" extrusionOk="0">
                  <a:moveTo>
                    <a:pt x="0" y="0"/>
                  </a:moveTo>
                  <a:lnTo>
                    <a:pt x="4372" y="0"/>
                  </a:lnTo>
                  <a:lnTo>
                    <a:pt x="4372" y="3893"/>
                  </a:lnTo>
                  <a:lnTo>
                    <a:pt x="0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2;p2"/>
          <p:cNvSpPr/>
          <p:nvPr/>
        </p:nvSpPr>
        <p:spPr>
          <a:xfrm>
            <a:off x="8455709" y="4261691"/>
            <a:ext cx="303767" cy="44803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32784" y="1173566"/>
            <a:ext cx="303767" cy="44803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4822272" y="4770846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471994" y="32273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3671156" y="4624993"/>
            <a:ext cx="514672" cy="514556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186344" y="28884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8614745" y="1060764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19;p2"/>
          <p:cNvGrpSpPr/>
          <p:nvPr/>
        </p:nvGrpSpPr>
        <p:grpSpPr>
          <a:xfrm>
            <a:off x="7017301" y="-69882"/>
            <a:ext cx="932706" cy="621774"/>
            <a:chOff x="1442038" y="1107539"/>
            <a:chExt cx="735921" cy="493393"/>
          </a:xfrm>
        </p:grpSpPr>
        <p:sp>
          <p:nvSpPr>
            <p:cNvPr id="20" name="Google Shape;20;p2"/>
            <p:cNvSpPr/>
            <p:nvPr/>
          </p:nvSpPr>
          <p:spPr>
            <a:xfrm>
              <a:off x="1630289" y="1217843"/>
              <a:ext cx="387987" cy="261038"/>
            </a:xfrm>
            <a:custGeom>
              <a:avLst/>
              <a:gdLst/>
              <a:ahLst/>
              <a:cxnLst/>
              <a:rect l="l" t="t" r="r" b="b"/>
              <a:pathLst>
                <a:path w="13310" h="8955" extrusionOk="0">
                  <a:moveTo>
                    <a:pt x="12257" y="926"/>
                  </a:moveTo>
                  <a:cubicBezTo>
                    <a:pt x="12145" y="635"/>
                    <a:pt x="11898" y="399"/>
                    <a:pt x="11517" y="236"/>
                  </a:cubicBezTo>
                  <a:cubicBezTo>
                    <a:pt x="11419" y="196"/>
                    <a:pt x="11310" y="160"/>
                    <a:pt x="11194" y="127"/>
                  </a:cubicBezTo>
                  <a:cubicBezTo>
                    <a:pt x="11158" y="116"/>
                    <a:pt x="11118" y="109"/>
                    <a:pt x="11078" y="98"/>
                  </a:cubicBezTo>
                  <a:cubicBezTo>
                    <a:pt x="10994" y="80"/>
                    <a:pt x="10918" y="62"/>
                    <a:pt x="10831" y="51"/>
                  </a:cubicBezTo>
                  <a:cubicBezTo>
                    <a:pt x="10784" y="40"/>
                    <a:pt x="10730" y="37"/>
                    <a:pt x="10679" y="33"/>
                  </a:cubicBezTo>
                  <a:cubicBezTo>
                    <a:pt x="10595" y="22"/>
                    <a:pt x="10516" y="15"/>
                    <a:pt x="10428" y="8"/>
                  </a:cubicBezTo>
                  <a:cubicBezTo>
                    <a:pt x="10370" y="4"/>
                    <a:pt x="10312" y="4"/>
                    <a:pt x="10251" y="4"/>
                  </a:cubicBezTo>
                  <a:cubicBezTo>
                    <a:pt x="10204" y="4"/>
                    <a:pt x="10160" y="0"/>
                    <a:pt x="10113" y="0"/>
                  </a:cubicBezTo>
                  <a:cubicBezTo>
                    <a:pt x="10080" y="0"/>
                    <a:pt x="10044" y="4"/>
                    <a:pt x="10011" y="4"/>
                  </a:cubicBezTo>
                  <a:cubicBezTo>
                    <a:pt x="9921" y="4"/>
                    <a:pt x="9830" y="8"/>
                    <a:pt x="9735" y="15"/>
                  </a:cubicBezTo>
                  <a:cubicBezTo>
                    <a:pt x="9688" y="19"/>
                    <a:pt x="9645" y="15"/>
                    <a:pt x="9598" y="19"/>
                  </a:cubicBezTo>
                  <a:cubicBezTo>
                    <a:pt x="9561" y="22"/>
                    <a:pt x="9525" y="26"/>
                    <a:pt x="9496" y="26"/>
                  </a:cubicBezTo>
                  <a:cubicBezTo>
                    <a:pt x="9431" y="33"/>
                    <a:pt x="9362" y="40"/>
                    <a:pt x="9296" y="51"/>
                  </a:cubicBezTo>
                  <a:cubicBezTo>
                    <a:pt x="9246" y="55"/>
                    <a:pt x="9199" y="58"/>
                    <a:pt x="9151" y="62"/>
                  </a:cubicBezTo>
                  <a:cubicBezTo>
                    <a:pt x="9097" y="73"/>
                    <a:pt x="9042" y="80"/>
                    <a:pt x="8988" y="87"/>
                  </a:cubicBezTo>
                  <a:cubicBezTo>
                    <a:pt x="8934" y="95"/>
                    <a:pt x="8872" y="106"/>
                    <a:pt x="8818" y="113"/>
                  </a:cubicBezTo>
                  <a:lnTo>
                    <a:pt x="8723" y="127"/>
                  </a:lnTo>
                  <a:cubicBezTo>
                    <a:pt x="8625" y="146"/>
                    <a:pt x="8524" y="164"/>
                    <a:pt x="8426" y="185"/>
                  </a:cubicBezTo>
                  <a:cubicBezTo>
                    <a:pt x="8393" y="189"/>
                    <a:pt x="8360" y="200"/>
                    <a:pt x="8324" y="204"/>
                  </a:cubicBezTo>
                  <a:cubicBezTo>
                    <a:pt x="8317" y="204"/>
                    <a:pt x="8306" y="207"/>
                    <a:pt x="8299" y="207"/>
                  </a:cubicBezTo>
                  <a:cubicBezTo>
                    <a:pt x="8157" y="240"/>
                    <a:pt x="8016" y="273"/>
                    <a:pt x="7871" y="309"/>
                  </a:cubicBezTo>
                  <a:lnTo>
                    <a:pt x="7816" y="323"/>
                  </a:lnTo>
                  <a:cubicBezTo>
                    <a:pt x="7773" y="334"/>
                    <a:pt x="7725" y="345"/>
                    <a:pt x="7682" y="360"/>
                  </a:cubicBezTo>
                  <a:cubicBezTo>
                    <a:pt x="7598" y="381"/>
                    <a:pt x="7519" y="399"/>
                    <a:pt x="7435" y="425"/>
                  </a:cubicBezTo>
                  <a:cubicBezTo>
                    <a:pt x="7392" y="439"/>
                    <a:pt x="7341" y="458"/>
                    <a:pt x="7290" y="472"/>
                  </a:cubicBezTo>
                  <a:lnTo>
                    <a:pt x="7112" y="526"/>
                  </a:lnTo>
                  <a:lnTo>
                    <a:pt x="6978" y="566"/>
                  </a:lnTo>
                  <a:cubicBezTo>
                    <a:pt x="6895" y="595"/>
                    <a:pt x="6807" y="624"/>
                    <a:pt x="6728" y="653"/>
                  </a:cubicBezTo>
                  <a:lnTo>
                    <a:pt x="6564" y="708"/>
                  </a:lnTo>
                  <a:cubicBezTo>
                    <a:pt x="6546" y="715"/>
                    <a:pt x="6524" y="722"/>
                    <a:pt x="6506" y="730"/>
                  </a:cubicBezTo>
                  <a:cubicBezTo>
                    <a:pt x="6361" y="780"/>
                    <a:pt x="6220" y="839"/>
                    <a:pt x="6075" y="893"/>
                  </a:cubicBezTo>
                  <a:cubicBezTo>
                    <a:pt x="6053" y="904"/>
                    <a:pt x="6035" y="911"/>
                    <a:pt x="6013" y="915"/>
                  </a:cubicBezTo>
                  <a:cubicBezTo>
                    <a:pt x="6006" y="915"/>
                    <a:pt x="6006" y="915"/>
                    <a:pt x="6002" y="922"/>
                  </a:cubicBezTo>
                  <a:cubicBezTo>
                    <a:pt x="5821" y="995"/>
                    <a:pt x="5639" y="1071"/>
                    <a:pt x="5458" y="1147"/>
                  </a:cubicBezTo>
                  <a:cubicBezTo>
                    <a:pt x="5454" y="1151"/>
                    <a:pt x="5443" y="1151"/>
                    <a:pt x="5440" y="1158"/>
                  </a:cubicBezTo>
                  <a:cubicBezTo>
                    <a:pt x="5316" y="1212"/>
                    <a:pt x="5200" y="1270"/>
                    <a:pt x="5077" y="1325"/>
                  </a:cubicBezTo>
                  <a:cubicBezTo>
                    <a:pt x="5001" y="1361"/>
                    <a:pt x="4921" y="1394"/>
                    <a:pt x="4848" y="1430"/>
                  </a:cubicBezTo>
                  <a:cubicBezTo>
                    <a:pt x="4845" y="1430"/>
                    <a:pt x="4841" y="1434"/>
                    <a:pt x="4837" y="1434"/>
                  </a:cubicBezTo>
                  <a:cubicBezTo>
                    <a:pt x="4612" y="1542"/>
                    <a:pt x="4391" y="1658"/>
                    <a:pt x="4173" y="1778"/>
                  </a:cubicBezTo>
                  <a:cubicBezTo>
                    <a:pt x="4155" y="1785"/>
                    <a:pt x="4144" y="1796"/>
                    <a:pt x="4126" y="1804"/>
                  </a:cubicBezTo>
                  <a:cubicBezTo>
                    <a:pt x="4021" y="1865"/>
                    <a:pt x="3919" y="1923"/>
                    <a:pt x="3818" y="1981"/>
                  </a:cubicBezTo>
                  <a:cubicBezTo>
                    <a:pt x="3756" y="2018"/>
                    <a:pt x="3694" y="2050"/>
                    <a:pt x="3636" y="2087"/>
                  </a:cubicBezTo>
                  <a:cubicBezTo>
                    <a:pt x="3455" y="2195"/>
                    <a:pt x="3274" y="2304"/>
                    <a:pt x="3099" y="2420"/>
                  </a:cubicBezTo>
                  <a:cubicBezTo>
                    <a:pt x="3081" y="2435"/>
                    <a:pt x="3063" y="2446"/>
                    <a:pt x="3049" y="2457"/>
                  </a:cubicBezTo>
                  <a:cubicBezTo>
                    <a:pt x="3005" y="2489"/>
                    <a:pt x="2958" y="2522"/>
                    <a:pt x="2914" y="2547"/>
                  </a:cubicBezTo>
                  <a:cubicBezTo>
                    <a:pt x="2824" y="2613"/>
                    <a:pt x="2733" y="2671"/>
                    <a:pt x="2642" y="2736"/>
                  </a:cubicBezTo>
                  <a:cubicBezTo>
                    <a:pt x="2584" y="2776"/>
                    <a:pt x="2533" y="2816"/>
                    <a:pt x="2475" y="2856"/>
                  </a:cubicBezTo>
                  <a:cubicBezTo>
                    <a:pt x="2392" y="2917"/>
                    <a:pt x="2316" y="2976"/>
                    <a:pt x="2240" y="3034"/>
                  </a:cubicBezTo>
                  <a:cubicBezTo>
                    <a:pt x="2185" y="3074"/>
                    <a:pt x="2131" y="3121"/>
                    <a:pt x="2076" y="3161"/>
                  </a:cubicBezTo>
                  <a:cubicBezTo>
                    <a:pt x="2004" y="3219"/>
                    <a:pt x="1935" y="3273"/>
                    <a:pt x="1866" y="3335"/>
                  </a:cubicBezTo>
                  <a:cubicBezTo>
                    <a:pt x="1815" y="3378"/>
                    <a:pt x="1768" y="3418"/>
                    <a:pt x="1717" y="3465"/>
                  </a:cubicBezTo>
                  <a:cubicBezTo>
                    <a:pt x="1652" y="3520"/>
                    <a:pt x="1590" y="3578"/>
                    <a:pt x="1532" y="3632"/>
                  </a:cubicBezTo>
                  <a:cubicBezTo>
                    <a:pt x="1507" y="3654"/>
                    <a:pt x="1485" y="3672"/>
                    <a:pt x="1463" y="3698"/>
                  </a:cubicBezTo>
                  <a:cubicBezTo>
                    <a:pt x="1441" y="3716"/>
                    <a:pt x="1423" y="3737"/>
                    <a:pt x="1405" y="3756"/>
                  </a:cubicBezTo>
                  <a:cubicBezTo>
                    <a:pt x="1325" y="3832"/>
                    <a:pt x="1249" y="3904"/>
                    <a:pt x="1176" y="3981"/>
                  </a:cubicBezTo>
                  <a:cubicBezTo>
                    <a:pt x="1144" y="4017"/>
                    <a:pt x="1108" y="4050"/>
                    <a:pt x="1078" y="4086"/>
                  </a:cubicBezTo>
                  <a:cubicBezTo>
                    <a:pt x="981" y="4187"/>
                    <a:pt x="897" y="4285"/>
                    <a:pt x="814" y="4387"/>
                  </a:cubicBezTo>
                  <a:cubicBezTo>
                    <a:pt x="810" y="4391"/>
                    <a:pt x="806" y="4398"/>
                    <a:pt x="795" y="4405"/>
                  </a:cubicBezTo>
                  <a:lnTo>
                    <a:pt x="792" y="4409"/>
                  </a:lnTo>
                  <a:cubicBezTo>
                    <a:pt x="788" y="4416"/>
                    <a:pt x="781" y="4423"/>
                    <a:pt x="774" y="4430"/>
                  </a:cubicBezTo>
                  <a:cubicBezTo>
                    <a:pt x="708" y="4507"/>
                    <a:pt x="650" y="4586"/>
                    <a:pt x="596" y="4659"/>
                  </a:cubicBezTo>
                  <a:cubicBezTo>
                    <a:pt x="578" y="4684"/>
                    <a:pt x="560" y="4706"/>
                    <a:pt x="542" y="4735"/>
                  </a:cubicBezTo>
                  <a:cubicBezTo>
                    <a:pt x="520" y="4768"/>
                    <a:pt x="498" y="4797"/>
                    <a:pt x="473" y="4833"/>
                  </a:cubicBezTo>
                  <a:cubicBezTo>
                    <a:pt x="465" y="4851"/>
                    <a:pt x="454" y="4866"/>
                    <a:pt x="447" y="4880"/>
                  </a:cubicBezTo>
                  <a:cubicBezTo>
                    <a:pt x="396" y="4957"/>
                    <a:pt x="356" y="5029"/>
                    <a:pt x="317" y="5102"/>
                  </a:cubicBezTo>
                  <a:cubicBezTo>
                    <a:pt x="306" y="5120"/>
                    <a:pt x="288" y="5142"/>
                    <a:pt x="280" y="5167"/>
                  </a:cubicBezTo>
                  <a:cubicBezTo>
                    <a:pt x="273" y="5174"/>
                    <a:pt x="273" y="5178"/>
                    <a:pt x="269" y="5189"/>
                  </a:cubicBezTo>
                  <a:cubicBezTo>
                    <a:pt x="237" y="5250"/>
                    <a:pt x="211" y="5316"/>
                    <a:pt x="182" y="5374"/>
                  </a:cubicBezTo>
                  <a:cubicBezTo>
                    <a:pt x="175" y="5396"/>
                    <a:pt x="161" y="5421"/>
                    <a:pt x="153" y="5443"/>
                  </a:cubicBezTo>
                  <a:cubicBezTo>
                    <a:pt x="153" y="5446"/>
                    <a:pt x="153" y="5446"/>
                    <a:pt x="146" y="5450"/>
                  </a:cubicBezTo>
                  <a:cubicBezTo>
                    <a:pt x="128" y="5494"/>
                    <a:pt x="121" y="5533"/>
                    <a:pt x="106" y="5573"/>
                  </a:cubicBezTo>
                  <a:cubicBezTo>
                    <a:pt x="92" y="5610"/>
                    <a:pt x="81" y="5650"/>
                    <a:pt x="66" y="5686"/>
                  </a:cubicBezTo>
                  <a:lnTo>
                    <a:pt x="66" y="5697"/>
                  </a:lnTo>
                  <a:cubicBezTo>
                    <a:pt x="55" y="5722"/>
                    <a:pt x="55" y="5751"/>
                    <a:pt x="48" y="5773"/>
                  </a:cubicBezTo>
                  <a:cubicBezTo>
                    <a:pt x="37" y="5813"/>
                    <a:pt x="26" y="5860"/>
                    <a:pt x="19" y="5900"/>
                  </a:cubicBezTo>
                  <a:lnTo>
                    <a:pt x="19" y="5918"/>
                  </a:lnTo>
                  <a:cubicBezTo>
                    <a:pt x="15" y="5947"/>
                    <a:pt x="15" y="5969"/>
                    <a:pt x="12" y="5994"/>
                  </a:cubicBezTo>
                  <a:cubicBezTo>
                    <a:pt x="8" y="6031"/>
                    <a:pt x="1" y="6067"/>
                    <a:pt x="1" y="6099"/>
                  </a:cubicBezTo>
                  <a:lnTo>
                    <a:pt x="1" y="6132"/>
                  </a:lnTo>
                  <a:cubicBezTo>
                    <a:pt x="1" y="6158"/>
                    <a:pt x="1" y="6183"/>
                    <a:pt x="5" y="6208"/>
                  </a:cubicBezTo>
                  <a:cubicBezTo>
                    <a:pt x="5" y="6237"/>
                    <a:pt x="5" y="6259"/>
                    <a:pt x="12" y="6284"/>
                  </a:cubicBezTo>
                  <a:cubicBezTo>
                    <a:pt x="12" y="6299"/>
                    <a:pt x="15" y="6317"/>
                    <a:pt x="19" y="6332"/>
                  </a:cubicBezTo>
                  <a:cubicBezTo>
                    <a:pt x="23" y="6353"/>
                    <a:pt x="30" y="6379"/>
                    <a:pt x="34" y="6404"/>
                  </a:cubicBezTo>
                  <a:cubicBezTo>
                    <a:pt x="37" y="6422"/>
                    <a:pt x="37" y="6441"/>
                    <a:pt x="41" y="6459"/>
                  </a:cubicBezTo>
                  <a:cubicBezTo>
                    <a:pt x="52" y="6495"/>
                    <a:pt x="66" y="6528"/>
                    <a:pt x="77" y="6560"/>
                  </a:cubicBezTo>
                  <a:lnTo>
                    <a:pt x="1140" y="8955"/>
                  </a:lnTo>
                  <a:cubicBezTo>
                    <a:pt x="1122" y="8908"/>
                    <a:pt x="1108" y="8853"/>
                    <a:pt x="1093" y="8799"/>
                  </a:cubicBezTo>
                  <a:cubicBezTo>
                    <a:pt x="1089" y="8773"/>
                    <a:pt x="1086" y="8748"/>
                    <a:pt x="1082" y="8726"/>
                  </a:cubicBezTo>
                  <a:lnTo>
                    <a:pt x="1068" y="8603"/>
                  </a:lnTo>
                  <a:cubicBezTo>
                    <a:pt x="1068" y="8574"/>
                    <a:pt x="1064" y="8552"/>
                    <a:pt x="1064" y="8527"/>
                  </a:cubicBezTo>
                  <a:cubicBezTo>
                    <a:pt x="1064" y="8480"/>
                    <a:pt x="1068" y="8436"/>
                    <a:pt x="1071" y="8389"/>
                  </a:cubicBezTo>
                  <a:cubicBezTo>
                    <a:pt x="1078" y="8363"/>
                    <a:pt x="1078" y="8338"/>
                    <a:pt x="1082" y="8313"/>
                  </a:cubicBezTo>
                  <a:cubicBezTo>
                    <a:pt x="1089" y="8266"/>
                    <a:pt x="1100" y="8218"/>
                    <a:pt x="1115" y="8168"/>
                  </a:cubicBezTo>
                  <a:cubicBezTo>
                    <a:pt x="1118" y="8139"/>
                    <a:pt x="1122" y="8113"/>
                    <a:pt x="1133" y="8091"/>
                  </a:cubicBezTo>
                  <a:cubicBezTo>
                    <a:pt x="1140" y="8048"/>
                    <a:pt x="1158" y="8008"/>
                    <a:pt x="1173" y="7968"/>
                  </a:cubicBezTo>
                  <a:cubicBezTo>
                    <a:pt x="1187" y="7928"/>
                    <a:pt x="1198" y="7892"/>
                    <a:pt x="1213" y="7848"/>
                  </a:cubicBezTo>
                  <a:cubicBezTo>
                    <a:pt x="1224" y="7823"/>
                    <a:pt x="1242" y="7794"/>
                    <a:pt x="1249" y="7768"/>
                  </a:cubicBezTo>
                  <a:cubicBezTo>
                    <a:pt x="1278" y="7710"/>
                    <a:pt x="1303" y="7645"/>
                    <a:pt x="1336" y="7583"/>
                  </a:cubicBezTo>
                  <a:cubicBezTo>
                    <a:pt x="1351" y="7554"/>
                    <a:pt x="1369" y="7529"/>
                    <a:pt x="1380" y="7500"/>
                  </a:cubicBezTo>
                  <a:cubicBezTo>
                    <a:pt x="1423" y="7427"/>
                    <a:pt x="1467" y="7355"/>
                    <a:pt x="1514" y="7279"/>
                  </a:cubicBezTo>
                  <a:cubicBezTo>
                    <a:pt x="1543" y="7228"/>
                    <a:pt x="1576" y="7184"/>
                    <a:pt x="1608" y="7134"/>
                  </a:cubicBezTo>
                  <a:cubicBezTo>
                    <a:pt x="1626" y="7104"/>
                    <a:pt x="1644" y="7083"/>
                    <a:pt x="1663" y="7057"/>
                  </a:cubicBezTo>
                  <a:cubicBezTo>
                    <a:pt x="1717" y="6977"/>
                    <a:pt x="1775" y="6901"/>
                    <a:pt x="1840" y="6829"/>
                  </a:cubicBezTo>
                  <a:cubicBezTo>
                    <a:pt x="1844" y="6825"/>
                    <a:pt x="1848" y="6814"/>
                    <a:pt x="1851" y="6811"/>
                  </a:cubicBezTo>
                  <a:cubicBezTo>
                    <a:pt x="1859" y="6803"/>
                    <a:pt x="1866" y="6796"/>
                    <a:pt x="1869" y="6789"/>
                  </a:cubicBezTo>
                  <a:cubicBezTo>
                    <a:pt x="1953" y="6687"/>
                    <a:pt x="2040" y="6593"/>
                    <a:pt x="2134" y="6495"/>
                  </a:cubicBezTo>
                  <a:cubicBezTo>
                    <a:pt x="2167" y="6462"/>
                    <a:pt x="2196" y="6426"/>
                    <a:pt x="2232" y="6393"/>
                  </a:cubicBezTo>
                  <a:cubicBezTo>
                    <a:pt x="2305" y="6321"/>
                    <a:pt x="2377" y="6245"/>
                    <a:pt x="2461" y="6168"/>
                  </a:cubicBezTo>
                  <a:cubicBezTo>
                    <a:pt x="2501" y="6125"/>
                    <a:pt x="2548" y="6085"/>
                    <a:pt x="2588" y="6045"/>
                  </a:cubicBezTo>
                  <a:cubicBezTo>
                    <a:pt x="2646" y="5991"/>
                    <a:pt x="2711" y="5933"/>
                    <a:pt x="2777" y="5878"/>
                  </a:cubicBezTo>
                  <a:cubicBezTo>
                    <a:pt x="2827" y="5831"/>
                    <a:pt x="2878" y="5791"/>
                    <a:pt x="2929" y="5744"/>
                  </a:cubicBezTo>
                  <a:cubicBezTo>
                    <a:pt x="2994" y="5686"/>
                    <a:pt x="3067" y="5631"/>
                    <a:pt x="3136" y="5573"/>
                  </a:cubicBezTo>
                  <a:cubicBezTo>
                    <a:pt x="3190" y="5533"/>
                    <a:pt x="3241" y="5486"/>
                    <a:pt x="3295" y="5446"/>
                  </a:cubicBezTo>
                  <a:cubicBezTo>
                    <a:pt x="3372" y="5388"/>
                    <a:pt x="3448" y="5327"/>
                    <a:pt x="3531" y="5269"/>
                  </a:cubicBezTo>
                  <a:lnTo>
                    <a:pt x="3694" y="5145"/>
                  </a:lnTo>
                  <a:cubicBezTo>
                    <a:pt x="3782" y="5084"/>
                    <a:pt x="3876" y="5018"/>
                    <a:pt x="3967" y="4960"/>
                  </a:cubicBezTo>
                  <a:cubicBezTo>
                    <a:pt x="4028" y="4920"/>
                    <a:pt x="4090" y="4873"/>
                    <a:pt x="4152" y="4833"/>
                  </a:cubicBezTo>
                  <a:cubicBezTo>
                    <a:pt x="4329" y="4721"/>
                    <a:pt x="4507" y="4608"/>
                    <a:pt x="4689" y="4499"/>
                  </a:cubicBezTo>
                  <a:cubicBezTo>
                    <a:pt x="4747" y="4463"/>
                    <a:pt x="4808" y="4430"/>
                    <a:pt x="4870" y="4394"/>
                  </a:cubicBezTo>
                  <a:cubicBezTo>
                    <a:pt x="4986" y="4325"/>
                    <a:pt x="5106" y="4256"/>
                    <a:pt x="5226" y="4191"/>
                  </a:cubicBezTo>
                  <a:cubicBezTo>
                    <a:pt x="5443" y="4071"/>
                    <a:pt x="5668" y="3955"/>
                    <a:pt x="5890" y="3846"/>
                  </a:cubicBezTo>
                  <a:cubicBezTo>
                    <a:pt x="5966" y="3810"/>
                    <a:pt x="6042" y="3774"/>
                    <a:pt x="6125" y="3737"/>
                  </a:cubicBezTo>
                  <a:cubicBezTo>
                    <a:pt x="6249" y="3676"/>
                    <a:pt x="6368" y="3618"/>
                    <a:pt x="6492" y="3567"/>
                  </a:cubicBezTo>
                  <a:cubicBezTo>
                    <a:pt x="6684" y="3484"/>
                    <a:pt x="6873" y="3404"/>
                    <a:pt x="7065" y="3327"/>
                  </a:cubicBezTo>
                  <a:lnTo>
                    <a:pt x="7130" y="3302"/>
                  </a:lnTo>
                  <a:cubicBezTo>
                    <a:pt x="7294" y="3237"/>
                    <a:pt x="7457" y="3175"/>
                    <a:pt x="7617" y="3121"/>
                  </a:cubicBezTo>
                  <a:cubicBezTo>
                    <a:pt x="7671" y="3103"/>
                    <a:pt x="7725" y="3084"/>
                    <a:pt x="7783" y="3059"/>
                  </a:cubicBezTo>
                  <a:cubicBezTo>
                    <a:pt x="7910" y="3015"/>
                    <a:pt x="8037" y="2976"/>
                    <a:pt x="8164" y="2932"/>
                  </a:cubicBezTo>
                  <a:lnTo>
                    <a:pt x="8342" y="2878"/>
                  </a:lnTo>
                  <a:cubicBezTo>
                    <a:pt x="8473" y="2838"/>
                    <a:pt x="8607" y="2801"/>
                    <a:pt x="8734" y="2769"/>
                  </a:cubicBezTo>
                  <a:cubicBezTo>
                    <a:pt x="8778" y="2758"/>
                    <a:pt x="8825" y="2743"/>
                    <a:pt x="8868" y="2732"/>
                  </a:cubicBezTo>
                  <a:cubicBezTo>
                    <a:pt x="9042" y="2689"/>
                    <a:pt x="9209" y="2649"/>
                    <a:pt x="9376" y="2616"/>
                  </a:cubicBezTo>
                  <a:cubicBezTo>
                    <a:pt x="9409" y="2605"/>
                    <a:pt x="9445" y="2602"/>
                    <a:pt x="9478" y="2598"/>
                  </a:cubicBezTo>
                  <a:cubicBezTo>
                    <a:pt x="9608" y="2569"/>
                    <a:pt x="9739" y="2547"/>
                    <a:pt x="9870" y="2526"/>
                  </a:cubicBezTo>
                  <a:cubicBezTo>
                    <a:pt x="9931" y="2515"/>
                    <a:pt x="9986" y="2508"/>
                    <a:pt x="10040" y="2497"/>
                  </a:cubicBezTo>
                  <a:cubicBezTo>
                    <a:pt x="10142" y="2486"/>
                    <a:pt x="10247" y="2471"/>
                    <a:pt x="10349" y="2457"/>
                  </a:cubicBezTo>
                  <a:cubicBezTo>
                    <a:pt x="10414" y="2449"/>
                    <a:pt x="10479" y="2442"/>
                    <a:pt x="10548" y="2435"/>
                  </a:cubicBezTo>
                  <a:cubicBezTo>
                    <a:pt x="10628" y="2424"/>
                    <a:pt x="10711" y="2420"/>
                    <a:pt x="10791" y="2417"/>
                  </a:cubicBezTo>
                  <a:cubicBezTo>
                    <a:pt x="10886" y="2413"/>
                    <a:pt x="10976" y="2406"/>
                    <a:pt x="11067" y="2406"/>
                  </a:cubicBezTo>
                  <a:lnTo>
                    <a:pt x="11310" y="2406"/>
                  </a:lnTo>
                  <a:cubicBezTo>
                    <a:pt x="11368" y="2406"/>
                    <a:pt x="11426" y="2413"/>
                    <a:pt x="11484" y="2413"/>
                  </a:cubicBezTo>
                  <a:cubicBezTo>
                    <a:pt x="11571" y="2417"/>
                    <a:pt x="11655" y="2424"/>
                    <a:pt x="11731" y="2435"/>
                  </a:cubicBezTo>
                  <a:cubicBezTo>
                    <a:pt x="11782" y="2439"/>
                    <a:pt x="11836" y="2442"/>
                    <a:pt x="11883" y="2453"/>
                  </a:cubicBezTo>
                  <a:cubicBezTo>
                    <a:pt x="11970" y="2468"/>
                    <a:pt x="12054" y="2486"/>
                    <a:pt x="12130" y="2504"/>
                  </a:cubicBezTo>
                  <a:cubicBezTo>
                    <a:pt x="12170" y="2511"/>
                    <a:pt x="12210" y="2515"/>
                    <a:pt x="12246" y="2529"/>
                  </a:cubicBezTo>
                  <a:cubicBezTo>
                    <a:pt x="12362" y="2562"/>
                    <a:pt x="12471" y="2598"/>
                    <a:pt x="12569" y="2638"/>
                  </a:cubicBezTo>
                  <a:cubicBezTo>
                    <a:pt x="12950" y="2801"/>
                    <a:pt x="13197" y="3037"/>
                    <a:pt x="13309" y="332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492497" y="1188751"/>
              <a:ext cx="677533" cy="412181"/>
            </a:xfrm>
            <a:custGeom>
              <a:avLst/>
              <a:gdLst/>
              <a:ahLst/>
              <a:cxnLst/>
              <a:rect l="l" t="t" r="r" b="b"/>
              <a:pathLst>
                <a:path w="23243" h="14140" extrusionOk="0">
                  <a:moveTo>
                    <a:pt x="23210" y="3317"/>
                  </a:moveTo>
                  <a:cubicBezTo>
                    <a:pt x="23207" y="3281"/>
                    <a:pt x="23196" y="3248"/>
                    <a:pt x="23192" y="3212"/>
                  </a:cubicBezTo>
                  <a:cubicBezTo>
                    <a:pt x="23185" y="3157"/>
                    <a:pt x="23174" y="3106"/>
                    <a:pt x="23159" y="3052"/>
                  </a:cubicBezTo>
                  <a:lnTo>
                    <a:pt x="23149" y="2972"/>
                  </a:lnTo>
                  <a:cubicBezTo>
                    <a:pt x="23127" y="2903"/>
                    <a:pt x="23105" y="2831"/>
                    <a:pt x="23080" y="2765"/>
                  </a:cubicBezTo>
                  <a:lnTo>
                    <a:pt x="21810" y="1"/>
                  </a:lnTo>
                  <a:cubicBezTo>
                    <a:pt x="21846" y="91"/>
                    <a:pt x="21871" y="189"/>
                    <a:pt x="21897" y="287"/>
                  </a:cubicBezTo>
                  <a:cubicBezTo>
                    <a:pt x="21908" y="334"/>
                    <a:pt x="21919" y="389"/>
                    <a:pt x="21926" y="443"/>
                  </a:cubicBezTo>
                  <a:cubicBezTo>
                    <a:pt x="21937" y="512"/>
                    <a:pt x="21944" y="581"/>
                    <a:pt x="21951" y="650"/>
                  </a:cubicBezTo>
                  <a:cubicBezTo>
                    <a:pt x="21955" y="705"/>
                    <a:pt x="21958" y="755"/>
                    <a:pt x="21958" y="813"/>
                  </a:cubicBezTo>
                  <a:cubicBezTo>
                    <a:pt x="21958" y="879"/>
                    <a:pt x="21958" y="951"/>
                    <a:pt x="21951" y="1024"/>
                  </a:cubicBezTo>
                  <a:cubicBezTo>
                    <a:pt x="21944" y="1085"/>
                    <a:pt x="21940" y="1144"/>
                    <a:pt x="21933" y="1202"/>
                  </a:cubicBezTo>
                  <a:cubicBezTo>
                    <a:pt x="21922" y="1274"/>
                    <a:pt x="21908" y="1347"/>
                    <a:pt x="21897" y="1419"/>
                  </a:cubicBezTo>
                  <a:cubicBezTo>
                    <a:pt x="21882" y="1481"/>
                    <a:pt x="21868" y="1550"/>
                    <a:pt x="21850" y="1619"/>
                  </a:cubicBezTo>
                  <a:cubicBezTo>
                    <a:pt x="21831" y="1688"/>
                    <a:pt x="21810" y="1760"/>
                    <a:pt x="21788" y="1833"/>
                  </a:cubicBezTo>
                  <a:cubicBezTo>
                    <a:pt x="21763" y="1909"/>
                    <a:pt x="21737" y="1985"/>
                    <a:pt x="21704" y="2065"/>
                  </a:cubicBezTo>
                  <a:cubicBezTo>
                    <a:pt x="21661" y="2178"/>
                    <a:pt x="21614" y="2294"/>
                    <a:pt x="21559" y="2413"/>
                  </a:cubicBezTo>
                  <a:lnTo>
                    <a:pt x="21545" y="2439"/>
                  </a:lnTo>
                  <a:cubicBezTo>
                    <a:pt x="21487" y="2566"/>
                    <a:pt x="21418" y="2693"/>
                    <a:pt x="21342" y="2827"/>
                  </a:cubicBezTo>
                  <a:cubicBezTo>
                    <a:pt x="21327" y="2852"/>
                    <a:pt x="21316" y="2874"/>
                    <a:pt x="21298" y="2903"/>
                  </a:cubicBezTo>
                  <a:cubicBezTo>
                    <a:pt x="21218" y="3034"/>
                    <a:pt x="21135" y="3168"/>
                    <a:pt x="21044" y="3306"/>
                  </a:cubicBezTo>
                  <a:cubicBezTo>
                    <a:pt x="21015" y="3346"/>
                    <a:pt x="20982" y="3393"/>
                    <a:pt x="20953" y="3433"/>
                  </a:cubicBezTo>
                  <a:cubicBezTo>
                    <a:pt x="20881" y="3538"/>
                    <a:pt x="20801" y="3636"/>
                    <a:pt x="20725" y="3741"/>
                  </a:cubicBezTo>
                  <a:cubicBezTo>
                    <a:pt x="20689" y="3792"/>
                    <a:pt x="20652" y="3836"/>
                    <a:pt x="20612" y="3886"/>
                  </a:cubicBezTo>
                  <a:cubicBezTo>
                    <a:pt x="20504" y="4021"/>
                    <a:pt x="20395" y="4159"/>
                    <a:pt x="20271" y="4293"/>
                  </a:cubicBezTo>
                  <a:cubicBezTo>
                    <a:pt x="20264" y="4307"/>
                    <a:pt x="20250" y="4318"/>
                    <a:pt x="20239" y="4333"/>
                  </a:cubicBezTo>
                  <a:cubicBezTo>
                    <a:pt x="20119" y="4471"/>
                    <a:pt x="19985" y="4608"/>
                    <a:pt x="19850" y="4746"/>
                  </a:cubicBezTo>
                  <a:cubicBezTo>
                    <a:pt x="19829" y="4772"/>
                    <a:pt x="19811" y="4794"/>
                    <a:pt x="19785" y="4815"/>
                  </a:cubicBezTo>
                  <a:cubicBezTo>
                    <a:pt x="19655" y="4946"/>
                    <a:pt x="19513" y="5084"/>
                    <a:pt x="19375" y="5214"/>
                  </a:cubicBezTo>
                  <a:cubicBezTo>
                    <a:pt x="19277" y="5305"/>
                    <a:pt x="19176" y="5396"/>
                    <a:pt x="19074" y="5487"/>
                  </a:cubicBezTo>
                  <a:cubicBezTo>
                    <a:pt x="18987" y="5563"/>
                    <a:pt x="18903" y="5643"/>
                    <a:pt x="18813" y="5719"/>
                  </a:cubicBezTo>
                  <a:cubicBezTo>
                    <a:pt x="18704" y="5809"/>
                    <a:pt x="18588" y="5900"/>
                    <a:pt x="18475" y="5991"/>
                  </a:cubicBezTo>
                  <a:cubicBezTo>
                    <a:pt x="18381" y="6067"/>
                    <a:pt x="18290" y="6140"/>
                    <a:pt x="18196" y="6219"/>
                  </a:cubicBezTo>
                  <a:cubicBezTo>
                    <a:pt x="18076" y="6310"/>
                    <a:pt x="17949" y="6404"/>
                    <a:pt x="17826" y="6495"/>
                  </a:cubicBezTo>
                  <a:cubicBezTo>
                    <a:pt x="17728" y="6568"/>
                    <a:pt x="17634" y="6644"/>
                    <a:pt x="17528" y="6716"/>
                  </a:cubicBezTo>
                  <a:cubicBezTo>
                    <a:pt x="17398" y="6811"/>
                    <a:pt x="17256" y="6902"/>
                    <a:pt x="17118" y="6999"/>
                  </a:cubicBezTo>
                  <a:cubicBezTo>
                    <a:pt x="17002" y="7079"/>
                    <a:pt x="16890" y="7163"/>
                    <a:pt x="16766" y="7239"/>
                  </a:cubicBezTo>
                  <a:cubicBezTo>
                    <a:pt x="16520" y="7399"/>
                    <a:pt x="16277" y="7551"/>
                    <a:pt x="16026" y="7707"/>
                  </a:cubicBezTo>
                  <a:cubicBezTo>
                    <a:pt x="15983" y="7732"/>
                    <a:pt x="15936" y="7761"/>
                    <a:pt x="15885" y="7787"/>
                  </a:cubicBezTo>
                  <a:cubicBezTo>
                    <a:pt x="15645" y="7932"/>
                    <a:pt x="15402" y="8073"/>
                    <a:pt x="15155" y="8208"/>
                  </a:cubicBezTo>
                  <a:cubicBezTo>
                    <a:pt x="15116" y="8229"/>
                    <a:pt x="15079" y="8248"/>
                    <a:pt x="15039" y="8273"/>
                  </a:cubicBezTo>
                  <a:cubicBezTo>
                    <a:pt x="14687" y="8462"/>
                    <a:pt x="14339" y="8643"/>
                    <a:pt x="13987" y="8821"/>
                  </a:cubicBezTo>
                  <a:cubicBezTo>
                    <a:pt x="13944" y="8839"/>
                    <a:pt x="13904" y="8861"/>
                    <a:pt x="13864" y="8879"/>
                  </a:cubicBezTo>
                  <a:cubicBezTo>
                    <a:pt x="13574" y="9020"/>
                    <a:pt x="13280" y="9155"/>
                    <a:pt x="12982" y="9289"/>
                  </a:cubicBezTo>
                  <a:cubicBezTo>
                    <a:pt x="12935" y="9311"/>
                    <a:pt x="12888" y="9329"/>
                    <a:pt x="12837" y="9351"/>
                  </a:cubicBezTo>
                  <a:cubicBezTo>
                    <a:pt x="12572" y="9470"/>
                    <a:pt x="12307" y="9579"/>
                    <a:pt x="12039" y="9688"/>
                  </a:cubicBezTo>
                  <a:cubicBezTo>
                    <a:pt x="11995" y="9706"/>
                    <a:pt x="11955" y="9724"/>
                    <a:pt x="11908" y="9735"/>
                  </a:cubicBezTo>
                  <a:cubicBezTo>
                    <a:pt x="11672" y="9826"/>
                    <a:pt x="11440" y="9917"/>
                    <a:pt x="11204" y="10004"/>
                  </a:cubicBezTo>
                  <a:cubicBezTo>
                    <a:pt x="11168" y="10018"/>
                    <a:pt x="11139" y="10033"/>
                    <a:pt x="11103" y="10040"/>
                  </a:cubicBezTo>
                  <a:cubicBezTo>
                    <a:pt x="10860" y="10127"/>
                    <a:pt x="10617" y="10207"/>
                    <a:pt x="10377" y="10290"/>
                  </a:cubicBezTo>
                  <a:cubicBezTo>
                    <a:pt x="10323" y="10308"/>
                    <a:pt x="10261" y="10327"/>
                    <a:pt x="10207" y="10345"/>
                  </a:cubicBezTo>
                  <a:cubicBezTo>
                    <a:pt x="9989" y="10414"/>
                    <a:pt x="9771" y="10479"/>
                    <a:pt x="9561" y="10544"/>
                  </a:cubicBezTo>
                  <a:cubicBezTo>
                    <a:pt x="9535" y="10552"/>
                    <a:pt x="9510" y="10559"/>
                    <a:pt x="9488" y="10566"/>
                  </a:cubicBezTo>
                  <a:cubicBezTo>
                    <a:pt x="9252" y="10635"/>
                    <a:pt x="9020" y="10697"/>
                    <a:pt x="8788" y="10758"/>
                  </a:cubicBezTo>
                  <a:cubicBezTo>
                    <a:pt x="8733" y="10769"/>
                    <a:pt x="8675" y="10784"/>
                    <a:pt x="8621" y="10798"/>
                  </a:cubicBezTo>
                  <a:cubicBezTo>
                    <a:pt x="8400" y="10853"/>
                    <a:pt x="8182" y="10907"/>
                    <a:pt x="7964" y="10951"/>
                  </a:cubicBezTo>
                  <a:cubicBezTo>
                    <a:pt x="7950" y="10958"/>
                    <a:pt x="7932" y="10962"/>
                    <a:pt x="7913" y="10962"/>
                  </a:cubicBezTo>
                  <a:cubicBezTo>
                    <a:pt x="7678" y="11012"/>
                    <a:pt x="7442" y="11056"/>
                    <a:pt x="7210" y="11096"/>
                  </a:cubicBezTo>
                  <a:cubicBezTo>
                    <a:pt x="7159" y="11107"/>
                    <a:pt x="7104" y="11114"/>
                    <a:pt x="7057" y="11125"/>
                  </a:cubicBezTo>
                  <a:cubicBezTo>
                    <a:pt x="6814" y="11165"/>
                    <a:pt x="6575" y="11201"/>
                    <a:pt x="6339" y="11234"/>
                  </a:cubicBezTo>
                  <a:lnTo>
                    <a:pt x="6245" y="11248"/>
                  </a:lnTo>
                  <a:cubicBezTo>
                    <a:pt x="5969" y="11284"/>
                    <a:pt x="5697" y="11310"/>
                    <a:pt x="5432" y="11332"/>
                  </a:cubicBezTo>
                  <a:cubicBezTo>
                    <a:pt x="5406" y="11332"/>
                    <a:pt x="5381" y="11339"/>
                    <a:pt x="5356" y="11339"/>
                  </a:cubicBezTo>
                  <a:cubicBezTo>
                    <a:pt x="5214" y="11346"/>
                    <a:pt x="5080" y="11357"/>
                    <a:pt x="4942" y="11361"/>
                  </a:cubicBezTo>
                  <a:cubicBezTo>
                    <a:pt x="4888" y="11364"/>
                    <a:pt x="4829" y="11364"/>
                    <a:pt x="4775" y="11364"/>
                  </a:cubicBezTo>
                  <a:cubicBezTo>
                    <a:pt x="4670" y="11368"/>
                    <a:pt x="4565" y="11368"/>
                    <a:pt x="4467" y="11368"/>
                  </a:cubicBezTo>
                  <a:lnTo>
                    <a:pt x="4245" y="11368"/>
                  </a:lnTo>
                  <a:cubicBezTo>
                    <a:pt x="4180" y="11368"/>
                    <a:pt x="4111" y="11368"/>
                    <a:pt x="4049" y="11364"/>
                  </a:cubicBezTo>
                  <a:cubicBezTo>
                    <a:pt x="3973" y="11361"/>
                    <a:pt x="3901" y="11361"/>
                    <a:pt x="3828" y="11357"/>
                  </a:cubicBezTo>
                  <a:cubicBezTo>
                    <a:pt x="3763" y="11350"/>
                    <a:pt x="3701" y="11350"/>
                    <a:pt x="3639" y="11346"/>
                  </a:cubicBezTo>
                  <a:cubicBezTo>
                    <a:pt x="3567" y="11342"/>
                    <a:pt x="3494" y="11332"/>
                    <a:pt x="3422" y="11328"/>
                  </a:cubicBezTo>
                  <a:cubicBezTo>
                    <a:pt x="3364" y="11324"/>
                    <a:pt x="3306" y="11321"/>
                    <a:pt x="3248" y="11310"/>
                  </a:cubicBezTo>
                  <a:cubicBezTo>
                    <a:pt x="3175" y="11303"/>
                    <a:pt x="3106" y="11292"/>
                    <a:pt x="3034" y="11284"/>
                  </a:cubicBezTo>
                  <a:cubicBezTo>
                    <a:pt x="2979" y="11274"/>
                    <a:pt x="2921" y="11270"/>
                    <a:pt x="2867" y="11259"/>
                  </a:cubicBezTo>
                  <a:cubicBezTo>
                    <a:pt x="2794" y="11248"/>
                    <a:pt x="2725" y="11234"/>
                    <a:pt x="2656" y="11219"/>
                  </a:cubicBezTo>
                  <a:cubicBezTo>
                    <a:pt x="2605" y="11212"/>
                    <a:pt x="2551" y="11201"/>
                    <a:pt x="2504" y="11186"/>
                  </a:cubicBezTo>
                  <a:cubicBezTo>
                    <a:pt x="2431" y="11176"/>
                    <a:pt x="2362" y="11157"/>
                    <a:pt x="2293" y="11139"/>
                  </a:cubicBezTo>
                  <a:cubicBezTo>
                    <a:pt x="2250" y="11125"/>
                    <a:pt x="2203" y="11114"/>
                    <a:pt x="2159" y="11103"/>
                  </a:cubicBezTo>
                  <a:cubicBezTo>
                    <a:pt x="2079" y="11078"/>
                    <a:pt x="2014" y="11056"/>
                    <a:pt x="1941" y="11034"/>
                  </a:cubicBezTo>
                  <a:cubicBezTo>
                    <a:pt x="1905" y="11020"/>
                    <a:pt x="1869" y="11012"/>
                    <a:pt x="1833" y="11001"/>
                  </a:cubicBezTo>
                  <a:cubicBezTo>
                    <a:pt x="1727" y="10965"/>
                    <a:pt x="1622" y="10925"/>
                    <a:pt x="1524" y="10885"/>
                  </a:cubicBezTo>
                  <a:cubicBezTo>
                    <a:pt x="733" y="10548"/>
                    <a:pt x="229" y="10062"/>
                    <a:pt x="0" y="9474"/>
                  </a:cubicBezTo>
                  <a:lnTo>
                    <a:pt x="1270" y="12239"/>
                  </a:lnTo>
                  <a:cubicBezTo>
                    <a:pt x="1506" y="12830"/>
                    <a:pt x="2003" y="13316"/>
                    <a:pt x="2794" y="13650"/>
                  </a:cubicBezTo>
                  <a:cubicBezTo>
                    <a:pt x="2892" y="13690"/>
                    <a:pt x="2997" y="13734"/>
                    <a:pt x="3102" y="13770"/>
                  </a:cubicBezTo>
                  <a:cubicBezTo>
                    <a:pt x="3139" y="13781"/>
                    <a:pt x="3175" y="13792"/>
                    <a:pt x="3215" y="13806"/>
                  </a:cubicBezTo>
                  <a:cubicBezTo>
                    <a:pt x="3287" y="13828"/>
                    <a:pt x="3356" y="13850"/>
                    <a:pt x="3433" y="13871"/>
                  </a:cubicBezTo>
                  <a:cubicBezTo>
                    <a:pt x="3476" y="13886"/>
                    <a:pt x="3527" y="13897"/>
                    <a:pt x="3574" y="13908"/>
                  </a:cubicBezTo>
                  <a:cubicBezTo>
                    <a:pt x="3639" y="13926"/>
                    <a:pt x="3708" y="13944"/>
                    <a:pt x="3781" y="13958"/>
                  </a:cubicBezTo>
                  <a:cubicBezTo>
                    <a:pt x="3832" y="13969"/>
                    <a:pt x="3886" y="13977"/>
                    <a:pt x="3941" y="13991"/>
                  </a:cubicBezTo>
                  <a:cubicBezTo>
                    <a:pt x="4010" y="14006"/>
                    <a:pt x="4075" y="14017"/>
                    <a:pt x="4147" y="14027"/>
                  </a:cubicBezTo>
                  <a:cubicBezTo>
                    <a:pt x="4202" y="14035"/>
                    <a:pt x="4263" y="14046"/>
                    <a:pt x="4318" y="14049"/>
                  </a:cubicBezTo>
                  <a:cubicBezTo>
                    <a:pt x="4383" y="14060"/>
                    <a:pt x="4456" y="14067"/>
                    <a:pt x="4528" y="14078"/>
                  </a:cubicBezTo>
                  <a:cubicBezTo>
                    <a:pt x="4590" y="14082"/>
                    <a:pt x="4648" y="14089"/>
                    <a:pt x="4706" y="14096"/>
                  </a:cubicBezTo>
                  <a:cubicBezTo>
                    <a:pt x="4779" y="14100"/>
                    <a:pt x="4851" y="14107"/>
                    <a:pt x="4924" y="14114"/>
                  </a:cubicBezTo>
                  <a:cubicBezTo>
                    <a:pt x="4989" y="14118"/>
                    <a:pt x="5051" y="14122"/>
                    <a:pt x="5116" y="14122"/>
                  </a:cubicBezTo>
                  <a:cubicBezTo>
                    <a:pt x="5189" y="14125"/>
                    <a:pt x="5265" y="14133"/>
                    <a:pt x="5337" y="14133"/>
                  </a:cubicBezTo>
                  <a:cubicBezTo>
                    <a:pt x="5399" y="14133"/>
                    <a:pt x="5468" y="14136"/>
                    <a:pt x="5533" y="14136"/>
                  </a:cubicBezTo>
                  <a:cubicBezTo>
                    <a:pt x="5588" y="14136"/>
                    <a:pt x="5642" y="14140"/>
                    <a:pt x="5697" y="14140"/>
                  </a:cubicBezTo>
                  <a:lnTo>
                    <a:pt x="5755" y="14140"/>
                  </a:lnTo>
                  <a:cubicBezTo>
                    <a:pt x="5853" y="14140"/>
                    <a:pt x="5958" y="14136"/>
                    <a:pt x="6063" y="14136"/>
                  </a:cubicBezTo>
                  <a:cubicBezTo>
                    <a:pt x="6118" y="14136"/>
                    <a:pt x="6172" y="14133"/>
                    <a:pt x="6230" y="14133"/>
                  </a:cubicBezTo>
                  <a:cubicBezTo>
                    <a:pt x="6368" y="14125"/>
                    <a:pt x="6502" y="14118"/>
                    <a:pt x="6644" y="14107"/>
                  </a:cubicBezTo>
                  <a:cubicBezTo>
                    <a:pt x="6665" y="14107"/>
                    <a:pt x="6687" y="14104"/>
                    <a:pt x="6716" y="14104"/>
                  </a:cubicBezTo>
                  <a:lnTo>
                    <a:pt x="6720" y="14104"/>
                  </a:lnTo>
                  <a:cubicBezTo>
                    <a:pt x="6981" y="14085"/>
                    <a:pt x="7253" y="14053"/>
                    <a:pt x="7533" y="14017"/>
                  </a:cubicBezTo>
                  <a:cubicBezTo>
                    <a:pt x="7551" y="14013"/>
                    <a:pt x="7572" y="14013"/>
                    <a:pt x="7591" y="14013"/>
                  </a:cubicBezTo>
                  <a:cubicBezTo>
                    <a:pt x="7601" y="14013"/>
                    <a:pt x="7612" y="14009"/>
                    <a:pt x="7623" y="14009"/>
                  </a:cubicBezTo>
                  <a:cubicBezTo>
                    <a:pt x="7859" y="13977"/>
                    <a:pt x="8099" y="13940"/>
                    <a:pt x="8338" y="13900"/>
                  </a:cubicBezTo>
                  <a:cubicBezTo>
                    <a:pt x="8360" y="13897"/>
                    <a:pt x="8385" y="13897"/>
                    <a:pt x="8411" y="13890"/>
                  </a:cubicBezTo>
                  <a:cubicBezTo>
                    <a:pt x="8440" y="13886"/>
                    <a:pt x="8465" y="13879"/>
                    <a:pt x="8494" y="13871"/>
                  </a:cubicBezTo>
                  <a:cubicBezTo>
                    <a:pt x="8723" y="13831"/>
                    <a:pt x="8958" y="13788"/>
                    <a:pt x="9194" y="13737"/>
                  </a:cubicBezTo>
                  <a:lnTo>
                    <a:pt x="9205" y="13737"/>
                  </a:lnTo>
                  <a:cubicBezTo>
                    <a:pt x="9220" y="13734"/>
                    <a:pt x="9231" y="13734"/>
                    <a:pt x="9241" y="13726"/>
                  </a:cubicBezTo>
                  <a:cubicBezTo>
                    <a:pt x="9459" y="13683"/>
                    <a:pt x="9677" y="13628"/>
                    <a:pt x="9898" y="13574"/>
                  </a:cubicBezTo>
                  <a:cubicBezTo>
                    <a:pt x="9931" y="13563"/>
                    <a:pt x="9956" y="13559"/>
                    <a:pt x="9989" y="13552"/>
                  </a:cubicBezTo>
                  <a:cubicBezTo>
                    <a:pt x="10018" y="13545"/>
                    <a:pt x="10043" y="13538"/>
                    <a:pt x="10065" y="13527"/>
                  </a:cubicBezTo>
                  <a:cubicBezTo>
                    <a:pt x="10297" y="13469"/>
                    <a:pt x="10529" y="13407"/>
                    <a:pt x="10765" y="13338"/>
                  </a:cubicBezTo>
                  <a:cubicBezTo>
                    <a:pt x="10769" y="13338"/>
                    <a:pt x="10776" y="13334"/>
                    <a:pt x="10783" y="13334"/>
                  </a:cubicBezTo>
                  <a:cubicBezTo>
                    <a:pt x="10802" y="13327"/>
                    <a:pt x="10820" y="13320"/>
                    <a:pt x="10841" y="13316"/>
                  </a:cubicBezTo>
                  <a:cubicBezTo>
                    <a:pt x="11059" y="13251"/>
                    <a:pt x="11273" y="13182"/>
                    <a:pt x="11491" y="13117"/>
                  </a:cubicBezTo>
                  <a:cubicBezTo>
                    <a:pt x="11524" y="13106"/>
                    <a:pt x="11556" y="13099"/>
                    <a:pt x="11585" y="13084"/>
                  </a:cubicBezTo>
                  <a:cubicBezTo>
                    <a:pt x="11607" y="13073"/>
                    <a:pt x="11636" y="13066"/>
                    <a:pt x="11658" y="13055"/>
                  </a:cubicBezTo>
                  <a:cubicBezTo>
                    <a:pt x="11897" y="12979"/>
                    <a:pt x="12140" y="12892"/>
                    <a:pt x="12384" y="12808"/>
                  </a:cubicBezTo>
                  <a:cubicBezTo>
                    <a:pt x="12394" y="12801"/>
                    <a:pt x="12402" y="12801"/>
                    <a:pt x="12413" y="12797"/>
                  </a:cubicBezTo>
                  <a:cubicBezTo>
                    <a:pt x="12434" y="12790"/>
                    <a:pt x="12460" y="12779"/>
                    <a:pt x="12485" y="12772"/>
                  </a:cubicBezTo>
                  <a:cubicBezTo>
                    <a:pt x="12721" y="12685"/>
                    <a:pt x="12950" y="12598"/>
                    <a:pt x="13185" y="12504"/>
                  </a:cubicBezTo>
                  <a:cubicBezTo>
                    <a:pt x="13218" y="12489"/>
                    <a:pt x="13247" y="12482"/>
                    <a:pt x="13276" y="12467"/>
                  </a:cubicBezTo>
                  <a:cubicBezTo>
                    <a:pt x="13291" y="12464"/>
                    <a:pt x="13305" y="12453"/>
                    <a:pt x="13320" y="12449"/>
                  </a:cubicBezTo>
                  <a:cubicBezTo>
                    <a:pt x="13584" y="12340"/>
                    <a:pt x="13853" y="12231"/>
                    <a:pt x="14118" y="12112"/>
                  </a:cubicBezTo>
                  <a:cubicBezTo>
                    <a:pt x="14143" y="12104"/>
                    <a:pt x="14165" y="12090"/>
                    <a:pt x="14194" y="12083"/>
                  </a:cubicBezTo>
                  <a:cubicBezTo>
                    <a:pt x="14216" y="12072"/>
                    <a:pt x="14238" y="12057"/>
                    <a:pt x="14263" y="12050"/>
                  </a:cubicBezTo>
                  <a:cubicBezTo>
                    <a:pt x="14557" y="11919"/>
                    <a:pt x="14851" y="11782"/>
                    <a:pt x="15141" y="11640"/>
                  </a:cubicBezTo>
                  <a:cubicBezTo>
                    <a:pt x="15159" y="11633"/>
                    <a:pt x="15181" y="11622"/>
                    <a:pt x="15199" y="11615"/>
                  </a:cubicBezTo>
                  <a:cubicBezTo>
                    <a:pt x="15217" y="11604"/>
                    <a:pt x="15243" y="11593"/>
                    <a:pt x="15261" y="11582"/>
                  </a:cubicBezTo>
                  <a:cubicBezTo>
                    <a:pt x="15613" y="11404"/>
                    <a:pt x="15968" y="11223"/>
                    <a:pt x="16313" y="11034"/>
                  </a:cubicBezTo>
                  <a:cubicBezTo>
                    <a:pt x="16331" y="11023"/>
                    <a:pt x="16353" y="11012"/>
                    <a:pt x="16371" y="11001"/>
                  </a:cubicBezTo>
                  <a:cubicBezTo>
                    <a:pt x="16389" y="10994"/>
                    <a:pt x="16407" y="10980"/>
                    <a:pt x="16425" y="10969"/>
                  </a:cubicBezTo>
                  <a:cubicBezTo>
                    <a:pt x="16668" y="10835"/>
                    <a:pt x="16915" y="10693"/>
                    <a:pt x="17158" y="10548"/>
                  </a:cubicBezTo>
                  <a:lnTo>
                    <a:pt x="17296" y="10468"/>
                  </a:lnTo>
                  <a:cubicBezTo>
                    <a:pt x="17546" y="10316"/>
                    <a:pt x="17793" y="10160"/>
                    <a:pt x="18040" y="10000"/>
                  </a:cubicBezTo>
                  <a:cubicBezTo>
                    <a:pt x="18065" y="9982"/>
                    <a:pt x="18098" y="9964"/>
                    <a:pt x="18127" y="9946"/>
                  </a:cubicBezTo>
                  <a:cubicBezTo>
                    <a:pt x="18218" y="9888"/>
                    <a:pt x="18305" y="9822"/>
                    <a:pt x="18396" y="9761"/>
                  </a:cubicBezTo>
                  <a:cubicBezTo>
                    <a:pt x="18530" y="9663"/>
                    <a:pt x="18671" y="9572"/>
                    <a:pt x="18802" y="9478"/>
                  </a:cubicBezTo>
                  <a:cubicBezTo>
                    <a:pt x="18907" y="9405"/>
                    <a:pt x="19001" y="9329"/>
                    <a:pt x="19103" y="9256"/>
                  </a:cubicBezTo>
                  <a:cubicBezTo>
                    <a:pt x="19223" y="9166"/>
                    <a:pt x="19350" y="9071"/>
                    <a:pt x="19469" y="8981"/>
                  </a:cubicBezTo>
                  <a:cubicBezTo>
                    <a:pt x="19564" y="8901"/>
                    <a:pt x="19658" y="8828"/>
                    <a:pt x="19749" y="8752"/>
                  </a:cubicBezTo>
                  <a:cubicBezTo>
                    <a:pt x="19861" y="8661"/>
                    <a:pt x="19977" y="8571"/>
                    <a:pt x="20086" y="8480"/>
                  </a:cubicBezTo>
                  <a:cubicBezTo>
                    <a:pt x="20177" y="8404"/>
                    <a:pt x="20264" y="8327"/>
                    <a:pt x="20348" y="8248"/>
                  </a:cubicBezTo>
                  <a:cubicBezTo>
                    <a:pt x="20453" y="8157"/>
                    <a:pt x="20554" y="8066"/>
                    <a:pt x="20649" y="7975"/>
                  </a:cubicBezTo>
                  <a:cubicBezTo>
                    <a:pt x="20670" y="7954"/>
                    <a:pt x="20696" y="7932"/>
                    <a:pt x="20721" y="7914"/>
                  </a:cubicBezTo>
                  <a:cubicBezTo>
                    <a:pt x="20837" y="7801"/>
                    <a:pt x="20950" y="7692"/>
                    <a:pt x="21059" y="7576"/>
                  </a:cubicBezTo>
                  <a:lnTo>
                    <a:pt x="21128" y="7511"/>
                  </a:lnTo>
                  <a:cubicBezTo>
                    <a:pt x="21265" y="7370"/>
                    <a:pt x="21396" y="7232"/>
                    <a:pt x="21519" y="7094"/>
                  </a:cubicBezTo>
                  <a:cubicBezTo>
                    <a:pt x="21527" y="7079"/>
                    <a:pt x="21541" y="7068"/>
                    <a:pt x="21548" y="7058"/>
                  </a:cubicBezTo>
                  <a:cubicBezTo>
                    <a:pt x="21639" y="6956"/>
                    <a:pt x="21726" y="6851"/>
                    <a:pt x="21810" y="6753"/>
                  </a:cubicBezTo>
                  <a:cubicBezTo>
                    <a:pt x="21835" y="6716"/>
                    <a:pt x="21864" y="6684"/>
                    <a:pt x="21890" y="6648"/>
                  </a:cubicBezTo>
                  <a:cubicBezTo>
                    <a:pt x="21929" y="6597"/>
                    <a:pt x="21966" y="6553"/>
                    <a:pt x="22002" y="6502"/>
                  </a:cubicBezTo>
                  <a:cubicBezTo>
                    <a:pt x="22085" y="6397"/>
                    <a:pt x="22158" y="6296"/>
                    <a:pt x="22231" y="6194"/>
                  </a:cubicBezTo>
                  <a:cubicBezTo>
                    <a:pt x="22263" y="6154"/>
                    <a:pt x="22292" y="6107"/>
                    <a:pt x="22321" y="6067"/>
                  </a:cubicBezTo>
                  <a:lnTo>
                    <a:pt x="22361" y="6013"/>
                  </a:lnTo>
                  <a:cubicBezTo>
                    <a:pt x="22437" y="5897"/>
                    <a:pt x="22506" y="5780"/>
                    <a:pt x="22575" y="5668"/>
                  </a:cubicBezTo>
                  <a:cubicBezTo>
                    <a:pt x="22590" y="5643"/>
                    <a:pt x="22601" y="5617"/>
                    <a:pt x="22619" y="5592"/>
                  </a:cubicBezTo>
                  <a:cubicBezTo>
                    <a:pt x="22651" y="5534"/>
                    <a:pt x="22688" y="5472"/>
                    <a:pt x="22720" y="5418"/>
                  </a:cubicBezTo>
                  <a:cubicBezTo>
                    <a:pt x="22757" y="5345"/>
                    <a:pt x="22793" y="5280"/>
                    <a:pt x="22826" y="5211"/>
                  </a:cubicBezTo>
                  <a:cubicBezTo>
                    <a:pt x="22829" y="5200"/>
                    <a:pt x="22833" y="5193"/>
                    <a:pt x="22836" y="5178"/>
                  </a:cubicBezTo>
                  <a:cubicBezTo>
                    <a:pt x="22880" y="5087"/>
                    <a:pt x="22920" y="5000"/>
                    <a:pt x="22956" y="4910"/>
                  </a:cubicBezTo>
                  <a:lnTo>
                    <a:pt x="22982" y="4830"/>
                  </a:lnTo>
                  <a:cubicBezTo>
                    <a:pt x="23014" y="4754"/>
                    <a:pt x="23036" y="4674"/>
                    <a:pt x="23065" y="4598"/>
                  </a:cubicBezTo>
                  <a:cubicBezTo>
                    <a:pt x="23080" y="4554"/>
                    <a:pt x="23098" y="4507"/>
                    <a:pt x="23109" y="4463"/>
                  </a:cubicBezTo>
                  <a:cubicBezTo>
                    <a:pt x="23119" y="4434"/>
                    <a:pt x="23119" y="4413"/>
                    <a:pt x="23127" y="4384"/>
                  </a:cubicBezTo>
                  <a:cubicBezTo>
                    <a:pt x="23145" y="4318"/>
                    <a:pt x="23159" y="4253"/>
                    <a:pt x="23174" y="4184"/>
                  </a:cubicBezTo>
                  <a:cubicBezTo>
                    <a:pt x="23181" y="4140"/>
                    <a:pt x="23196" y="4093"/>
                    <a:pt x="23207" y="4050"/>
                  </a:cubicBezTo>
                  <a:cubicBezTo>
                    <a:pt x="23210" y="4021"/>
                    <a:pt x="23210" y="3995"/>
                    <a:pt x="23214" y="3966"/>
                  </a:cubicBezTo>
                  <a:cubicBezTo>
                    <a:pt x="23225" y="3908"/>
                    <a:pt x="23228" y="3850"/>
                    <a:pt x="23232" y="3792"/>
                  </a:cubicBezTo>
                  <a:cubicBezTo>
                    <a:pt x="23236" y="3749"/>
                    <a:pt x="23243" y="3709"/>
                    <a:pt x="23243" y="3669"/>
                  </a:cubicBezTo>
                  <a:cubicBezTo>
                    <a:pt x="23243" y="3636"/>
                    <a:pt x="23239" y="3611"/>
                    <a:pt x="23239" y="3578"/>
                  </a:cubicBezTo>
                  <a:cubicBezTo>
                    <a:pt x="23239" y="3524"/>
                    <a:pt x="23232" y="3469"/>
                    <a:pt x="23228" y="3411"/>
                  </a:cubicBezTo>
                  <a:cubicBezTo>
                    <a:pt x="23210" y="3382"/>
                    <a:pt x="23214" y="3346"/>
                    <a:pt x="23210" y="331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442038" y="1107539"/>
              <a:ext cx="735921" cy="438941"/>
            </a:xfrm>
            <a:custGeom>
              <a:avLst/>
              <a:gdLst/>
              <a:ahLst/>
              <a:cxnLst/>
              <a:rect l="l" t="t" r="r" b="b"/>
              <a:pathLst>
                <a:path w="25246" h="15058" extrusionOk="0">
                  <a:moveTo>
                    <a:pt x="22006" y="1375"/>
                  </a:moveTo>
                  <a:cubicBezTo>
                    <a:pt x="18773" y="0"/>
                    <a:pt x="11930" y="1640"/>
                    <a:pt x="6756" y="5033"/>
                  </a:cubicBezTo>
                  <a:cubicBezTo>
                    <a:pt x="1579" y="8425"/>
                    <a:pt x="1" y="12300"/>
                    <a:pt x="3237" y="13679"/>
                  </a:cubicBezTo>
                  <a:cubicBezTo>
                    <a:pt x="6470" y="15057"/>
                    <a:pt x="13313" y="13417"/>
                    <a:pt x="18487" y="10025"/>
                  </a:cubicBezTo>
                  <a:cubicBezTo>
                    <a:pt x="23664" y="6633"/>
                    <a:pt x="25246" y="2754"/>
                    <a:pt x="22006" y="1375"/>
                  </a:cubicBezTo>
                  <a:close/>
                  <a:moveTo>
                    <a:pt x="15693" y="8835"/>
                  </a:moveTo>
                  <a:cubicBezTo>
                    <a:pt x="12743" y="10769"/>
                    <a:pt x="8970" y="11756"/>
                    <a:pt x="7272" y="11037"/>
                  </a:cubicBezTo>
                  <a:cubicBezTo>
                    <a:pt x="5574" y="10315"/>
                    <a:pt x="6600" y="8156"/>
                    <a:pt x="9547" y="6223"/>
                  </a:cubicBezTo>
                  <a:cubicBezTo>
                    <a:pt x="12496" y="4292"/>
                    <a:pt x="16273" y="3302"/>
                    <a:pt x="17971" y="4024"/>
                  </a:cubicBezTo>
                  <a:cubicBezTo>
                    <a:pt x="19666" y="4746"/>
                    <a:pt x="18643" y="6905"/>
                    <a:pt x="15693" y="883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2426650" y="1330950"/>
            <a:ext cx="4290600" cy="21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2426750" y="3403050"/>
            <a:ext cx="4290600" cy="4095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1096525" y="2417050"/>
            <a:ext cx="4969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2989400" y="1191100"/>
            <a:ext cx="1184100" cy="1179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1096525" y="3411250"/>
            <a:ext cx="4969800" cy="411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527249" y="122339"/>
            <a:ext cx="330790" cy="48462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64075" y="2773989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8428912" y="347614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459284" y="4735521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2334305" y="122151"/>
            <a:ext cx="1468124" cy="155446"/>
          </a:xfrm>
          <a:custGeom>
            <a:avLst/>
            <a:gdLst/>
            <a:ahLst/>
            <a:cxnLst/>
            <a:rect l="l" t="t" r="r" b="b"/>
            <a:pathLst>
              <a:path w="46860" h="4889" extrusionOk="0">
                <a:moveTo>
                  <a:pt x="1" y="1"/>
                </a:moveTo>
                <a:lnTo>
                  <a:pt x="46859" y="1"/>
                </a:lnTo>
                <a:lnTo>
                  <a:pt x="46859" y="4888"/>
                </a:lnTo>
                <a:lnTo>
                  <a:pt x="1" y="48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79256" y="2094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8600306" y="307694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278345" y="3902177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8262470" y="1746527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" name="Google Shape;38;p3"/>
          <p:cNvGrpSpPr/>
          <p:nvPr/>
        </p:nvGrpSpPr>
        <p:grpSpPr>
          <a:xfrm>
            <a:off x="-572858" y="999750"/>
            <a:ext cx="998410" cy="923544"/>
            <a:chOff x="2506538" y="1118529"/>
            <a:chExt cx="507064" cy="468994"/>
          </a:xfrm>
        </p:grpSpPr>
        <p:sp>
          <p:nvSpPr>
            <p:cNvPr id="39" name="Google Shape;39;p3"/>
            <p:cNvSpPr/>
            <p:nvPr/>
          </p:nvSpPr>
          <p:spPr>
            <a:xfrm>
              <a:off x="2739009" y="1181872"/>
              <a:ext cx="274593" cy="405651"/>
            </a:xfrm>
            <a:custGeom>
              <a:avLst/>
              <a:gdLst/>
              <a:ahLst/>
              <a:cxnLst/>
              <a:rect l="l" t="t" r="r" b="b"/>
              <a:pathLst>
                <a:path w="9420" h="13916" extrusionOk="0">
                  <a:moveTo>
                    <a:pt x="6677" y="1"/>
                  </a:moveTo>
                  <a:lnTo>
                    <a:pt x="1" y="5966"/>
                  </a:lnTo>
                  <a:lnTo>
                    <a:pt x="2744" y="13915"/>
                  </a:lnTo>
                  <a:lnTo>
                    <a:pt x="9420" y="794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506538" y="1292496"/>
              <a:ext cx="312459" cy="295027"/>
            </a:xfrm>
            <a:custGeom>
              <a:avLst/>
              <a:gdLst/>
              <a:ahLst/>
              <a:cxnLst/>
              <a:rect l="l" t="t" r="r" b="b"/>
              <a:pathLst>
                <a:path w="10719" h="10121" extrusionOk="0">
                  <a:moveTo>
                    <a:pt x="7976" y="2171"/>
                  </a:moveTo>
                  <a:lnTo>
                    <a:pt x="1" y="1"/>
                  </a:lnTo>
                  <a:lnTo>
                    <a:pt x="2748" y="7947"/>
                  </a:lnTo>
                  <a:lnTo>
                    <a:pt x="10719" y="10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2506538" y="1118529"/>
              <a:ext cx="427106" cy="237252"/>
            </a:xfrm>
            <a:custGeom>
              <a:avLst/>
              <a:gdLst/>
              <a:ahLst/>
              <a:cxnLst/>
              <a:rect l="l" t="t" r="r" b="b"/>
              <a:pathLst>
                <a:path w="14652" h="8139" extrusionOk="0">
                  <a:moveTo>
                    <a:pt x="6677" y="0"/>
                  </a:moveTo>
                  <a:lnTo>
                    <a:pt x="1" y="5969"/>
                  </a:lnTo>
                  <a:lnTo>
                    <a:pt x="7976" y="8139"/>
                  </a:lnTo>
                  <a:lnTo>
                    <a:pt x="14652" y="217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5"/>
          <p:cNvGrpSpPr/>
          <p:nvPr/>
        </p:nvGrpSpPr>
        <p:grpSpPr>
          <a:xfrm>
            <a:off x="1119530" y="275608"/>
            <a:ext cx="2723273" cy="155452"/>
            <a:chOff x="2434537" y="2460245"/>
            <a:chExt cx="2020532" cy="113510"/>
          </a:xfrm>
        </p:grpSpPr>
        <p:sp>
          <p:nvSpPr>
            <p:cNvPr id="60" name="Google Shape;60;p5"/>
            <p:cNvSpPr/>
            <p:nvPr/>
          </p:nvSpPr>
          <p:spPr>
            <a:xfrm>
              <a:off x="2675549" y="2460245"/>
              <a:ext cx="1779520" cy="113510"/>
            </a:xfrm>
            <a:custGeom>
              <a:avLst/>
              <a:gdLst/>
              <a:ahLst/>
              <a:cxnLst/>
              <a:rect l="l" t="t" r="r" b="b"/>
              <a:pathLst>
                <a:path w="61047" h="3894" extrusionOk="0">
                  <a:moveTo>
                    <a:pt x="1" y="0"/>
                  </a:moveTo>
                  <a:lnTo>
                    <a:pt x="61046" y="0"/>
                  </a:lnTo>
                  <a:lnTo>
                    <a:pt x="61046" y="3893"/>
                  </a:lnTo>
                  <a:lnTo>
                    <a:pt x="1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434537" y="2460245"/>
              <a:ext cx="127473" cy="113510"/>
            </a:xfrm>
            <a:custGeom>
              <a:avLst/>
              <a:gdLst/>
              <a:ahLst/>
              <a:cxnLst/>
              <a:rect l="l" t="t" r="r" b="b"/>
              <a:pathLst>
                <a:path w="4373" h="3894" extrusionOk="0">
                  <a:moveTo>
                    <a:pt x="0" y="0"/>
                  </a:moveTo>
                  <a:lnTo>
                    <a:pt x="4372" y="0"/>
                  </a:lnTo>
                  <a:lnTo>
                    <a:pt x="4372" y="3893"/>
                  </a:lnTo>
                  <a:lnTo>
                    <a:pt x="0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5"/>
          <p:cNvSpPr/>
          <p:nvPr/>
        </p:nvSpPr>
        <p:spPr>
          <a:xfrm>
            <a:off x="152323" y="4243215"/>
            <a:ext cx="615389" cy="484617"/>
          </a:xfrm>
          <a:custGeom>
            <a:avLst/>
            <a:gdLst/>
            <a:ahLst/>
            <a:cxnLst/>
            <a:rect l="l" t="t" r="r" b="b"/>
            <a:pathLst>
              <a:path w="17961" h="14100" extrusionOk="0">
                <a:moveTo>
                  <a:pt x="0" y="0"/>
                </a:moveTo>
                <a:lnTo>
                  <a:pt x="9390" y="14100"/>
                </a:lnTo>
                <a:lnTo>
                  <a:pt x="17960" y="375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8455709" y="4261691"/>
            <a:ext cx="303767" cy="44803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32784" y="1173566"/>
            <a:ext cx="303767" cy="44803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822272" y="4770846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471994" y="32273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671156" y="462499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186344" y="28884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614745" y="1060764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7017301" y="-69882"/>
            <a:ext cx="932706" cy="621774"/>
            <a:chOff x="1442038" y="1107539"/>
            <a:chExt cx="735921" cy="493393"/>
          </a:xfrm>
        </p:grpSpPr>
        <p:sp>
          <p:nvSpPr>
            <p:cNvPr id="71" name="Google Shape;71;p5"/>
            <p:cNvSpPr/>
            <p:nvPr/>
          </p:nvSpPr>
          <p:spPr>
            <a:xfrm>
              <a:off x="1630289" y="1217843"/>
              <a:ext cx="387987" cy="261038"/>
            </a:xfrm>
            <a:custGeom>
              <a:avLst/>
              <a:gdLst/>
              <a:ahLst/>
              <a:cxnLst/>
              <a:rect l="l" t="t" r="r" b="b"/>
              <a:pathLst>
                <a:path w="13310" h="8955" extrusionOk="0">
                  <a:moveTo>
                    <a:pt x="12257" y="926"/>
                  </a:moveTo>
                  <a:cubicBezTo>
                    <a:pt x="12145" y="635"/>
                    <a:pt x="11898" y="399"/>
                    <a:pt x="11517" y="236"/>
                  </a:cubicBezTo>
                  <a:cubicBezTo>
                    <a:pt x="11419" y="196"/>
                    <a:pt x="11310" y="160"/>
                    <a:pt x="11194" y="127"/>
                  </a:cubicBezTo>
                  <a:cubicBezTo>
                    <a:pt x="11158" y="116"/>
                    <a:pt x="11118" y="109"/>
                    <a:pt x="11078" y="98"/>
                  </a:cubicBezTo>
                  <a:cubicBezTo>
                    <a:pt x="10994" y="80"/>
                    <a:pt x="10918" y="62"/>
                    <a:pt x="10831" y="51"/>
                  </a:cubicBezTo>
                  <a:cubicBezTo>
                    <a:pt x="10784" y="40"/>
                    <a:pt x="10730" y="37"/>
                    <a:pt x="10679" y="33"/>
                  </a:cubicBezTo>
                  <a:cubicBezTo>
                    <a:pt x="10595" y="22"/>
                    <a:pt x="10516" y="15"/>
                    <a:pt x="10428" y="8"/>
                  </a:cubicBezTo>
                  <a:cubicBezTo>
                    <a:pt x="10370" y="4"/>
                    <a:pt x="10312" y="4"/>
                    <a:pt x="10251" y="4"/>
                  </a:cubicBezTo>
                  <a:cubicBezTo>
                    <a:pt x="10204" y="4"/>
                    <a:pt x="10160" y="0"/>
                    <a:pt x="10113" y="0"/>
                  </a:cubicBezTo>
                  <a:cubicBezTo>
                    <a:pt x="10080" y="0"/>
                    <a:pt x="10044" y="4"/>
                    <a:pt x="10011" y="4"/>
                  </a:cubicBezTo>
                  <a:cubicBezTo>
                    <a:pt x="9921" y="4"/>
                    <a:pt x="9830" y="8"/>
                    <a:pt x="9735" y="15"/>
                  </a:cubicBezTo>
                  <a:cubicBezTo>
                    <a:pt x="9688" y="19"/>
                    <a:pt x="9645" y="15"/>
                    <a:pt x="9598" y="19"/>
                  </a:cubicBezTo>
                  <a:cubicBezTo>
                    <a:pt x="9561" y="22"/>
                    <a:pt x="9525" y="26"/>
                    <a:pt x="9496" y="26"/>
                  </a:cubicBezTo>
                  <a:cubicBezTo>
                    <a:pt x="9431" y="33"/>
                    <a:pt x="9362" y="40"/>
                    <a:pt x="9296" y="51"/>
                  </a:cubicBezTo>
                  <a:cubicBezTo>
                    <a:pt x="9246" y="55"/>
                    <a:pt x="9199" y="58"/>
                    <a:pt x="9151" y="62"/>
                  </a:cubicBezTo>
                  <a:cubicBezTo>
                    <a:pt x="9097" y="73"/>
                    <a:pt x="9042" y="80"/>
                    <a:pt x="8988" y="87"/>
                  </a:cubicBezTo>
                  <a:cubicBezTo>
                    <a:pt x="8934" y="95"/>
                    <a:pt x="8872" y="106"/>
                    <a:pt x="8818" y="113"/>
                  </a:cubicBezTo>
                  <a:lnTo>
                    <a:pt x="8723" y="127"/>
                  </a:lnTo>
                  <a:cubicBezTo>
                    <a:pt x="8625" y="146"/>
                    <a:pt x="8524" y="164"/>
                    <a:pt x="8426" y="185"/>
                  </a:cubicBezTo>
                  <a:cubicBezTo>
                    <a:pt x="8393" y="189"/>
                    <a:pt x="8360" y="200"/>
                    <a:pt x="8324" y="204"/>
                  </a:cubicBezTo>
                  <a:cubicBezTo>
                    <a:pt x="8317" y="204"/>
                    <a:pt x="8306" y="207"/>
                    <a:pt x="8299" y="207"/>
                  </a:cubicBezTo>
                  <a:cubicBezTo>
                    <a:pt x="8157" y="240"/>
                    <a:pt x="8016" y="273"/>
                    <a:pt x="7871" y="309"/>
                  </a:cubicBezTo>
                  <a:lnTo>
                    <a:pt x="7816" y="323"/>
                  </a:lnTo>
                  <a:cubicBezTo>
                    <a:pt x="7773" y="334"/>
                    <a:pt x="7725" y="345"/>
                    <a:pt x="7682" y="360"/>
                  </a:cubicBezTo>
                  <a:cubicBezTo>
                    <a:pt x="7598" y="381"/>
                    <a:pt x="7519" y="399"/>
                    <a:pt x="7435" y="425"/>
                  </a:cubicBezTo>
                  <a:cubicBezTo>
                    <a:pt x="7392" y="439"/>
                    <a:pt x="7341" y="458"/>
                    <a:pt x="7290" y="472"/>
                  </a:cubicBezTo>
                  <a:lnTo>
                    <a:pt x="7112" y="526"/>
                  </a:lnTo>
                  <a:lnTo>
                    <a:pt x="6978" y="566"/>
                  </a:lnTo>
                  <a:cubicBezTo>
                    <a:pt x="6895" y="595"/>
                    <a:pt x="6807" y="624"/>
                    <a:pt x="6728" y="653"/>
                  </a:cubicBezTo>
                  <a:lnTo>
                    <a:pt x="6564" y="708"/>
                  </a:lnTo>
                  <a:cubicBezTo>
                    <a:pt x="6546" y="715"/>
                    <a:pt x="6524" y="722"/>
                    <a:pt x="6506" y="730"/>
                  </a:cubicBezTo>
                  <a:cubicBezTo>
                    <a:pt x="6361" y="780"/>
                    <a:pt x="6220" y="839"/>
                    <a:pt x="6075" y="893"/>
                  </a:cubicBezTo>
                  <a:cubicBezTo>
                    <a:pt x="6053" y="904"/>
                    <a:pt x="6035" y="911"/>
                    <a:pt x="6013" y="915"/>
                  </a:cubicBezTo>
                  <a:cubicBezTo>
                    <a:pt x="6006" y="915"/>
                    <a:pt x="6006" y="915"/>
                    <a:pt x="6002" y="922"/>
                  </a:cubicBezTo>
                  <a:cubicBezTo>
                    <a:pt x="5821" y="995"/>
                    <a:pt x="5639" y="1071"/>
                    <a:pt x="5458" y="1147"/>
                  </a:cubicBezTo>
                  <a:cubicBezTo>
                    <a:pt x="5454" y="1151"/>
                    <a:pt x="5443" y="1151"/>
                    <a:pt x="5440" y="1158"/>
                  </a:cubicBezTo>
                  <a:cubicBezTo>
                    <a:pt x="5316" y="1212"/>
                    <a:pt x="5200" y="1270"/>
                    <a:pt x="5077" y="1325"/>
                  </a:cubicBezTo>
                  <a:cubicBezTo>
                    <a:pt x="5001" y="1361"/>
                    <a:pt x="4921" y="1394"/>
                    <a:pt x="4848" y="1430"/>
                  </a:cubicBezTo>
                  <a:cubicBezTo>
                    <a:pt x="4845" y="1430"/>
                    <a:pt x="4841" y="1434"/>
                    <a:pt x="4837" y="1434"/>
                  </a:cubicBezTo>
                  <a:cubicBezTo>
                    <a:pt x="4612" y="1542"/>
                    <a:pt x="4391" y="1658"/>
                    <a:pt x="4173" y="1778"/>
                  </a:cubicBezTo>
                  <a:cubicBezTo>
                    <a:pt x="4155" y="1785"/>
                    <a:pt x="4144" y="1796"/>
                    <a:pt x="4126" y="1804"/>
                  </a:cubicBezTo>
                  <a:cubicBezTo>
                    <a:pt x="4021" y="1865"/>
                    <a:pt x="3919" y="1923"/>
                    <a:pt x="3818" y="1981"/>
                  </a:cubicBezTo>
                  <a:cubicBezTo>
                    <a:pt x="3756" y="2018"/>
                    <a:pt x="3694" y="2050"/>
                    <a:pt x="3636" y="2087"/>
                  </a:cubicBezTo>
                  <a:cubicBezTo>
                    <a:pt x="3455" y="2195"/>
                    <a:pt x="3274" y="2304"/>
                    <a:pt x="3099" y="2420"/>
                  </a:cubicBezTo>
                  <a:cubicBezTo>
                    <a:pt x="3081" y="2435"/>
                    <a:pt x="3063" y="2446"/>
                    <a:pt x="3049" y="2457"/>
                  </a:cubicBezTo>
                  <a:cubicBezTo>
                    <a:pt x="3005" y="2489"/>
                    <a:pt x="2958" y="2522"/>
                    <a:pt x="2914" y="2547"/>
                  </a:cubicBezTo>
                  <a:cubicBezTo>
                    <a:pt x="2824" y="2613"/>
                    <a:pt x="2733" y="2671"/>
                    <a:pt x="2642" y="2736"/>
                  </a:cubicBezTo>
                  <a:cubicBezTo>
                    <a:pt x="2584" y="2776"/>
                    <a:pt x="2533" y="2816"/>
                    <a:pt x="2475" y="2856"/>
                  </a:cubicBezTo>
                  <a:cubicBezTo>
                    <a:pt x="2392" y="2917"/>
                    <a:pt x="2316" y="2976"/>
                    <a:pt x="2240" y="3034"/>
                  </a:cubicBezTo>
                  <a:cubicBezTo>
                    <a:pt x="2185" y="3074"/>
                    <a:pt x="2131" y="3121"/>
                    <a:pt x="2076" y="3161"/>
                  </a:cubicBezTo>
                  <a:cubicBezTo>
                    <a:pt x="2004" y="3219"/>
                    <a:pt x="1935" y="3273"/>
                    <a:pt x="1866" y="3335"/>
                  </a:cubicBezTo>
                  <a:cubicBezTo>
                    <a:pt x="1815" y="3378"/>
                    <a:pt x="1768" y="3418"/>
                    <a:pt x="1717" y="3465"/>
                  </a:cubicBezTo>
                  <a:cubicBezTo>
                    <a:pt x="1652" y="3520"/>
                    <a:pt x="1590" y="3578"/>
                    <a:pt x="1532" y="3632"/>
                  </a:cubicBezTo>
                  <a:cubicBezTo>
                    <a:pt x="1507" y="3654"/>
                    <a:pt x="1485" y="3672"/>
                    <a:pt x="1463" y="3698"/>
                  </a:cubicBezTo>
                  <a:cubicBezTo>
                    <a:pt x="1441" y="3716"/>
                    <a:pt x="1423" y="3737"/>
                    <a:pt x="1405" y="3756"/>
                  </a:cubicBezTo>
                  <a:cubicBezTo>
                    <a:pt x="1325" y="3832"/>
                    <a:pt x="1249" y="3904"/>
                    <a:pt x="1176" y="3981"/>
                  </a:cubicBezTo>
                  <a:cubicBezTo>
                    <a:pt x="1144" y="4017"/>
                    <a:pt x="1108" y="4050"/>
                    <a:pt x="1078" y="4086"/>
                  </a:cubicBezTo>
                  <a:cubicBezTo>
                    <a:pt x="981" y="4187"/>
                    <a:pt x="897" y="4285"/>
                    <a:pt x="814" y="4387"/>
                  </a:cubicBezTo>
                  <a:cubicBezTo>
                    <a:pt x="810" y="4391"/>
                    <a:pt x="806" y="4398"/>
                    <a:pt x="795" y="4405"/>
                  </a:cubicBezTo>
                  <a:lnTo>
                    <a:pt x="792" y="4409"/>
                  </a:lnTo>
                  <a:cubicBezTo>
                    <a:pt x="788" y="4416"/>
                    <a:pt x="781" y="4423"/>
                    <a:pt x="774" y="4430"/>
                  </a:cubicBezTo>
                  <a:cubicBezTo>
                    <a:pt x="708" y="4507"/>
                    <a:pt x="650" y="4586"/>
                    <a:pt x="596" y="4659"/>
                  </a:cubicBezTo>
                  <a:cubicBezTo>
                    <a:pt x="578" y="4684"/>
                    <a:pt x="560" y="4706"/>
                    <a:pt x="542" y="4735"/>
                  </a:cubicBezTo>
                  <a:cubicBezTo>
                    <a:pt x="520" y="4768"/>
                    <a:pt x="498" y="4797"/>
                    <a:pt x="473" y="4833"/>
                  </a:cubicBezTo>
                  <a:cubicBezTo>
                    <a:pt x="465" y="4851"/>
                    <a:pt x="454" y="4866"/>
                    <a:pt x="447" y="4880"/>
                  </a:cubicBezTo>
                  <a:cubicBezTo>
                    <a:pt x="396" y="4957"/>
                    <a:pt x="356" y="5029"/>
                    <a:pt x="317" y="5102"/>
                  </a:cubicBezTo>
                  <a:cubicBezTo>
                    <a:pt x="306" y="5120"/>
                    <a:pt x="288" y="5142"/>
                    <a:pt x="280" y="5167"/>
                  </a:cubicBezTo>
                  <a:cubicBezTo>
                    <a:pt x="273" y="5174"/>
                    <a:pt x="273" y="5178"/>
                    <a:pt x="269" y="5189"/>
                  </a:cubicBezTo>
                  <a:cubicBezTo>
                    <a:pt x="237" y="5250"/>
                    <a:pt x="211" y="5316"/>
                    <a:pt x="182" y="5374"/>
                  </a:cubicBezTo>
                  <a:cubicBezTo>
                    <a:pt x="175" y="5396"/>
                    <a:pt x="161" y="5421"/>
                    <a:pt x="153" y="5443"/>
                  </a:cubicBezTo>
                  <a:cubicBezTo>
                    <a:pt x="153" y="5446"/>
                    <a:pt x="153" y="5446"/>
                    <a:pt x="146" y="5450"/>
                  </a:cubicBezTo>
                  <a:cubicBezTo>
                    <a:pt x="128" y="5494"/>
                    <a:pt x="121" y="5533"/>
                    <a:pt x="106" y="5573"/>
                  </a:cubicBezTo>
                  <a:cubicBezTo>
                    <a:pt x="92" y="5610"/>
                    <a:pt x="81" y="5650"/>
                    <a:pt x="66" y="5686"/>
                  </a:cubicBezTo>
                  <a:lnTo>
                    <a:pt x="66" y="5697"/>
                  </a:lnTo>
                  <a:cubicBezTo>
                    <a:pt x="55" y="5722"/>
                    <a:pt x="55" y="5751"/>
                    <a:pt x="48" y="5773"/>
                  </a:cubicBezTo>
                  <a:cubicBezTo>
                    <a:pt x="37" y="5813"/>
                    <a:pt x="26" y="5860"/>
                    <a:pt x="19" y="5900"/>
                  </a:cubicBezTo>
                  <a:lnTo>
                    <a:pt x="19" y="5918"/>
                  </a:lnTo>
                  <a:cubicBezTo>
                    <a:pt x="15" y="5947"/>
                    <a:pt x="15" y="5969"/>
                    <a:pt x="12" y="5994"/>
                  </a:cubicBezTo>
                  <a:cubicBezTo>
                    <a:pt x="8" y="6031"/>
                    <a:pt x="1" y="6067"/>
                    <a:pt x="1" y="6099"/>
                  </a:cubicBezTo>
                  <a:lnTo>
                    <a:pt x="1" y="6132"/>
                  </a:lnTo>
                  <a:cubicBezTo>
                    <a:pt x="1" y="6158"/>
                    <a:pt x="1" y="6183"/>
                    <a:pt x="5" y="6208"/>
                  </a:cubicBezTo>
                  <a:cubicBezTo>
                    <a:pt x="5" y="6237"/>
                    <a:pt x="5" y="6259"/>
                    <a:pt x="12" y="6284"/>
                  </a:cubicBezTo>
                  <a:cubicBezTo>
                    <a:pt x="12" y="6299"/>
                    <a:pt x="15" y="6317"/>
                    <a:pt x="19" y="6332"/>
                  </a:cubicBezTo>
                  <a:cubicBezTo>
                    <a:pt x="23" y="6353"/>
                    <a:pt x="30" y="6379"/>
                    <a:pt x="34" y="6404"/>
                  </a:cubicBezTo>
                  <a:cubicBezTo>
                    <a:pt x="37" y="6422"/>
                    <a:pt x="37" y="6441"/>
                    <a:pt x="41" y="6459"/>
                  </a:cubicBezTo>
                  <a:cubicBezTo>
                    <a:pt x="52" y="6495"/>
                    <a:pt x="66" y="6528"/>
                    <a:pt x="77" y="6560"/>
                  </a:cubicBezTo>
                  <a:lnTo>
                    <a:pt x="1140" y="8955"/>
                  </a:lnTo>
                  <a:cubicBezTo>
                    <a:pt x="1122" y="8908"/>
                    <a:pt x="1108" y="8853"/>
                    <a:pt x="1093" y="8799"/>
                  </a:cubicBezTo>
                  <a:cubicBezTo>
                    <a:pt x="1089" y="8773"/>
                    <a:pt x="1086" y="8748"/>
                    <a:pt x="1082" y="8726"/>
                  </a:cubicBezTo>
                  <a:lnTo>
                    <a:pt x="1068" y="8603"/>
                  </a:lnTo>
                  <a:cubicBezTo>
                    <a:pt x="1068" y="8574"/>
                    <a:pt x="1064" y="8552"/>
                    <a:pt x="1064" y="8527"/>
                  </a:cubicBezTo>
                  <a:cubicBezTo>
                    <a:pt x="1064" y="8480"/>
                    <a:pt x="1068" y="8436"/>
                    <a:pt x="1071" y="8389"/>
                  </a:cubicBezTo>
                  <a:cubicBezTo>
                    <a:pt x="1078" y="8363"/>
                    <a:pt x="1078" y="8338"/>
                    <a:pt x="1082" y="8313"/>
                  </a:cubicBezTo>
                  <a:cubicBezTo>
                    <a:pt x="1089" y="8266"/>
                    <a:pt x="1100" y="8218"/>
                    <a:pt x="1115" y="8168"/>
                  </a:cubicBezTo>
                  <a:cubicBezTo>
                    <a:pt x="1118" y="8139"/>
                    <a:pt x="1122" y="8113"/>
                    <a:pt x="1133" y="8091"/>
                  </a:cubicBezTo>
                  <a:cubicBezTo>
                    <a:pt x="1140" y="8048"/>
                    <a:pt x="1158" y="8008"/>
                    <a:pt x="1173" y="7968"/>
                  </a:cubicBezTo>
                  <a:cubicBezTo>
                    <a:pt x="1187" y="7928"/>
                    <a:pt x="1198" y="7892"/>
                    <a:pt x="1213" y="7848"/>
                  </a:cubicBezTo>
                  <a:cubicBezTo>
                    <a:pt x="1224" y="7823"/>
                    <a:pt x="1242" y="7794"/>
                    <a:pt x="1249" y="7768"/>
                  </a:cubicBezTo>
                  <a:cubicBezTo>
                    <a:pt x="1278" y="7710"/>
                    <a:pt x="1303" y="7645"/>
                    <a:pt x="1336" y="7583"/>
                  </a:cubicBezTo>
                  <a:cubicBezTo>
                    <a:pt x="1351" y="7554"/>
                    <a:pt x="1369" y="7529"/>
                    <a:pt x="1380" y="7500"/>
                  </a:cubicBezTo>
                  <a:cubicBezTo>
                    <a:pt x="1423" y="7427"/>
                    <a:pt x="1467" y="7355"/>
                    <a:pt x="1514" y="7279"/>
                  </a:cubicBezTo>
                  <a:cubicBezTo>
                    <a:pt x="1543" y="7228"/>
                    <a:pt x="1576" y="7184"/>
                    <a:pt x="1608" y="7134"/>
                  </a:cubicBezTo>
                  <a:cubicBezTo>
                    <a:pt x="1626" y="7104"/>
                    <a:pt x="1644" y="7083"/>
                    <a:pt x="1663" y="7057"/>
                  </a:cubicBezTo>
                  <a:cubicBezTo>
                    <a:pt x="1717" y="6977"/>
                    <a:pt x="1775" y="6901"/>
                    <a:pt x="1840" y="6829"/>
                  </a:cubicBezTo>
                  <a:cubicBezTo>
                    <a:pt x="1844" y="6825"/>
                    <a:pt x="1848" y="6814"/>
                    <a:pt x="1851" y="6811"/>
                  </a:cubicBezTo>
                  <a:cubicBezTo>
                    <a:pt x="1859" y="6803"/>
                    <a:pt x="1866" y="6796"/>
                    <a:pt x="1869" y="6789"/>
                  </a:cubicBezTo>
                  <a:cubicBezTo>
                    <a:pt x="1953" y="6687"/>
                    <a:pt x="2040" y="6593"/>
                    <a:pt x="2134" y="6495"/>
                  </a:cubicBezTo>
                  <a:cubicBezTo>
                    <a:pt x="2167" y="6462"/>
                    <a:pt x="2196" y="6426"/>
                    <a:pt x="2232" y="6393"/>
                  </a:cubicBezTo>
                  <a:cubicBezTo>
                    <a:pt x="2305" y="6321"/>
                    <a:pt x="2377" y="6245"/>
                    <a:pt x="2461" y="6168"/>
                  </a:cubicBezTo>
                  <a:cubicBezTo>
                    <a:pt x="2501" y="6125"/>
                    <a:pt x="2548" y="6085"/>
                    <a:pt x="2588" y="6045"/>
                  </a:cubicBezTo>
                  <a:cubicBezTo>
                    <a:pt x="2646" y="5991"/>
                    <a:pt x="2711" y="5933"/>
                    <a:pt x="2777" y="5878"/>
                  </a:cubicBezTo>
                  <a:cubicBezTo>
                    <a:pt x="2827" y="5831"/>
                    <a:pt x="2878" y="5791"/>
                    <a:pt x="2929" y="5744"/>
                  </a:cubicBezTo>
                  <a:cubicBezTo>
                    <a:pt x="2994" y="5686"/>
                    <a:pt x="3067" y="5631"/>
                    <a:pt x="3136" y="5573"/>
                  </a:cubicBezTo>
                  <a:cubicBezTo>
                    <a:pt x="3190" y="5533"/>
                    <a:pt x="3241" y="5486"/>
                    <a:pt x="3295" y="5446"/>
                  </a:cubicBezTo>
                  <a:cubicBezTo>
                    <a:pt x="3372" y="5388"/>
                    <a:pt x="3448" y="5327"/>
                    <a:pt x="3531" y="5269"/>
                  </a:cubicBezTo>
                  <a:lnTo>
                    <a:pt x="3694" y="5145"/>
                  </a:lnTo>
                  <a:cubicBezTo>
                    <a:pt x="3782" y="5084"/>
                    <a:pt x="3876" y="5018"/>
                    <a:pt x="3967" y="4960"/>
                  </a:cubicBezTo>
                  <a:cubicBezTo>
                    <a:pt x="4028" y="4920"/>
                    <a:pt x="4090" y="4873"/>
                    <a:pt x="4152" y="4833"/>
                  </a:cubicBezTo>
                  <a:cubicBezTo>
                    <a:pt x="4329" y="4721"/>
                    <a:pt x="4507" y="4608"/>
                    <a:pt x="4689" y="4499"/>
                  </a:cubicBezTo>
                  <a:cubicBezTo>
                    <a:pt x="4747" y="4463"/>
                    <a:pt x="4808" y="4430"/>
                    <a:pt x="4870" y="4394"/>
                  </a:cubicBezTo>
                  <a:cubicBezTo>
                    <a:pt x="4986" y="4325"/>
                    <a:pt x="5106" y="4256"/>
                    <a:pt x="5226" y="4191"/>
                  </a:cubicBezTo>
                  <a:cubicBezTo>
                    <a:pt x="5443" y="4071"/>
                    <a:pt x="5668" y="3955"/>
                    <a:pt x="5890" y="3846"/>
                  </a:cubicBezTo>
                  <a:cubicBezTo>
                    <a:pt x="5966" y="3810"/>
                    <a:pt x="6042" y="3774"/>
                    <a:pt x="6125" y="3737"/>
                  </a:cubicBezTo>
                  <a:cubicBezTo>
                    <a:pt x="6249" y="3676"/>
                    <a:pt x="6368" y="3618"/>
                    <a:pt x="6492" y="3567"/>
                  </a:cubicBezTo>
                  <a:cubicBezTo>
                    <a:pt x="6684" y="3484"/>
                    <a:pt x="6873" y="3404"/>
                    <a:pt x="7065" y="3327"/>
                  </a:cubicBezTo>
                  <a:lnTo>
                    <a:pt x="7130" y="3302"/>
                  </a:lnTo>
                  <a:cubicBezTo>
                    <a:pt x="7294" y="3237"/>
                    <a:pt x="7457" y="3175"/>
                    <a:pt x="7617" y="3121"/>
                  </a:cubicBezTo>
                  <a:cubicBezTo>
                    <a:pt x="7671" y="3103"/>
                    <a:pt x="7725" y="3084"/>
                    <a:pt x="7783" y="3059"/>
                  </a:cubicBezTo>
                  <a:cubicBezTo>
                    <a:pt x="7910" y="3015"/>
                    <a:pt x="8037" y="2976"/>
                    <a:pt x="8164" y="2932"/>
                  </a:cubicBezTo>
                  <a:lnTo>
                    <a:pt x="8342" y="2878"/>
                  </a:lnTo>
                  <a:cubicBezTo>
                    <a:pt x="8473" y="2838"/>
                    <a:pt x="8607" y="2801"/>
                    <a:pt x="8734" y="2769"/>
                  </a:cubicBezTo>
                  <a:cubicBezTo>
                    <a:pt x="8778" y="2758"/>
                    <a:pt x="8825" y="2743"/>
                    <a:pt x="8868" y="2732"/>
                  </a:cubicBezTo>
                  <a:cubicBezTo>
                    <a:pt x="9042" y="2689"/>
                    <a:pt x="9209" y="2649"/>
                    <a:pt x="9376" y="2616"/>
                  </a:cubicBezTo>
                  <a:cubicBezTo>
                    <a:pt x="9409" y="2605"/>
                    <a:pt x="9445" y="2602"/>
                    <a:pt x="9478" y="2598"/>
                  </a:cubicBezTo>
                  <a:cubicBezTo>
                    <a:pt x="9608" y="2569"/>
                    <a:pt x="9739" y="2547"/>
                    <a:pt x="9870" y="2526"/>
                  </a:cubicBezTo>
                  <a:cubicBezTo>
                    <a:pt x="9931" y="2515"/>
                    <a:pt x="9986" y="2508"/>
                    <a:pt x="10040" y="2497"/>
                  </a:cubicBezTo>
                  <a:cubicBezTo>
                    <a:pt x="10142" y="2486"/>
                    <a:pt x="10247" y="2471"/>
                    <a:pt x="10349" y="2457"/>
                  </a:cubicBezTo>
                  <a:cubicBezTo>
                    <a:pt x="10414" y="2449"/>
                    <a:pt x="10479" y="2442"/>
                    <a:pt x="10548" y="2435"/>
                  </a:cubicBezTo>
                  <a:cubicBezTo>
                    <a:pt x="10628" y="2424"/>
                    <a:pt x="10711" y="2420"/>
                    <a:pt x="10791" y="2417"/>
                  </a:cubicBezTo>
                  <a:cubicBezTo>
                    <a:pt x="10886" y="2413"/>
                    <a:pt x="10976" y="2406"/>
                    <a:pt x="11067" y="2406"/>
                  </a:cubicBezTo>
                  <a:lnTo>
                    <a:pt x="11310" y="2406"/>
                  </a:lnTo>
                  <a:cubicBezTo>
                    <a:pt x="11368" y="2406"/>
                    <a:pt x="11426" y="2413"/>
                    <a:pt x="11484" y="2413"/>
                  </a:cubicBezTo>
                  <a:cubicBezTo>
                    <a:pt x="11571" y="2417"/>
                    <a:pt x="11655" y="2424"/>
                    <a:pt x="11731" y="2435"/>
                  </a:cubicBezTo>
                  <a:cubicBezTo>
                    <a:pt x="11782" y="2439"/>
                    <a:pt x="11836" y="2442"/>
                    <a:pt x="11883" y="2453"/>
                  </a:cubicBezTo>
                  <a:cubicBezTo>
                    <a:pt x="11970" y="2468"/>
                    <a:pt x="12054" y="2486"/>
                    <a:pt x="12130" y="2504"/>
                  </a:cubicBezTo>
                  <a:cubicBezTo>
                    <a:pt x="12170" y="2511"/>
                    <a:pt x="12210" y="2515"/>
                    <a:pt x="12246" y="2529"/>
                  </a:cubicBezTo>
                  <a:cubicBezTo>
                    <a:pt x="12362" y="2562"/>
                    <a:pt x="12471" y="2598"/>
                    <a:pt x="12569" y="2638"/>
                  </a:cubicBezTo>
                  <a:cubicBezTo>
                    <a:pt x="12950" y="2801"/>
                    <a:pt x="13197" y="3037"/>
                    <a:pt x="13309" y="332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1492497" y="1188751"/>
              <a:ext cx="677533" cy="412181"/>
            </a:xfrm>
            <a:custGeom>
              <a:avLst/>
              <a:gdLst/>
              <a:ahLst/>
              <a:cxnLst/>
              <a:rect l="l" t="t" r="r" b="b"/>
              <a:pathLst>
                <a:path w="23243" h="14140" extrusionOk="0">
                  <a:moveTo>
                    <a:pt x="23210" y="3317"/>
                  </a:moveTo>
                  <a:cubicBezTo>
                    <a:pt x="23207" y="3281"/>
                    <a:pt x="23196" y="3248"/>
                    <a:pt x="23192" y="3212"/>
                  </a:cubicBezTo>
                  <a:cubicBezTo>
                    <a:pt x="23185" y="3157"/>
                    <a:pt x="23174" y="3106"/>
                    <a:pt x="23159" y="3052"/>
                  </a:cubicBezTo>
                  <a:lnTo>
                    <a:pt x="23149" y="2972"/>
                  </a:lnTo>
                  <a:cubicBezTo>
                    <a:pt x="23127" y="2903"/>
                    <a:pt x="23105" y="2831"/>
                    <a:pt x="23080" y="2765"/>
                  </a:cubicBezTo>
                  <a:lnTo>
                    <a:pt x="21810" y="1"/>
                  </a:lnTo>
                  <a:cubicBezTo>
                    <a:pt x="21846" y="91"/>
                    <a:pt x="21871" y="189"/>
                    <a:pt x="21897" y="287"/>
                  </a:cubicBezTo>
                  <a:cubicBezTo>
                    <a:pt x="21908" y="334"/>
                    <a:pt x="21919" y="389"/>
                    <a:pt x="21926" y="443"/>
                  </a:cubicBezTo>
                  <a:cubicBezTo>
                    <a:pt x="21937" y="512"/>
                    <a:pt x="21944" y="581"/>
                    <a:pt x="21951" y="650"/>
                  </a:cubicBezTo>
                  <a:cubicBezTo>
                    <a:pt x="21955" y="705"/>
                    <a:pt x="21958" y="755"/>
                    <a:pt x="21958" y="813"/>
                  </a:cubicBezTo>
                  <a:cubicBezTo>
                    <a:pt x="21958" y="879"/>
                    <a:pt x="21958" y="951"/>
                    <a:pt x="21951" y="1024"/>
                  </a:cubicBezTo>
                  <a:cubicBezTo>
                    <a:pt x="21944" y="1085"/>
                    <a:pt x="21940" y="1144"/>
                    <a:pt x="21933" y="1202"/>
                  </a:cubicBezTo>
                  <a:cubicBezTo>
                    <a:pt x="21922" y="1274"/>
                    <a:pt x="21908" y="1347"/>
                    <a:pt x="21897" y="1419"/>
                  </a:cubicBezTo>
                  <a:cubicBezTo>
                    <a:pt x="21882" y="1481"/>
                    <a:pt x="21868" y="1550"/>
                    <a:pt x="21850" y="1619"/>
                  </a:cubicBezTo>
                  <a:cubicBezTo>
                    <a:pt x="21831" y="1688"/>
                    <a:pt x="21810" y="1760"/>
                    <a:pt x="21788" y="1833"/>
                  </a:cubicBezTo>
                  <a:cubicBezTo>
                    <a:pt x="21763" y="1909"/>
                    <a:pt x="21737" y="1985"/>
                    <a:pt x="21704" y="2065"/>
                  </a:cubicBezTo>
                  <a:cubicBezTo>
                    <a:pt x="21661" y="2178"/>
                    <a:pt x="21614" y="2294"/>
                    <a:pt x="21559" y="2413"/>
                  </a:cubicBezTo>
                  <a:lnTo>
                    <a:pt x="21545" y="2439"/>
                  </a:lnTo>
                  <a:cubicBezTo>
                    <a:pt x="21487" y="2566"/>
                    <a:pt x="21418" y="2693"/>
                    <a:pt x="21342" y="2827"/>
                  </a:cubicBezTo>
                  <a:cubicBezTo>
                    <a:pt x="21327" y="2852"/>
                    <a:pt x="21316" y="2874"/>
                    <a:pt x="21298" y="2903"/>
                  </a:cubicBezTo>
                  <a:cubicBezTo>
                    <a:pt x="21218" y="3034"/>
                    <a:pt x="21135" y="3168"/>
                    <a:pt x="21044" y="3306"/>
                  </a:cubicBezTo>
                  <a:cubicBezTo>
                    <a:pt x="21015" y="3346"/>
                    <a:pt x="20982" y="3393"/>
                    <a:pt x="20953" y="3433"/>
                  </a:cubicBezTo>
                  <a:cubicBezTo>
                    <a:pt x="20881" y="3538"/>
                    <a:pt x="20801" y="3636"/>
                    <a:pt x="20725" y="3741"/>
                  </a:cubicBezTo>
                  <a:cubicBezTo>
                    <a:pt x="20689" y="3792"/>
                    <a:pt x="20652" y="3836"/>
                    <a:pt x="20612" y="3886"/>
                  </a:cubicBezTo>
                  <a:cubicBezTo>
                    <a:pt x="20504" y="4021"/>
                    <a:pt x="20395" y="4159"/>
                    <a:pt x="20271" y="4293"/>
                  </a:cubicBezTo>
                  <a:cubicBezTo>
                    <a:pt x="20264" y="4307"/>
                    <a:pt x="20250" y="4318"/>
                    <a:pt x="20239" y="4333"/>
                  </a:cubicBezTo>
                  <a:cubicBezTo>
                    <a:pt x="20119" y="4471"/>
                    <a:pt x="19985" y="4608"/>
                    <a:pt x="19850" y="4746"/>
                  </a:cubicBezTo>
                  <a:cubicBezTo>
                    <a:pt x="19829" y="4772"/>
                    <a:pt x="19811" y="4794"/>
                    <a:pt x="19785" y="4815"/>
                  </a:cubicBezTo>
                  <a:cubicBezTo>
                    <a:pt x="19655" y="4946"/>
                    <a:pt x="19513" y="5084"/>
                    <a:pt x="19375" y="5214"/>
                  </a:cubicBezTo>
                  <a:cubicBezTo>
                    <a:pt x="19277" y="5305"/>
                    <a:pt x="19176" y="5396"/>
                    <a:pt x="19074" y="5487"/>
                  </a:cubicBezTo>
                  <a:cubicBezTo>
                    <a:pt x="18987" y="5563"/>
                    <a:pt x="18903" y="5643"/>
                    <a:pt x="18813" y="5719"/>
                  </a:cubicBezTo>
                  <a:cubicBezTo>
                    <a:pt x="18704" y="5809"/>
                    <a:pt x="18588" y="5900"/>
                    <a:pt x="18475" y="5991"/>
                  </a:cubicBezTo>
                  <a:cubicBezTo>
                    <a:pt x="18381" y="6067"/>
                    <a:pt x="18290" y="6140"/>
                    <a:pt x="18196" y="6219"/>
                  </a:cubicBezTo>
                  <a:cubicBezTo>
                    <a:pt x="18076" y="6310"/>
                    <a:pt x="17949" y="6404"/>
                    <a:pt x="17826" y="6495"/>
                  </a:cubicBezTo>
                  <a:cubicBezTo>
                    <a:pt x="17728" y="6568"/>
                    <a:pt x="17634" y="6644"/>
                    <a:pt x="17528" y="6716"/>
                  </a:cubicBezTo>
                  <a:cubicBezTo>
                    <a:pt x="17398" y="6811"/>
                    <a:pt x="17256" y="6902"/>
                    <a:pt x="17118" y="6999"/>
                  </a:cubicBezTo>
                  <a:cubicBezTo>
                    <a:pt x="17002" y="7079"/>
                    <a:pt x="16890" y="7163"/>
                    <a:pt x="16766" y="7239"/>
                  </a:cubicBezTo>
                  <a:cubicBezTo>
                    <a:pt x="16520" y="7399"/>
                    <a:pt x="16277" y="7551"/>
                    <a:pt x="16026" y="7707"/>
                  </a:cubicBezTo>
                  <a:cubicBezTo>
                    <a:pt x="15983" y="7732"/>
                    <a:pt x="15936" y="7761"/>
                    <a:pt x="15885" y="7787"/>
                  </a:cubicBezTo>
                  <a:cubicBezTo>
                    <a:pt x="15645" y="7932"/>
                    <a:pt x="15402" y="8073"/>
                    <a:pt x="15155" y="8208"/>
                  </a:cubicBezTo>
                  <a:cubicBezTo>
                    <a:pt x="15116" y="8229"/>
                    <a:pt x="15079" y="8248"/>
                    <a:pt x="15039" y="8273"/>
                  </a:cubicBezTo>
                  <a:cubicBezTo>
                    <a:pt x="14687" y="8462"/>
                    <a:pt x="14339" y="8643"/>
                    <a:pt x="13987" y="8821"/>
                  </a:cubicBezTo>
                  <a:cubicBezTo>
                    <a:pt x="13944" y="8839"/>
                    <a:pt x="13904" y="8861"/>
                    <a:pt x="13864" y="8879"/>
                  </a:cubicBezTo>
                  <a:cubicBezTo>
                    <a:pt x="13574" y="9020"/>
                    <a:pt x="13280" y="9155"/>
                    <a:pt x="12982" y="9289"/>
                  </a:cubicBezTo>
                  <a:cubicBezTo>
                    <a:pt x="12935" y="9311"/>
                    <a:pt x="12888" y="9329"/>
                    <a:pt x="12837" y="9351"/>
                  </a:cubicBezTo>
                  <a:cubicBezTo>
                    <a:pt x="12572" y="9470"/>
                    <a:pt x="12307" y="9579"/>
                    <a:pt x="12039" y="9688"/>
                  </a:cubicBezTo>
                  <a:cubicBezTo>
                    <a:pt x="11995" y="9706"/>
                    <a:pt x="11955" y="9724"/>
                    <a:pt x="11908" y="9735"/>
                  </a:cubicBezTo>
                  <a:cubicBezTo>
                    <a:pt x="11672" y="9826"/>
                    <a:pt x="11440" y="9917"/>
                    <a:pt x="11204" y="10004"/>
                  </a:cubicBezTo>
                  <a:cubicBezTo>
                    <a:pt x="11168" y="10018"/>
                    <a:pt x="11139" y="10033"/>
                    <a:pt x="11103" y="10040"/>
                  </a:cubicBezTo>
                  <a:cubicBezTo>
                    <a:pt x="10860" y="10127"/>
                    <a:pt x="10617" y="10207"/>
                    <a:pt x="10377" y="10290"/>
                  </a:cubicBezTo>
                  <a:cubicBezTo>
                    <a:pt x="10323" y="10308"/>
                    <a:pt x="10261" y="10327"/>
                    <a:pt x="10207" y="10345"/>
                  </a:cubicBezTo>
                  <a:cubicBezTo>
                    <a:pt x="9989" y="10414"/>
                    <a:pt x="9771" y="10479"/>
                    <a:pt x="9561" y="10544"/>
                  </a:cubicBezTo>
                  <a:cubicBezTo>
                    <a:pt x="9535" y="10552"/>
                    <a:pt x="9510" y="10559"/>
                    <a:pt x="9488" y="10566"/>
                  </a:cubicBezTo>
                  <a:cubicBezTo>
                    <a:pt x="9252" y="10635"/>
                    <a:pt x="9020" y="10697"/>
                    <a:pt x="8788" y="10758"/>
                  </a:cubicBezTo>
                  <a:cubicBezTo>
                    <a:pt x="8733" y="10769"/>
                    <a:pt x="8675" y="10784"/>
                    <a:pt x="8621" y="10798"/>
                  </a:cubicBezTo>
                  <a:cubicBezTo>
                    <a:pt x="8400" y="10853"/>
                    <a:pt x="8182" y="10907"/>
                    <a:pt x="7964" y="10951"/>
                  </a:cubicBezTo>
                  <a:cubicBezTo>
                    <a:pt x="7950" y="10958"/>
                    <a:pt x="7932" y="10962"/>
                    <a:pt x="7913" y="10962"/>
                  </a:cubicBezTo>
                  <a:cubicBezTo>
                    <a:pt x="7678" y="11012"/>
                    <a:pt x="7442" y="11056"/>
                    <a:pt x="7210" y="11096"/>
                  </a:cubicBezTo>
                  <a:cubicBezTo>
                    <a:pt x="7159" y="11107"/>
                    <a:pt x="7104" y="11114"/>
                    <a:pt x="7057" y="11125"/>
                  </a:cubicBezTo>
                  <a:cubicBezTo>
                    <a:pt x="6814" y="11165"/>
                    <a:pt x="6575" y="11201"/>
                    <a:pt x="6339" y="11234"/>
                  </a:cubicBezTo>
                  <a:lnTo>
                    <a:pt x="6245" y="11248"/>
                  </a:lnTo>
                  <a:cubicBezTo>
                    <a:pt x="5969" y="11284"/>
                    <a:pt x="5697" y="11310"/>
                    <a:pt x="5432" y="11332"/>
                  </a:cubicBezTo>
                  <a:cubicBezTo>
                    <a:pt x="5406" y="11332"/>
                    <a:pt x="5381" y="11339"/>
                    <a:pt x="5356" y="11339"/>
                  </a:cubicBezTo>
                  <a:cubicBezTo>
                    <a:pt x="5214" y="11346"/>
                    <a:pt x="5080" y="11357"/>
                    <a:pt x="4942" y="11361"/>
                  </a:cubicBezTo>
                  <a:cubicBezTo>
                    <a:pt x="4888" y="11364"/>
                    <a:pt x="4829" y="11364"/>
                    <a:pt x="4775" y="11364"/>
                  </a:cubicBezTo>
                  <a:cubicBezTo>
                    <a:pt x="4670" y="11368"/>
                    <a:pt x="4565" y="11368"/>
                    <a:pt x="4467" y="11368"/>
                  </a:cubicBezTo>
                  <a:lnTo>
                    <a:pt x="4245" y="11368"/>
                  </a:lnTo>
                  <a:cubicBezTo>
                    <a:pt x="4180" y="11368"/>
                    <a:pt x="4111" y="11368"/>
                    <a:pt x="4049" y="11364"/>
                  </a:cubicBezTo>
                  <a:cubicBezTo>
                    <a:pt x="3973" y="11361"/>
                    <a:pt x="3901" y="11361"/>
                    <a:pt x="3828" y="11357"/>
                  </a:cubicBezTo>
                  <a:cubicBezTo>
                    <a:pt x="3763" y="11350"/>
                    <a:pt x="3701" y="11350"/>
                    <a:pt x="3639" y="11346"/>
                  </a:cubicBezTo>
                  <a:cubicBezTo>
                    <a:pt x="3567" y="11342"/>
                    <a:pt x="3494" y="11332"/>
                    <a:pt x="3422" y="11328"/>
                  </a:cubicBezTo>
                  <a:cubicBezTo>
                    <a:pt x="3364" y="11324"/>
                    <a:pt x="3306" y="11321"/>
                    <a:pt x="3248" y="11310"/>
                  </a:cubicBezTo>
                  <a:cubicBezTo>
                    <a:pt x="3175" y="11303"/>
                    <a:pt x="3106" y="11292"/>
                    <a:pt x="3034" y="11284"/>
                  </a:cubicBezTo>
                  <a:cubicBezTo>
                    <a:pt x="2979" y="11274"/>
                    <a:pt x="2921" y="11270"/>
                    <a:pt x="2867" y="11259"/>
                  </a:cubicBezTo>
                  <a:cubicBezTo>
                    <a:pt x="2794" y="11248"/>
                    <a:pt x="2725" y="11234"/>
                    <a:pt x="2656" y="11219"/>
                  </a:cubicBezTo>
                  <a:cubicBezTo>
                    <a:pt x="2605" y="11212"/>
                    <a:pt x="2551" y="11201"/>
                    <a:pt x="2504" y="11186"/>
                  </a:cubicBezTo>
                  <a:cubicBezTo>
                    <a:pt x="2431" y="11176"/>
                    <a:pt x="2362" y="11157"/>
                    <a:pt x="2293" y="11139"/>
                  </a:cubicBezTo>
                  <a:cubicBezTo>
                    <a:pt x="2250" y="11125"/>
                    <a:pt x="2203" y="11114"/>
                    <a:pt x="2159" y="11103"/>
                  </a:cubicBezTo>
                  <a:cubicBezTo>
                    <a:pt x="2079" y="11078"/>
                    <a:pt x="2014" y="11056"/>
                    <a:pt x="1941" y="11034"/>
                  </a:cubicBezTo>
                  <a:cubicBezTo>
                    <a:pt x="1905" y="11020"/>
                    <a:pt x="1869" y="11012"/>
                    <a:pt x="1833" y="11001"/>
                  </a:cubicBezTo>
                  <a:cubicBezTo>
                    <a:pt x="1727" y="10965"/>
                    <a:pt x="1622" y="10925"/>
                    <a:pt x="1524" y="10885"/>
                  </a:cubicBezTo>
                  <a:cubicBezTo>
                    <a:pt x="733" y="10548"/>
                    <a:pt x="229" y="10062"/>
                    <a:pt x="0" y="9474"/>
                  </a:cubicBezTo>
                  <a:lnTo>
                    <a:pt x="1270" y="12239"/>
                  </a:lnTo>
                  <a:cubicBezTo>
                    <a:pt x="1506" y="12830"/>
                    <a:pt x="2003" y="13316"/>
                    <a:pt x="2794" y="13650"/>
                  </a:cubicBezTo>
                  <a:cubicBezTo>
                    <a:pt x="2892" y="13690"/>
                    <a:pt x="2997" y="13734"/>
                    <a:pt x="3102" y="13770"/>
                  </a:cubicBezTo>
                  <a:cubicBezTo>
                    <a:pt x="3139" y="13781"/>
                    <a:pt x="3175" y="13792"/>
                    <a:pt x="3215" y="13806"/>
                  </a:cubicBezTo>
                  <a:cubicBezTo>
                    <a:pt x="3287" y="13828"/>
                    <a:pt x="3356" y="13850"/>
                    <a:pt x="3433" y="13871"/>
                  </a:cubicBezTo>
                  <a:cubicBezTo>
                    <a:pt x="3476" y="13886"/>
                    <a:pt x="3527" y="13897"/>
                    <a:pt x="3574" y="13908"/>
                  </a:cubicBezTo>
                  <a:cubicBezTo>
                    <a:pt x="3639" y="13926"/>
                    <a:pt x="3708" y="13944"/>
                    <a:pt x="3781" y="13958"/>
                  </a:cubicBezTo>
                  <a:cubicBezTo>
                    <a:pt x="3832" y="13969"/>
                    <a:pt x="3886" y="13977"/>
                    <a:pt x="3941" y="13991"/>
                  </a:cubicBezTo>
                  <a:cubicBezTo>
                    <a:pt x="4010" y="14006"/>
                    <a:pt x="4075" y="14017"/>
                    <a:pt x="4147" y="14027"/>
                  </a:cubicBezTo>
                  <a:cubicBezTo>
                    <a:pt x="4202" y="14035"/>
                    <a:pt x="4263" y="14046"/>
                    <a:pt x="4318" y="14049"/>
                  </a:cubicBezTo>
                  <a:cubicBezTo>
                    <a:pt x="4383" y="14060"/>
                    <a:pt x="4456" y="14067"/>
                    <a:pt x="4528" y="14078"/>
                  </a:cubicBezTo>
                  <a:cubicBezTo>
                    <a:pt x="4590" y="14082"/>
                    <a:pt x="4648" y="14089"/>
                    <a:pt x="4706" y="14096"/>
                  </a:cubicBezTo>
                  <a:cubicBezTo>
                    <a:pt x="4779" y="14100"/>
                    <a:pt x="4851" y="14107"/>
                    <a:pt x="4924" y="14114"/>
                  </a:cubicBezTo>
                  <a:cubicBezTo>
                    <a:pt x="4989" y="14118"/>
                    <a:pt x="5051" y="14122"/>
                    <a:pt x="5116" y="14122"/>
                  </a:cubicBezTo>
                  <a:cubicBezTo>
                    <a:pt x="5189" y="14125"/>
                    <a:pt x="5265" y="14133"/>
                    <a:pt x="5337" y="14133"/>
                  </a:cubicBezTo>
                  <a:cubicBezTo>
                    <a:pt x="5399" y="14133"/>
                    <a:pt x="5468" y="14136"/>
                    <a:pt x="5533" y="14136"/>
                  </a:cubicBezTo>
                  <a:cubicBezTo>
                    <a:pt x="5588" y="14136"/>
                    <a:pt x="5642" y="14140"/>
                    <a:pt x="5697" y="14140"/>
                  </a:cubicBezTo>
                  <a:lnTo>
                    <a:pt x="5755" y="14140"/>
                  </a:lnTo>
                  <a:cubicBezTo>
                    <a:pt x="5853" y="14140"/>
                    <a:pt x="5958" y="14136"/>
                    <a:pt x="6063" y="14136"/>
                  </a:cubicBezTo>
                  <a:cubicBezTo>
                    <a:pt x="6118" y="14136"/>
                    <a:pt x="6172" y="14133"/>
                    <a:pt x="6230" y="14133"/>
                  </a:cubicBezTo>
                  <a:cubicBezTo>
                    <a:pt x="6368" y="14125"/>
                    <a:pt x="6502" y="14118"/>
                    <a:pt x="6644" y="14107"/>
                  </a:cubicBezTo>
                  <a:cubicBezTo>
                    <a:pt x="6665" y="14107"/>
                    <a:pt x="6687" y="14104"/>
                    <a:pt x="6716" y="14104"/>
                  </a:cubicBezTo>
                  <a:lnTo>
                    <a:pt x="6720" y="14104"/>
                  </a:lnTo>
                  <a:cubicBezTo>
                    <a:pt x="6981" y="14085"/>
                    <a:pt x="7253" y="14053"/>
                    <a:pt x="7533" y="14017"/>
                  </a:cubicBezTo>
                  <a:cubicBezTo>
                    <a:pt x="7551" y="14013"/>
                    <a:pt x="7572" y="14013"/>
                    <a:pt x="7591" y="14013"/>
                  </a:cubicBezTo>
                  <a:cubicBezTo>
                    <a:pt x="7601" y="14013"/>
                    <a:pt x="7612" y="14009"/>
                    <a:pt x="7623" y="14009"/>
                  </a:cubicBezTo>
                  <a:cubicBezTo>
                    <a:pt x="7859" y="13977"/>
                    <a:pt x="8099" y="13940"/>
                    <a:pt x="8338" y="13900"/>
                  </a:cubicBezTo>
                  <a:cubicBezTo>
                    <a:pt x="8360" y="13897"/>
                    <a:pt x="8385" y="13897"/>
                    <a:pt x="8411" y="13890"/>
                  </a:cubicBezTo>
                  <a:cubicBezTo>
                    <a:pt x="8440" y="13886"/>
                    <a:pt x="8465" y="13879"/>
                    <a:pt x="8494" y="13871"/>
                  </a:cubicBezTo>
                  <a:cubicBezTo>
                    <a:pt x="8723" y="13831"/>
                    <a:pt x="8958" y="13788"/>
                    <a:pt x="9194" y="13737"/>
                  </a:cubicBezTo>
                  <a:lnTo>
                    <a:pt x="9205" y="13737"/>
                  </a:lnTo>
                  <a:cubicBezTo>
                    <a:pt x="9220" y="13734"/>
                    <a:pt x="9231" y="13734"/>
                    <a:pt x="9241" y="13726"/>
                  </a:cubicBezTo>
                  <a:cubicBezTo>
                    <a:pt x="9459" y="13683"/>
                    <a:pt x="9677" y="13628"/>
                    <a:pt x="9898" y="13574"/>
                  </a:cubicBezTo>
                  <a:cubicBezTo>
                    <a:pt x="9931" y="13563"/>
                    <a:pt x="9956" y="13559"/>
                    <a:pt x="9989" y="13552"/>
                  </a:cubicBezTo>
                  <a:cubicBezTo>
                    <a:pt x="10018" y="13545"/>
                    <a:pt x="10043" y="13538"/>
                    <a:pt x="10065" y="13527"/>
                  </a:cubicBezTo>
                  <a:cubicBezTo>
                    <a:pt x="10297" y="13469"/>
                    <a:pt x="10529" y="13407"/>
                    <a:pt x="10765" y="13338"/>
                  </a:cubicBezTo>
                  <a:cubicBezTo>
                    <a:pt x="10769" y="13338"/>
                    <a:pt x="10776" y="13334"/>
                    <a:pt x="10783" y="13334"/>
                  </a:cubicBezTo>
                  <a:cubicBezTo>
                    <a:pt x="10802" y="13327"/>
                    <a:pt x="10820" y="13320"/>
                    <a:pt x="10841" y="13316"/>
                  </a:cubicBezTo>
                  <a:cubicBezTo>
                    <a:pt x="11059" y="13251"/>
                    <a:pt x="11273" y="13182"/>
                    <a:pt x="11491" y="13117"/>
                  </a:cubicBezTo>
                  <a:cubicBezTo>
                    <a:pt x="11524" y="13106"/>
                    <a:pt x="11556" y="13099"/>
                    <a:pt x="11585" y="13084"/>
                  </a:cubicBezTo>
                  <a:cubicBezTo>
                    <a:pt x="11607" y="13073"/>
                    <a:pt x="11636" y="13066"/>
                    <a:pt x="11658" y="13055"/>
                  </a:cubicBezTo>
                  <a:cubicBezTo>
                    <a:pt x="11897" y="12979"/>
                    <a:pt x="12140" y="12892"/>
                    <a:pt x="12384" y="12808"/>
                  </a:cubicBezTo>
                  <a:cubicBezTo>
                    <a:pt x="12394" y="12801"/>
                    <a:pt x="12402" y="12801"/>
                    <a:pt x="12413" y="12797"/>
                  </a:cubicBezTo>
                  <a:cubicBezTo>
                    <a:pt x="12434" y="12790"/>
                    <a:pt x="12460" y="12779"/>
                    <a:pt x="12485" y="12772"/>
                  </a:cubicBezTo>
                  <a:cubicBezTo>
                    <a:pt x="12721" y="12685"/>
                    <a:pt x="12950" y="12598"/>
                    <a:pt x="13185" y="12504"/>
                  </a:cubicBezTo>
                  <a:cubicBezTo>
                    <a:pt x="13218" y="12489"/>
                    <a:pt x="13247" y="12482"/>
                    <a:pt x="13276" y="12467"/>
                  </a:cubicBezTo>
                  <a:cubicBezTo>
                    <a:pt x="13291" y="12464"/>
                    <a:pt x="13305" y="12453"/>
                    <a:pt x="13320" y="12449"/>
                  </a:cubicBezTo>
                  <a:cubicBezTo>
                    <a:pt x="13584" y="12340"/>
                    <a:pt x="13853" y="12231"/>
                    <a:pt x="14118" y="12112"/>
                  </a:cubicBezTo>
                  <a:cubicBezTo>
                    <a:pt x="14143" y="12104"/>
                    <a:pt x="14165" y="12090"/>
                    <a:pt x="14194" y="12083"/>
                  </a:cubicBezTo>
                  <a:cubicBezTo>
                    <a:pt x="14216" y="12072"/>
                    <a:pt x="14238" y="12057"/>
                    <a:pt x="14263" y="12050"/>
                  </a:cubicBezTo>
                  <a:cubicBezTo>
                    <a:pt x="14557" y="11919"/>
                    <a:pt x="14851" y="11782"/>
                    <a:pt x="15141" y="11640"/>
                  </a:cubicBezTo>
                  <a:cubicBezTo>
                    <a:pt x="15159" y="11633"/>
                    <a:pt x="15181" y="11622"/>
                    <a:pt x="15199" y="11615"/>
                  </a:cubicBezTo>
                  <a:cubicBezTo>
                    <a:pt x="15217" y="11604"/>
                    <a:pt x="15243" y="11593"/>
                    <a:pt x="15261" y="11582"/>
                  </a:cubicBezTo>
                  <a:cubicBezTo>
                    <a:pt x="15613" y="11404"/>
                    <a:pt x="15968" y="11223"/>
                    <a:pt x="16313" y="11034"/>
                  </a:cubicBezTo>
                  <a:cubicBezTo>
                    <a:pt x="16331" y="11023"/>
                    <a:pt x="16353" y="11012"/>
                    <a:pt x="16371" y="11001"/>
                  </a:cubicBezTo>
                  <a:cubicBezTo>
                    <a:pt x="16389" y="10994"/>
                    <a:pt x="16407" y="10980"/>
                    <a:pt x="16425" y="10969"/>
                  </a:cubicBezTo>
                  <a:cubicBezTo>
                    <a:pt x="16668" y="10835"/>
                    <a:pt x="16915" y="10693"/>
                    <a:pt x="17158" y="10548"/>
                  </a:cubicBezTo>
                  <a:lnTo>
                    <a:pt x="17296" y="10468"/>
                  </a:lnTo>
                  <a:cubicBezTo>
                    <a:pt x="17546" y="10316"/>
                    <a:pt x="17793" y="10160"/>
                    <a:pt x="18040" y="10000"/>
                  </a:cubicBezTo>
                  <a:cubicBezTo>
                    <a:pt x="18065" y="9982"/>
                    <a:pt x="18098" y="9964"/>
                    <a:pt x="18127" y="9946"/>
                  </a:cubicBezTo>
                  <a:cubicBezTo>
                    <a:pt x="18218" y="9888"/>
                    <a:pt x="18305" y="9822"/>
                    <a:pt x="18396" y="9761"/>
                  </a:cubicBezTo>
                  <a:cubicBezTo>
                    <a:pt x="18530" y="9663"/>
                    <a:pt x="18671" y="9572"/>
                    <a:pt x="18802" y="9478"/>
                  </a:cubicBezTo>
                  <a:cubicBezTo>
                    <a:pt x="18907" y="9405"/>
                    <a:pt x="19001" y="9329"/>
                    <a:pt x="19103" y="9256"/>
                  </a:cubicBezTo>
                  <a:cubicBezTo>
                    <a:pt x="19223" y="9166"/>
                    <a:pt x="19350" y="9071"/>
                    <a:pt x="19469" y="8981"/>
                  </a:cubicBezTo>
                  <a:cubicBezTo>
                    <a:pt x="19564" y="8901"/>
                    <a:pt x="19658" y="8828"/>
                    <a:pt x="19749" y="8752"/>
                  </a:cubicBezTo>
                  <a:cubicBezTo>
                    <a:pt x="19861" y="8661"/>
                    <a:pt x="19977" y="8571"/>
                    <a:pt x="20086" y="8480"/>
                  </a:cubicBezTo>
                  <a:cubicBezTo>
                    <a:pt x="20177" y="8404"/>
                    <a:pt x="20264" y="8327"/>
                    <a:pt x="20348" y="8248"/>
                  </a:cubicBezTo>
                  <a:cubicBezTo>
                    <a:pt x="20453" y="8157"/>
                    <a:pt x="20554" y="8066"/>
                    <a:pt x="20649" y="7975"/>
                  </a:cubicBezTo>
                  <a:cubicBezTo>
                    <a:pt x="20670" y="7954"/>
                    <a:pt x="20696" y="7932"/>
                    <a:pt x="20721" y="7914"/>
                  </a:cubicBezTo>
                  <a:cubicBezTo>
                    <a:pt x="20837" y="7801"/>
                    <a:pt x="20950" y="7692"/>
                    <a:pt x="21059" y="7576"/>
                  </a:cubicBezTo>
                  <a:lnTo>
                    <a:pt x="21128" y="7511"/>
                  </a:lnTo>
                  <a:cubicBezTo>
                    <a:pt x="21265" y="7370"/>
                    <a:pt x="21396" y="7232"/>
                    <a:pt x="21519" y="7094"/>
                  </a:cubicBezTo>
                  <a:cubicBezTo>
                    <a:pt x="21527" y="7079"/>
                    <a:pt x="21541" y="7068"/>
                    <a:pt x="21548" y="7058"/>
                  </a:cubicBezTo>
                  <a:cubicBezTo>
                    <a:pt x="21639" y="6956"/>
                    <a:pt x="21726" y="6851"/>
                    <a:pt x="21810" y="6753"/>
                  </a:cubicBezTo>
                  <a:cubicBezTo>
                    <a:pt x="21835" y="6716"/>
                    <a:pt x="21864" y="6684"/>
                    <a:pt x="21890" y="6648"/>
                  </a:cubicBezTo>
                  <a:cubicBezTo>
                    <a:pt x="21929" y="6597"/>
                    <a:pt x="21966" y="6553"/>
                    <a:pt x="22002" y="6502"/>
                  </a:cubicBezTo>
                  <a:cubicBezTo>
                    <a:pt x="22085" y="6397"/>
                    <a:pt x="22158" y="6296"/>
                    <a:pt x="22231" y="6194"/>
                  </a:cubicBezTo>
                  <a:cubicBezTo>
                    <a:pt x="22263" y="6154"/>
                    <a:pt x="22292" y="6107"/>
                    <a:pt x="22321" y="6067"/>
                  </a:cubicBezTo>
                  <a:lnTo>
                    <a:pt x="22361" y="6013"/>
                  </a:lnTo>
                  <a:cubicBezTo>
                    <a:pt x="22437" y="5897"/>
                    <a:pt x="22506" y="5780"/>
                    <a:pt x="22575" y="5668"/>
                  </a:cubicBezTo>
                  <a:cubicBezTo>
                    <a:pt x="22590" y="5643"/>
                    <a:pt x="22601" y="5617"/>
                    <a:pt x="22619" y="5592"/>
                  </a:cubicBezTo>
                  <a:cubicBezTo>
                    <a:pt x="22651" y="5534"/>
                    <a:pt x="22688" y="5472"/>
                    <a:pt x="22720" y="5418"/>
                  </a:cubicBezTo>
                  <a:cubicBezTo>
                    <a:pt x="22757" y="5345"/>
                    <a:pt x="22793" y="5280"/>
                    <a:pt x="22826" y="5211"/>
                  </a:cubicBezTo>
                  <a:cubicBezTo>
                    <a:pt x="22829" y="5200"/>
                    <a:pt x="22833" y="5193"/>
                    <a:pt x="22836" y="5178"/>
                  </a:cubicBezTo>
                  <a:cubicBezTo>
                    <a:pt x="22880" y="5087"/>
                    <a:pt x="22920" y="5000"/>
                    <a:pt x="22956" y="4910"/>
                  </a:cubicBezTo>
                  <a:lnTo>
                    <a:pt x="22982" y="4830"/>
                  </a:lnTo>
                  <a:cubicBezTo>
                    <a:pt x="23014" y="4754"/>
                    <a:pt x="23036" y="4674"/>
                    <a:pt x="23065" y="4598"/>
                  </a:cubicBezTo>
                  <a:cubicBezTo>
                    <a:pt x="23080" y="4554"/>
                    <a:pt x="23098" y="4507"/>
                    <a:pt x="23109" y="4463"/>
                  </a:cubicBezTo>
                  <a:cubicBezTo>
                    <a:pt x="23119" y="4434"/>
                    <a:pt x="23119" y="4413"/>
                    <a:pt x="23127" y="4384"/>
                  </a:cubicBezTo>
                  <a:cubicBezTo>
                    <a:pt x="23145" y="4318"/>
                    <a:pt x="23159" y="4253"/>
                    <a:pt x="23174" y="4184"/>
                  </a:cubicBezTo>
                  <a:cubicBezTo>
                    <a:pt x="23181" y="4140"/>
                    <a:pt x="23196" y="4093"/>
                    <a:pt x="23207" y="4050"/>
                  </a:cubicBezTo>
                  <a:cubicBezTo>
                    <a:pt x="23210" y="4021"/>
                    <a:pt x="23210" y="3995"/>
                    <a:pt x="23214" y="3966"/>
                  </a:cubicBezTo>
                  <a:cubicBezTo>
                    <a:pt x="23225" y="3908"/>
                    <a:pt x="23228" y="3850"/>
                    <a:pt x="23232" y="3792"/>
                  </a:cubicBezTo>
                  <a:cubicBezTo>
                    <a:pt x="23236" y="3749"/>
                    <a:pt x="23243" y="3709"/>
                    <a:pt x="23243" y="3669"/>
                  </a:cubicBezTo>
                  <a:cubicBezTo>
                    <a:pt x="23243" y="3636"/>
                    <a:pt x="23239" y="3611"/>
                    <a:pt x="23239" y="3578"/>
                  </a:cubicBezTo>
                  <a:cubicBezTo>
                    <a:pt x="23239" y="3524"/>
                    <a:pt x="23232" y="3469"/>
                    <a:pt x="23228" y="3411"/>
                  </a:cubicBezTo>
                  <a:cubicBezTo>
                    <a:pt x="23210" y="3382"/>
                    <a:pt x="23214" y="3346"/>
                    <a:pt x="23210" y="331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1442038" y="1107539"/>
              <a:ext cx="735921" cy="438941"/>
            </a:xfrm>
            <a:custGeom>
              <a:avLst/>
              <a:gdLst/>
              <a:ahLst/>
              <a:cxnLst/>
              <a:rect l="l" t="t" r="r" b="b"/>
              <a:pathLst>
                <a:path w="25246" h="15058" extrusionOk="0">
                  <a:moveTo>
                    <a:pt x="22006" y="1375"/>
                  </a:moveTo>
                  <a:cubicBezTo>
                    <a:pt x="18773" y="0"/>
                    <a:pt x="11930" y="1640"/>
                    <a:pt x="6756" y="5033"/>
                  </a:cubicBezTo>
                  <a:cubicBezTo>
                    <a:pt x="1579" y="8425"/>
                    <a:pt x="1" y="12300"/>
                    <a:pt x="3237" y="13679"/>
                  </a:cubicBezTo>
                  <a:cubicBezTo>
                    <a:pt x="6470" y="15057"/>
                    <a:pt x="13313" y="13417"/>
                    <a:pt x="18487" y="10025"/>
                  </a:cubicBezTo>
                  <a:cubicBezTo>
                    <a:pt x="23664" y="6633"/>
                    <a:pt x="25246" y="2754"/>
                    <a:pt x="22006" y="1375"/>
                  </a:cubicBezTo>
                  <a:close/>
                  <a:moveTo>
                    <a:pt x="15693" y="8835"/>
                  </a:moveTo>
                  <a:cubicBezTo>
                    <a:pt x="12743" y="10769"/>
                    <a:pt x="8970" y="11756"/>
                    <a:pt x="7272" y="11037"/>
                  </a:cubicBezTo>
                  <a:cubicBezTo>
                    <a:pt x="5574" y="10315"/>
                    <a:pt x="6600" y="8156"/>
                    <a:pt x="9547" y="6223"/>
                  </a:cubicBezTo>
                  <a:cubicBezTo>
                    <a:pt x="12496" y="4292"/>
                    <a:pt x="16273" y="3302"/>
                    <a:pt x="17971" y="4024"/>
                  </a:cubicBezTo>
                  <a:cubicBezTo>
                    <a:pt x="19666" y="4746"/>
                    <a:pt x="18643" y="6905"/>
                    <a:pt x="15693" y="883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74;p5"/>
          <p:cNvGrpSpPr/>
          <p:nvPr/>
        </p:nvGrpSpPr>
        <p:grpSpPr>
          <a:xfrm>
            <a:off x="1779161" y="4545732"/>
            <a:ext cx="593041" cy="155445"/>
            <a:chOff x="1447343" y="1933009"/>
            <a:chExt cx="942682" cy="245181"/>
          </a:xfrm>
        </p:grpSpPr>
        <p:sp>
          <p:nvSpPr>
            <p:cNvPr id="75" name="Google Shape;75;p5"/>
            <p:cNvSpPr/>
            <p:nvPr/>
          </p:nvSpPr>
          <p:spPr>
            <a:xfrm>
              <a:off x="1807987" y="1933009"/>
              <a:ext cx="582038" cy="245181"/>
            </a:xfrm>
            <a:custGeom>
              <a:avLst/>
              <a:gdLst/>
              <a:ahLst/>
              <a:cxnLst/>
              <a:rect l="l" t="t" r="r" b="b"/>
              <a:pathLst>
                <a:path w="19967" h="8411" extrusionOk="0">
                  <a:moveTo>
                    <a:pt x="0" y="1"/>
                  </a:moveTo>
                  <a:lnTo>
                    <a:pt x="19967" y="1"/>
                  </a:lnTo>
                  <a:lnTo>
                    <a:pt x="19967" y="8411"/>
                  </a:lnTo>
                  <a:lnTo>
                    <a:pt x="0" y="841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1447343" y="1996352"/>
              <a:ext cx="582038" cy="118378"/>
            </a:xfrm>
            <a:custGeom>
              <a:avLst/>
              <a:gdLst/>
              <a:ahLst/>
              <a:cxnLst/>
              <a:rect l="l" t="t" r="r" b="b"/>
              <a:pathLst>
                <a:path w="19967" h="4061" extrusionOk="0">
                  <a:moveTo>
                    <a:pt x="0" y="1"/>
                  </a:moveTo>
                  <a:lnTo>
                    <a:pt x="19966" y="1"/>
                  </a:lnTo>
                  <a:lnTo>
                    <a:pt x="19966" y="4061"/>
                  </a:lnTo>
                  <a:lnTo>
                    <a:pt x="0" y="40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5"/>
          <p:cNvSpPr txBox="1">
            <a:spLocks noGrp="1"/>
          </p:cNvSpPr>
          <p:nvPr>
            <p:ph type="subTitle" idx="1"/>
          </p:nvPr>
        </p:nvSpPr>
        <p:spPr>
          <a:xfrm>
            <a:off x="1449913" y="2420050"/>
            <a:ext cx="2589300" cy="47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ubTitle" idx="2"/>
          </p:nvPr>
        </p:nvSpPr>
        <p:spPr>
          <a:xfrm>
            <a:off x="5104788" y="2420050"/>
            <a:ext cx="2589300" cy="47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3"/>
          </p:nvPr>
        </p:nvSpPr>
        <p:spPr>
          <a:xfrm>
            <a:off x="1449913" y="2915375"/>
            <a:ext cx="2589300" cy="10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4"/>
          </p:nvPr>
        </p:nvSpPr>
        <p:spPr>
          <a:xfrm>
            <a:off x="5104788" y="2915375"/>
            <a:ext cx="2589300" cy="10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>
            <a:spLocks noGrp="1"/>
          </p:cNvSpPr>
          <p:nvPr>
            <p:ph type="title"/>
          </p:nvPr>
        </p:nvSpPr>
        <p:spPr>
          <a:xfrm>
            <a:off x="719500" y="1408925"/>
            <a:ext cx="4276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subTitle" idx="1"/>
          </p:nvPr>
        </p:nvSpPr>
        <p:spPr>
          <a:xfrm>
            <a:off x="719500" y="1963975"/>
            <a:ext cx="4276800" cy="18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04" name="Google Shape;104;p7"/>
          <p:cNvGrpSpPr/>
          <p:nvPr/>
        </p:nvGrpSpPr>
        <p:grpSpPr>
          <a:xfrm>
            <a:off x="1119530" y="275608"/>
            <a:ext cx="2723273" cy="155452"/>
            <a:chOff x="2434537" y="2460245"/>
            <a:chExt cx="2020532" cy="113510"/>
          </a:xfrm>
        </p:grpSpPr>
        <p:sp>
          <p:nvSpPr>
            <p:cNvPr id="105" name="Google Shape;105;p7"/>
            <p:cNvSpPr/>
            <p:nvPr/>
          </p:nvSpPr>
          <p:spPr>
            <a:xfrm>
              <a:off x="2675549" y="2460245"/>
              <a:ext cx="1779520" cy="113510"/>
            </a:xfrm>
            <a:custGeom>
              <a:avLst/>
              <a:gdLst/>
              <a:ahLst/>
              <a:cxnLst/>
              <a:rect l="l" t="t" r="r" b="b"/>
              <a:pathLst>
                <a:path w="61047" h="3894" extrusionOk="0">
                  <a:moveTo>
                    <a:pt x="1" y="0"/>
                  </a:moveTo>
                  <a:lnTo>
                    <a:pt x="61046" y="0"/>
                  </a:lnTo>
                  <a:lnTo>
                    <a:pt x="61046" y="3893"/>
                  </a:lnTo>
                  <a:lnTo>
                    <a:pt x="1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2434537" y="2460245"/>
              <a:ext cx="127473" cy="113510"/>
            </a:xfrm>
            <a:custGeom>
              <a:avLst/>
              <a:gdLst/>
              <a:ahLst/>
              <a:cxnLst/>
              <a:rect l="l" t="t" r="r" b="b"/>
              <a:pathLst>
                <a:path w="4373" h="3894" extrusionOk="0">
                  <a:moveTo>
                    <a:pt x="0" y="0"/>
                  </a:moveTo>
                  <a:lnTo>
                    <a:pt x="4372" y="0"/>
                  </a:lnTo>
                  <a:lnTo>
                    <a:pt x="4372" y="3893"/>
                  </a:lnTo>
                  <a:lnTo>
                    <a:pt x="0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7"/>
          <p:cNvSpPr/>
          <p:nvPr/>
        </p:nvSpPr>
        <p:spPr>
          <a:xfrm>
            <a:off x="152323" y="4243215"/>
            <a:ext cx="615389" cy="484617"/>
          </a:xfrm>
          <a:custGeom>
            <a:avLst/>
            <a:gdLst/>
            <a:ahLst/>
            <a:cxnLst/>
            <a:rect l="l" t="t" r="r" b="b"/>
            <a:pathLst>
              <a:path w="17961" h="14100" extrusionOk="0">
                <a:moveTo>
                  <a:pt x="0" y="0"/>
                </a:moveTo>
                <a:lnTo>
                  <a:pt x="9390" y="14100"/>
                </a:lnTo>
                <a:lnTo>
                  <a:pt x="17960" y="375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8455709" y="4261691"/>
            <a:ext cx="303767" cy="44803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332784" y="1173566"/>
            <a:ext cx="303767" cy="44803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4822272" y="4770846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471994" y="32273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3671156" y="462499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86344" y="28884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8614745" y="1060764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7"/>
          <p:cNvGrpSpPr/>
          <p:nvPr/>
        </p:nvGrpSpPr>
        <p:grpSpPr>
          <a:xfrm>
            <a:off x="7017301" y="-69882"/>
            <a:ext cx="932706" cy="621774"/>
            <a:chOff x="1442038" y="1107539"/>
            <a:chExt cx="735921" cy="493393"/>
          </a:xfrm>
        </p:grpSpPr>
        <p:sp>
          <p:nvSpPr>
            <p:cNvPr id="116" name="Google Shape;116;p7"/>
            <p:cNvSpPr/>
            <p:nvPr/>
          </p:nvSpPr>
          <p:spPr>
            <a:xfrm>
              <a:off x="1630289" y="1217843"/>
              <a:ext cx="387987" cy="261038"/>
            </a:xfrm>
            <a:custGeom>
              <a:avLst/>
              <a:gdLst/>
              <a:ahLst/>
              <a:cxnLst/>
              <a:rect l="l" t="t" r="r" b="b"/>
              <a:pathLst>
                <a:path w="13310" h="8955" extrusionOk="0">
                  <a:moveTo>
                    <a:pt x="12257" y="926"/>
                  </a:moveTo>
                  <a:cubicBezTo>
                    <a:pt x="12145" y="635"/>
                    <a:pt x="11898" y="399"/>
                    <a:pt x="11517" y="236"/>
                  </a:cubicBezTo>
                  <a:cubicBezTo>
                    <a:pt x="11419" y="196"/>
                    <a:pt x="11310" y="160"/>
                    <a:pt x="11194" y="127"/>
                  </a:cubicBezTo>
                  <a:cubicBezTo>
                    <a:pt x="11158" y="116"/>
                    <a:pt x="11118" y="109"/>
                    <a:pt x="11078" y="98"/>
                  </a:cubicBezTo>
                  <a:cubicBezTo>
                    <a:pt x="10994" y="80"/>
                    <a:pt x="10918" y="62"/>
                    <a:pt x="10831" y="51"/>
                  </a:cubicBezTo>
                  <a:cubicBezTo>
                    <a:pt x="10784" y="40"/>
                    <a:pt x="10730" y="37"/>
                    <a:pt x="10679" y="33"/>
                  </a:cubicBezTo>
                  <a:cubicBezTo>
                    <a:pt x="10595" y="22"/>
                    <a:pt x="10516" y="15"/>
                    <a:pt x="10428" y="8"/>
                  </a:cubicBezTo>
                  <a:cubicBezTo>
                    <a:pt x="10370" y="4"/>
                    <a:pt x="10312" y="4"/>
                    <a:pt x="10251" y="4"/>
                  </a:cubicBezTo>
                  <a:cubicBezTo>
                    <a:pt x="10204" y="4"/>
                    <a:pt x="10160" y="0"/>
                    <a:pt x="10113" y="0"/>
                  </a:cubicBezTo>
                  <a:cubicBezTo>
                    <a:pt x="10080" y="0"/>
                    <a:pt x="10044" y="4"/>
                    <a:pt x="10011" y="4"/>
                  </a:cubicBezTo>
                  <a:cubicBezTo>
                    <a:pt x="9921" y="4"/>
                    <a:pt x="9830" y="8"/>
                    <a:pt x="9735" y="15"/>
                  </a:cubicBezTo>
                  <a:cubicBezTo>
                    <a:pt x="9688" y="19"/>
                    <a:pt x="9645" y="15"/>
                    <a:pt x="9598" y="19"/>
                  </a:cubicBezTo>
                  <a:cubicBezTo>
                    <a:pt x="9561" y="22"/>
                    <a:pt x="9525" y="26"/>
                    <a:pt x="9496" y="26"/>
                  </a:cubicBezTo>
                  <a:cubicBezTo>
                    <a:pt x="9431" y="33"/>
                    <a:pt x="9362" y="40"/>
                    <a:pt x="9296" y="51"/>
                  </a:cubicBezTo>
                  <a:cubicBezTo>
                    <a:pt x="9246" y="55"/>
                    <a:pt x="9199" y="58"/>
                    <a:pt x="9151" y="62"/>
                  </a:cubicBezTo>
                  <a:cubicBezTo>
                    <a:pt x="9097" y="73"/>
                    <a:pt x="9042" y="80"/>
                    <a:pt x="8988" y="87"/>
                  </a:cubicBezTo>
                  <a:cubicBezTo>
                    <a:pt x="8934" y="95"/>
                    <a:pt x="8872" y="106"/>
                    <a:pt x="8818" y="113"/>
                  </a:cubicBezTo>
                  <a:lnTo>
                    <a:pt x="8723" y="127"/>
                  </a:lnTo>
                  <a:cubicBezTo>
                    <a:pt x="8625" y="146"/>
                    <a:pt x="8524" y="164"/>
                    <a:pt x="8426" y="185"/>
                  </a:cubicBezTo>
                  <a:cubicBezTo>
                    <a:pt x="8393" y="189"/>
                    <a:pt x="8360" y="200"/>
                    <a:pt x="8324" y="204"/>
                  </a:cubicBezTo>
                  <a:cubicBezTo>
                    <a:pt x="8317" y="204"/>
                    <a:pt x="8306" y="207"/>
                    <a:pt x="8299" y="207"/>
                  </a:cubicBezTo>
                  <a:cubicBezTo>
                    <a:pt x="8157" y="240"/>
                    <a:pt x="8016" y="273"/>
                    <a:pt x="7871" y="309"/>
                  </a:cubicBezTo>
                  <a:lnTo>
                    <a:pt x="7816" y="323"/>
                  </a:lnTo>
                  <a:cubicBezTo>
                    <a:pt x="7773" y="334"/>
                    <a:pt x="7725" y="345"/>
                    <a:pt x="7682" y="360"/>
                  </a:cubicBezTo>
                  <a:cubicBezTo>
                    <a:pt x="7598" y="381"/>
                    <a:pt x="7519" y="399"/>
                    <a:pt x="7435" y="425"/>
                  </a:cubicBezTo>
                  <a:cubicBezTo>
                    <a:pt x="7392" y="439"/>
                    <a:pt x="7341" y="458"/>
                    <a:pt x="7290" y="472"/>
                  </a:cubicBezTo>
                  <a:lnTo>
                    <a:pt x="7112" y="526"/>
                  </a:lnTo>
                  <a:lnTo>
                    <a:pt x="6978" y="566"/>
                  </a:lnTo>
                  <a:cubicBezTo>
                    <a:pt x="6895" y="595"/>
                    <a:pt x="6807" y="624"/>
                    <a:pt x="6728" y="653"/>
                  </a:cubicBezTo>
                  <a:lnTo>
                    <a:pt x="6564" y="708"/>
                  </a:lnTo>
                  <a:cubicBezTo>
                    <a:pt x="6546" y="715"/>
                    <a:pt x="6524" y="722"/>
                    <a:pt x="6506" y="730"/>
                  </a:cubicBezTo>
                  <a:cubicBezTo>
                    <a:pt x="6361" y="780"/>
                    <a:pt x="6220" y="839"/>
                    <a:pt x="6075" y="893"/>
                  </a:cubicBezTo>
                  <a:cubicBezTo>
                    <a:pt x="6053" y="904"/>
                    <a:pt x="6035" y="911"/>
                    <a:pt x="6013" y="915"/>
                  </a:cubicBezTo>
                  <a:cubicBezTo>
                    <a:pt x="6006" y="915"/>
                    <a:pt x="6006" y="915"/>
                    <a:pt x="6002" y="922"/>
                  </a:cubicBezTo>
                  <a:cubicBezTo>
                    <a:pt x="5821" y="995"/>
                    <a:pt x="5639" y="1071"/>
                    <a:pt x="5458" y="1147"/>
                  </a:cubicBezTo>
                  <a:cubicBezTo>
                    <a:pt x="5454" y="1151"/>
                    <a:pt x="5443" y="1151"/>
                    <a:pt x="5440" y="1158"/>
                  </a:cubicBezTo>
                  <a:cubicBezTo>
                    <a:pt x="5316" y="1212"/>
                    <a:pt x="5200" y="1270"/>
                    <a:pt x="5077" y="1325"/>
                  </a:cubicBezTo>
                  <a:cubicBezTo>
                    <a:pt x="5001" y="1361"/>
                    <a:pt x="4921" y="1394"/>
                    <a:pt x="4848" y="1430"/>
                  </a:cubicBezTo>
                  <a:cubicBezTo>
                    <a:pt x="4845" y="1430"/>
                    <a:pt x="4841" y="1434"/>
                    <a:pt x="4837" y="1434"/>
                  </a:cubicBezTo>
                  <a:cubicBezTo>
                    <a:pt x="4612" y="1542"/>
                    <a:pt x="4391" y="1658"/>
                    <a:pt x="4173" y="1778"/>
                  </a:cubicBezTo>
                  <a:cubicBezTo>
                    <a:pt x="4155" y="1785"/>
                    <a:pt x="4144" y="1796"/>
                    <a:pt x="4126" y="1804"/>
                  </a:cubicBezTo>
                  <a:cubicBezTo>
                    <a:pt x="4021" y="1865"/>
                    <a:pt x="3919" y="1923"/>
                    <a:pt x="3818" y="1981"/>
                  </a:cubicBezTo>
                  <a:cubicBezTo>
                    <a:pt x="3756" y="2018"/>
                    <a:pt x="3694" y="2050"/>
                    <a:pt x="3636" y="2087"/>
                  </a:cubicBezTo>
                  <a:cubicBezTo>
                    <a:pt x="3455" y="2195"/>
                    <a:pt x="3274" y="2304"/>
                    <a:pt x="3099" y="2420"/>
                  </a:cubicBezTo>
                  <a:cubicBezTo>
                    <a:pt x="3081" y="2435"/>
                    <a:pt x="3063" y="2446"/>
                    <a:pt x="3049" y="2457"/>
                  </a:cubicBezTo>
                  <a:cubicBezTo>
                    <a:pt x="3005" y="2489"/>
                    <a:pt x="2958" y="2522"/>
                    <a:pt x="2914" y="2547"/>
                  </a:cubicBezTo>
                  <a:cubicBezTo>
                    <a:pt x="2824" y="2613"/>
                    <a:pt x="2733" y="2671"/>
                    <a:pt x="2642" y="2736"/>
                  </a:cubicBezTo>
                  <a:cubicBezTo>
                    <a:pt x="2584" y="2776"/>
                    <a:pt x="2533" y="2816"/>
                    <a:pt x="2475" y="2856"/>
                  </a:cubicBezTo>
                  <a:cubicBezTo>
                    <a:pt x="2392" y="2917"/>
                    <a:pt x="2316" y="2976"/>
                    <a:pt x="2240" y="3034"/>
                  </a:cubicBezTo>
                  <a:cubicBezTo>
                    <a:pt x="2185" y="3074"/>
                    <a:pt x="2131" y="3121"/>
                    <a:pt x="2076" y="3161"/>
                  </a:cubicBezTo>
                  <a:cubicBezTo>
                    <a:pt x="2004" y="3219"/>
                    <a:pt x="1935" y="3273"/>
                    <a:pt x="1866" y="3335"/>
                  </a:cubicBezTo>
                  <a:cubicBezTo>
                    <a:pt x="1815" y="3378"/>
                    <a:pt x="1768" y="3418"/>
                    <a:pt x="1717" y="3465"/>
                  </a:cubicBezTo>
                  <a:cubicBezTo>
                    <a:pt x="1652" y="3520"/>
                    <a:pt x="1590" y="3578"/>
                    <a:pt x="1532" y="3632"/>
                  </a:cubicBezTo>
                  <a:cubicBezTo>
                    <a:pt x="1507" y="3654"/>
                    <a:pt x="1485" y="3672"/>
                    <a:pt x="1463" y="3698"/>
                  </a:cubicBezTo>
                  <a:cubicBezTo>
                    <a:pt x="1441" y="3716"/>
                    <a:pt x="1423" y="3737"/>
                    <a:pt x="1405" y="3756"/>
                  </a:cubicBezTo>
                  <a:cubicBezTo>
                    <a:pt x="1325" y="3832"/>
                    <a:pt x="1249" y="3904"/>
                    <a:pt x="1176" y="3981"/>
                  </a:cubicBezTo>
                  <a:cubicBezTo>
                    <a:pt x="1144" y="4017"/>
                    <a:pt x="1108" y="4050"/>
                    <a:pt x="1078" y="4086"/>
                  </a:cubicBezTo>
                  <a:cubicBezTo>
                    <a:pt x="981" y="4187"/>
                    <a:pt x="897" y="4285"/>
                    <a:pt x="814" y="4387"/>
                  </a:cubicBezTo>
                  <a:cubicBezTo>
                    <a:pt x="810" y="4391"/>
                    <a:pt x="806" y="4398"/>
                    <a:pt x="795" y="4405"/>
                  </a:cubicBezTo>
                  <a:lnTo>
                    <a:pt x="792" y="4409"/>
                  </a:lnTo>
                  <a:cubicBezTo>
                    <a:pt x="788" y="4416"/>
                    <a:pt x="781" y="4423"/>
                    <a:pt x="774" y="4430"/>
                  </a:cubicBezTo>
                  <a:cubicBezTo>
                    <a:pt x="708" y="4507"/>
                    <a:pt x="650" y="4586"/>
                    <a:pt x="596" y="4659"/>
                  </a:cubicBezTo>
                  <a:cubicBezTo>
                    <a:pt x="578" y="4684"/>
                    <a:pt x="560" y="4706"/>
                    <a:pt x="542" y="4735"/>
                  </a:cubicBezTo>
                  <a:cubicBezTo>
                    <a:pt x="520" y="4768"/>
                    <a:pt x="498" y="4797"/>
                    <a:pt x="473" y="4833"/>
                  </a:cubicBezTo>
                  <a:cubicBezTo>
                    <a:pt x="465" y="4851"/>
                    <a:pt x="454" y="4866"/>
                    <a:pt x="447" y="4880"/>
                  </a:cubicBezTo>
                  <a:cubicBezTo>
                    <a:pt x="396" y="4957"/>
                    <a:pt x="356" y="5029"/>
                    <a:pt x="317" y="5102"/>
                  </a:cubicBezTo>
                  <a:cubicBezTo>
                    <a:pt x="306" y="5120"/>
                    <a:pt x="288" y="5142"/>
                    <a:pt x="280" y="5167"/>
                  </a:cubicBezTo>
                  <a:cubicBezTo>
                    <a:pt x="273" y="5174"/>
                    <a:pt x="273" y="5178"/>
                    <a:pt x="269" y="5189"/>
                  </a:cubicBezTo>
                  <a:cubicBezTo>
                    <a:pt x="237" y="5250"/>
                    <a:pt x="211" y="5316"/>
                    <a:pt x="182" y="5374"/>
                  </a:cubicBezTo>
                  <a:cubicBezTo>
                    <a:pt x="175" y="5396"/>
                    <a:pt x="161" y="5421"/>
                    <a:pt x="153" y="5443"/>
                  </a:cubicBezTo>
                  <a:cubicBezTo>
                    <a:pt x="153" y="5446"/>
                    <a:pt x="153" y="5446"/>
                    <a:pt x="146" y="5450"/>
                  </a:cubicBezTo>
                  <a:cubicBezTo>
                    <a:pt x="128" y="5494"/>
                    <a:pt x="121" y="5533"/>
                    <a:pt x="106" y="5573"/>
                  </a:cubicBezTo>
                  <a:cubicBezTo>
                    <a:pt x="92" y="5610"/>
                    <a:pt x="81" y="5650"/>
                    <a:pt x="66" y="5686"/>
                  </a:cubicBezTo>
                  <a:lnTo>
                    <a:pt x="66" y="5697"/>
                  </a:lnTo>
                  <a:cubicBezTo>
                    <a:pt x="55" y="5722"/>
                    <a:pt x="55" y="5751"/>
                    <a:pt x="48" y="5773"/>
                  </a:cubicBezTo>
                  <a:cubicBezTo>
                    <a:pt x="37" y="5813"/>
                    <a:pt x="26" y="5860"/>
                    <a:pt x="19" y="5900"/>
                  </a:cubicBezTo>
                  <a:lnTo>
                    <a:pt x="19" y="5918"/>
                  </a:lnTo>
                  <a:cubicBezTo>
                    <a:pt x="15" y="5947"/>
                    <a:pt x="15" y="5969"/>
                    <a:pt x="12" y="5994"/>
                  </a:cubicBezTo>
                  <a:cubicBezTo>
                    <a:pt x="8" y="6031"/>
                    <a:pt x="1" y="6067"/>
                    <a:pt x="1" y="6099"/>
                  </a:cubicBezTo>
                  <a:lnTo>
                    <a:pt x="1" y="6132"/>
                  </a:lnTo>
                  <a:cubicBezTo>
                    <a:pt x="1" y="6158"/>
                    <a:pt x="1" y="6183"/>
                    <a:pt x="5" y="6208"/>
                  </a:cubicBezTo>
                  <a:cubicBezTo>
                    <a:pt x="5" y="6237"/>
                    <a:pt x="5" y="6259"/>
                    <a:pt x="12" y="6284"/>
                  </a:cubicBezTo>
                  <a:cubicBezTo>
                    <a:pt x="12" y="6299"/>
                    <a:pt x="15" y="6317"/>
                    <a:pt x="19" y="6332"/>
                  </a:cubicBezTo>
                  <a:cubicBezTo>
                    <a:pt x="23" y="6353"/>
                    <a:pt x="30" y="6379"/>
                    <a:pt x="34" y="6404"/>
                  </a:cubicBezTo>
                  <a:cubicBezTo>
                    <a:pt x="37" y="6422"/>
                    <a:pt x="37" y="6441"/>
                    <a:pt x="41" y="6459"/>
                  </a:cubicBezTo>
                  <a:cubicBezTo>
                    <a:pt x="52" y="6495"/>
                    <a:pt x="66" y="6528"/>
                    <a:pt x="77" y="6560"/>
                  </a:cubicBezTo>
                  <a:lnTo>
                    <a:pt x="1140" y="8955"/>
                  </a:lnTo>
                  <a:cubicBezTo>
                    <a:pt x="1122" y="8908"/>
                    <a:pt x="1108" y="8853"/>
                    <a:pt x="1093" y="8799"/>
                  </a:cubicBezTo>
                  <a:cubicBezTo>
                    <a:pt x="1089" y="8773"/>
                    <a:pt x="1086" y="8748"/>
                    <a:pt x="1082" y="8726"/>
                  </a:cubicBezTo>
                  <a:lnTo>
                    <a:pt x="1068" y="8603"/>
                  </a:lnTo>
                  <a:cubicBezTo>
                    <a:pt x="1068" y="8574"/>
                    <a:pt x="1064" y="8552"/>
                    <a:pt x="1064" y="8527"/>
                  </a:cubicBezTo>
                  <a:cubicBezTo>
                    <a:pt x="1064" y="8480"/>
                    <a:pt x="1068" y="8436"/>
                    <a:pt x="1071" y="8389"/>
                  </a:cubicBezTo>
                  <a:cubicBezTo>
                    <a:pt x="1078" y="8363"/>
                    <a:pt x="1078" y="8338"/>
                    <a:pt x="1082" y="8313"/>
                  </a:cubicBezTo>
                  <a:cubicBezTo>
                    <a:pt x="1089" y="8266"/>
                    <a:pt x="1100" y="8218"/>
                    <a:pt x="1115" y="8168"/>
                  </a:cubicBezTo>
                  <a:cubicBezTo>
                    <a:pt x="1118" y="8139"/>
                    <a:pt x="1122" y="8113"/>
                    <a:pt x="1133" y="8091"/>
                  </a:cubicBezTo>
                  <a:cubicBezTo>
                    <a:pt x="1140" y="8048"/>
                    <a:pt x="1158" y="8008"/>
                    <a:pt x="1173" y="7968"/>
                  </a:cubicBezTo>
                  <a:cubicBezTo>
                    <a:pt x="1187" y="7928"/>
                    <a:pt x="1198" y="7892"/>
                    <a:pt x="1213" y="7848"/>
                  </a:cubicBezTo>
                  <a:cubicBezTo>
                    <a:pt x="1224" y="7823"/>
                    <a:pt x="1242" y="7794"/>
                    <a:pt x="1249" y="7768"/>
                  </a:cubicBezTo>
                  <a:cubicBezTo>
                    <a:pt x="1278" y="7710"/>
                    <a:pt x="1303" y="7645"/>
                    <a:pt x="1336" y="7583"/>
                  </a:cubicBezTo>
                  <a:cubicBezTo>
                    <a:pt x="1351" y="7554"/>
                    <a:pt x="1369" y="7529"/>
                    <a:pt x="1380" y="7500"/>
                  </a:cubicBezTo>
                  <a:cubicBezTo>
                    <a:pt x="1423" y="7427"/>
                    <a:pt x="1467" y="7355"/>
                    <a:pt x="1514" y="7279"/>
                  </a:cubicBezTo>
                  <a:cubicBezTo>
                    <a:pt x="1543" y="7228"/>
                    <a:pt x="1576" y="7184"/>
                    <a:pt x="1608" y="7134"/>
                  </a:cubicBezTo>
                  <a:cubicBezTo>
                    <a:pt x="1626" y="7104"/>
                    <a:pt x="1644" y="7083"/>
                    <a:pt x="1663" y="7057"/>
                  </a:cubicBezTo>
                  <a:cubicBezTo>
                    <a:pt x="1717" y="6977"/>
                    <a:pt x="1775" y="6901"/>
                    <a:pt x="1840" y="6829"/>
                  </a:cubicBezTo>
                  <a:cubicBezTo>
                    <a:pt x="1844" y="6825"/>
                    <a:pt x="1848" y="6814"/>
                    <a:pt x="1851" y="6811"/>
                  </a:cubicBezTo>
                  <a:cubicBezTo>
                    <a:pt x="1859" y="6803"/>
                    <a:pt x="1866" y="6796"/>
                    <a:pt x="1869" y="6789"/>
                  </a:cubicBezTo>
                  <a:cubicBezTo>
                    <a:pt x="1953" y="6687"/>
                    <a:pt x="2040" y="6593"/>
                    <a:pt x="2134" y="6495"/>
                  </a:cubicBezTo>
                  <a:cubicBezTo>
                    <a:pt x="2167" y="6462"/>
                    <a:pt x="2196" y="6426"/>
                    <a:pt x="2232" y="6393"/>
                  </a:cubicBezTo>
                  <a:cubicBezTo>
                    <a:pt x="2305" y="6321"/>
                    <a:pt x="2377" y="6245"/>
                    <a:pt x="2461" y="6168"/>
                  </a:cubicBezTo>
                  <a:cubicBezTo>
                    <a:pt x="2501" y="6125"/>
                    <a:pt x="2548" y="6085"/>
                    <a:pt x="2588" y="6045"/>
                  </a:cubicBezTo>
                  <a:cubicBezTo>
                    <a:pt x="2646" y="5991"/>
                    <a:pt x="2711" y="5933"/>
                    <a:pt x="2777" y="5878"/>
                  </a:cubicBezTo>
                  <a:cubicBezTo>
                    <a:pt x="2827" y="5831"/>
                    <a:pt x="2878" y="5791"/>
                    <a:pt x="2929" y="5744"/>
                  </a:cubicBezTo>
                  <a:cubicBezTo>
                    <a:pt x="2994" y="5686"/>
                    <a:pt x="3067" y="5631"/>
                    <a:pt x="3136" y="5573"/>
                  </a:cubicBezTo>
                  <a:cubicBezTo>
                    <a:pt x="3190" y="5533"/>
                    <a:pt x="3241" y="5486"/>
                    <a:pt x="3295" y="5446"/>
                  </a:cubicBezTo>
                  <a:cubicBezTo>
                    <a:pt x="3372" y="5388"/>
                    <a:pt x="3448" y="5327"/>
                    <a:pt x="3531" y="5269"/>
                  </a:cubicBezTo>
                  <a:lnTo>
                    <a:pt x="3694" y="5145"/>
                  </a:lnTo>
                  <a:cubicBezTo>
                    <a:pt x="3782" y="5084"/>
                    <a:pt x="3876" y="5018"/>
                    <a:pt x="3967" y="4960"/>
                  </a:cubicBezTo>
                  <a:cubicBezTo>
                    <a:pt x="4028" y="4920"/>
                    <a:pt x="4090" y="4873"/>
                    <a:pt x="4152" y="4833"/>
                  </a:cubicBezTo>
                  <a:cubicBezTo>
                    <a:pt x="4329" y="4721"/>
                    <a:pt x="4507" y="4608"/>
                    <a:pt x="4689" y="4499"/>
                  </a:cubicBezTo>
                  <a:cubicBezTo>
                    <a:pt x="4747" y="4463"/>
                    <a:pt x="4808" y="4430"/>
                    <a:pt x="4870" y="4394"/>
                  </a:cubicBezTo>
                  <a:cubicBezTo>
                    <a:pt x="4986" y="4325"/>
                    <a:pt x="5106" y="4256"/>
                    <a:pt x="5226" y="4191"/>
                  </a:cubicBezTo>
                  <a:cubicBezTo>
                    <a:pt x="5443" y="4071"/>
                    <a:pt x="5668" y="3955"/>
                    <a:pt x="5890" y="3846"/>
                  </a:cubicBezTo>
                  <a:cubicBezTo>
                    <a:pt x="5966" y="3810"/>
                    <a:pt x="6042" y="3774"/>
                    <a:pt x="6125" y="3737"/>
                  </a:cubicBezTo>
                  <a:cubicBezTo>
                    <a:pt x="6249" y="3676"/>
                    <a:pt x="6368" y="3618"/>
                    <a:pt x="6492" y="3567"/>
                  </a:cubicBezTo>
                  <a:cubicBezTo>
                    <a:pt x="6684" y="3484"/>
                    <a:pt x="6873" y="3404"/>
                    <a:pt x="7065" y="3327"/>
                  </a:cubicBezTo>
                  <a:lnTo>
                    <a:pt x="7130" y="3302"/>
                  </a:lnTo>
                  <a:cubicBezTo>
                    <a:pt x="7294" y="3237"/>
                    <a:pt x="7457" y="3175"/>
                    <a:pt x="7617" y="3121"/>
                  </a:cubicBezTo>
                  <a:cubicBezTo>
                    <a:pt x="7671" y="3103"/>
                    <a:pt x="7725" y="3084"/>
                    <a:pt x="7783" y="3059"/>
                  </a:cubicBezTo>
                  <a:cubicBezTo>
                    <a:pt x="7910" y="3015"/>
                    <a:pt x="8037" y="2976"/>
                    <a:pt x="8164" y="2932"/>
                  </a:cubicBezTo>
                  <a:lnTo>
                    <a:pt x="8342" y="2878"/>
                  </a:lnTo>
                  <a:cubicBezTo>
                    <a:pt x="8473" y="2838"/>
                    <a:pt x="8607" y="2801"/>
                    <a:pt x="8734" y="2769"/>
                  </a:cubicBezTo>
                  <a:cubicBezTo>
                    <a:pt x="8778" y="2758"/>
                    <a:pt x="8825" y="2743"/>
                    <a:pt x="8868" y="2732"/>
                  </a:cubicBezTo>
                  <a:cubicBezTo>
                    <a:pt x="9042" y="2689"/>
                    <a:pt x="9209" y="2649"/>
                    <a:pt x="9376" y="2616"/>
                  </a:cubicBezTo>
                  <a:cubicBezTo>
                    <a:pt x="9409" y="2605"/>
                    <a:pt x="9445" y="2602"/>
                    <a:pt x="9478" y="2598"/>
                  </a:cubicBezTo>
                  <a:cubicBezTo>
                    <a:pt x="9608" y="2569"/>
                    <a:pt x="9739" y="2547"/>
                    <a:pt x="9870" y="2526"/>
                  </a:cubicBezTo>
                  <a:cubicBezTo>
                    <a:pt x="9931" y="2515"/>
                    <a:pt x="9986" y="2508"/>
                    <a:pt x="10040" y="2497"/>
                  </a:cubicBezTo>
                  <a:cubicBezTo>
                    <a:pt x="10142" y="2486"/>
                    <a:pt x="10247" y="2471"/>
                    <a:pt x="10349" y="2457"/>
                  </a:cubicBezTo>
                  <a:cubicBezTo>
                    <a:pt x="10414" y="2449"/>
                    <a:pt x="10479" y="2442"/>
                    <a:pt x="10548" y="2435"/>
                  </a:cubicBezTo>
                  <a:cubicBezTo>
                    <a:pt x="10628" y="2424"/>
                    <a:pt x="10711" y="2420"/>
                    <a:pt x="10791" y="2417"/>
                  </a:cubicBezTo>
                  <a:cubicBezTo>
                    <a:pt x="10886" y="2413"/>
                    <a:pt x="10976" y="2406"/>
                    <a:pt x="11067" y="2406"/>
                  </a:cubicBezTo>
                  <a:lnTo>
                    <a:pt x="11310" y="2406"/>
                  </a:lnTo>
                  <a:cubicBezTo>
                    <a:pt x="11368" y="2406"/>
                    <a:pt x="11426" y="2413"/>
                    <a:pt x="11484" y="2413"/>
                  </a:cubicBezTo>
                  <a:cubicBezTo>
                    <a:pt x="11571" y="2417"/>
                    <a:pt x="11655" y="2424"/>
                    <a:pt x="11731" y="2435"/>
                  </a:cubicBezTo>
                  <a:cubicBezTo>
                    <a:pt x="11782" y="2439"/>
                    <a:pt x="11836" y="2442"/>
                    <a:pt x="11883" y="2453"/>
                  </a:cubicBezTo>
                  <a:cubicBezTo>
                    <a:pt x="11970" y="2468"/>
                    <a:pt x="12054" y="2486"/>
                    <a:pt x="12130" y="2504"/>
                  </a:cubicBezTo>
                  <a:cubicBezTo>
                    <a:pt x="12170" y="2511"/>
                    <a:pt x="12210" y="2515"/>
                    <a:pt x="12246" y="2529"/>
                  </a:cubicBezTo>
                  <a:cubicBezTo>
                    <a:pt x="12362" y="2562"/>
                    <a:pt x="12471" y="2598"/>
                    <a:pt x="12569" y="2638"/>
                  </a:cubicBezTo>
                  <a:cubicBezTo>
                    <a:pt x="12950" y="2801"/>
                    <a:pt x="13197" y="3037"/>
                    <a:pt x="13309" y="332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1492497" y="1188751"/>
              <a:ext cx="677533" cy="412181"/>
            </a:xfrm>
            <a:custGeom>
              <a:avLst/>
              <a:gdLst/>
              <a:ahLst/>
              <a:cxnLst/>
              <a:rect l="l" t="t" r="r" b="b"/>
              <a:pathLst>
                <a:path w="23243" h="14140" extrusionOk="0">
                  <a:moveTo>
                    <a:pt x="23210" y="3317"/>
                  </a:moveTo>
                  <a:cubicBezTo>
                    <a:pt x="23207" y="3281"/>
                    <a:pt x="23196" y="3248"/>
                    <a:pt x="23192" y="3212"/>
                  </a:cubicBezTo>
                  <a:cubicBezTo>
                    <a:pt x="23185" y="3157"/>
                    <a:pt x="23174" y="3106"/>
                    <a:pt x="23159" y="3052"/>
                  </a:cubicBezTo>
                  <a:lnTo>
                    <a:pt x="23149" y="2972"/>
                  </a:lnTo>
                  <a:cubicBezTo>
                    <a:pt x="23127" y="2903"/>
                    <a:pt x="23105" y="2831"/>
                    <a:pt x="23080" y="2765"/>
                  </a:cubicBezTo>
                  <a:lnTo>
                    <a:pt x="21810" y="1"/>
                  </a:lnTo>
                  <a:cubicBezTo>
                    <a:pt x="21846" y="91"/>
                    <a:pt x="21871" y="189"/>
                    <a:pt x="21897" y="287"/>
                  </a:cubicBezTo>
                  <a:cubicBezTo>
                    <a:pt x="21908" y="334"/>
                    <a:pt x="21919" y="389"/>
                    <a:pt x="21926" y="443"/>
                  </a:cubicBezTo>
                  <a:cubicBezTo>
                    <a:pt x="21937" y="512"/>
                    <a:pt x="21944" y="581"/>
                    <a:pt x="21951" y="650"/>
                  </a:cubicBezTo>
                  <a:cubicBezTo>
                    <a:pt x="21955" y="705"/>
                    <a:pt x="21958" y="755"/>
                    <a:pt x="21958" y="813"/>
                  </a:cubicBezTo>
                  <a:cubicBezTo>
                    <a:pt x="21958" y="879"/>
                    <a:pt x="21958" y="951"/>
                    <a:pt x="21951" y="1024"/>
                  </a:cubicBezTo>
                  <a:cubicBezTo>
                    <a:pt x="21944" y="1085"/>
                    <a:pt x="21940" y="1144"/>
                    <a:pt x="21933" y="1202"/>
                  </a:cubicBezTo>
                  <a:cubicBezTo>
                    <a:pt x="21922" y="1274"/>
                    <a:pt x="21908" y="1347"/>
                    <a:pt x="21897" y="1419"/>
                  </a:cubicBezTo>
                  <a:cubicBezTo>
                    <a:pt x="21882" y="1481"/>
                    <a:pt x="21868" y="1550"/>
                    <a:pt x="21850" y="1619"/>
                  </a:cubicBezTo>
                  <a:cubicBezTo>
                    <a:pt x="21831" y="1688"/>
                    <a:pt x="21810" y="1760"/>
                    <a:pt x="21788" y="1833"/>
                  </a:cubicBezTo>
                  <a:cubicBezTo>
                    <a:pt x="21763" y="1909"/>
                    <a:pt x="21737" y="1985"/>
                    <a:pt x="21704" y="2065"/>
                  </a:cubicBezTo>
                  <a:cubicBezTo>
                    <a:pt x="21661" y="2178"/>
                    <a:pt x="21614" y="2294"/>
                    <a:pt x="21559" y="2413"/>
                  </a:cubicBezTo>
                  <a:lnTo>
                    <a:pt x="21545" y="2439"/>
                  </a:lnTo>
                  <a:cubicBezTo>
                    <a:pt x="21487" y="2566"/>
                    <a:pt x="21418" y="2693"/>
                    <a:pt x="21342" y="2827"/>
                  </a:cubicBezTo>
                  <a:cubicBezTo>
                    <a:pt x="21327" y="2852"/>
                    <a:pt x="21316" y="2874"/>
                    <a:pt x="21298" y="2903"/>
                  </a:cubicBezTo>
                  <a:cubicBezTo>
                    <a:pt x="21218" y="3034"/>
                    <a:pt x="21135" y="3168"/>
                    <a:pt x="21044" y="3306"/>
                  </a:cubicBezTo>
                  <a:cubicBezTo>
                    <a:pt x="21015" y="3346"/>
                    <a:pt x="20982" y="3393"/>
                    <a:pt x="20953" y="3433"/>
                  </a:cubicBezTo>
                  <a:cubicBezTo>
                    <a:pt x="20881" y="3538"/>
                    <a:pt x="20801" y="3636"/>
                    <a:pt x="20725" y="3741"/>
                  </a:cubicBezTo>
                  <a:cubicBezTo>
                    <a:pt x="20689" y="3792"/>
                    <a:pt x="20652" y="3836"/>
                    <a:pt x="20612" y="3886"/>
                  </a:cubicBezTo>
                  <a:cubicBezTo>
                    <a:pt x="20504" y="4021"/>
                    <a:pt x="20395" y="4159"/>
                    <a:pt x="20271" y="4293"/>
                  </a:cubicBezTo>
                  <a:cubicBezTo>
                    <a:pt x="20264" y="4307"/>
                    <a:pt x="20250" y="4318"/>
                    <a:pt x="20239" y="4333"/>
                  </a:cubicBezTo>
                  <a:cubicBezTo>
                    <a:pt x="20119" y="4471"/>
                    <a:pt x="19985" y="4608"/>
                    <a:pt x="19850" y="4746"/>
                  </a:cubicBezTo>
                  <a:cubicBezTo>
                    <a:pt x="19829" y="4772"/>
                    <a:pt x="19811" y="4794"/>
                    <a:pt x="19785" y="4815"/>
                  </a:cubicBezTo>
                  <a:cubicBezTo>
                    <a:pt x="19655" y="4946"/>
                    <a:pt x="19513" y="5084"/>
                    <a:pt x="19375" y="5214"/>
                  </a:cubicBezTo>
                  <a:cubicBezTo>
                    <a:pt x="19277" y="5305"/>
                    <a:pt x="19176" y="5396"/>
                    <a:pt x="19074" y="5487"/>
                  </a:cubicBezTo>
                  <a:cubicBezTo>
                    <a:pt x="18987" y="5563"/>
                    <a:pt x="18903" y="5643"/>
                    <a:pt x="18813" y="5719"/>
                  </a:cubicBezTo>
                  <a:cubicBezTo>
                    <a:pt x="18704" y="5809"/>
                    <a:pt x="18588" y="5900"/>
                    <a:pt x="18475" y="5991"/>
                  </a:cubicBezTo>
                  <a:cubicBezTo>
                    <a:pt x="18381" y="6067"/>
                    <a:pt x="18290" y="6140"/>
                    <a:pt x="18196" y="6219"/>
                  </a:cubicBezTo>
                  <a:cubicBezTo>
                    <a:pt x="18076" y="6310"/>
                    <a:pt x="17949" y="6404"/>
                    <a:pt x="17826" y="6495"/>
                  </a:cubicBezTo>
                  <a:cubicBezTo>
                    <a:pt x="17728" y="6568"/>
                    <a:pt x="17634" y="6644"/>
                    <a:pt x="17528" y="6716"/>
                  </a:cubicBezTo>
                  <a:cubicBezTo>
                    <a:pt x="17398" y="6811"/>
                    <a:pt x="17256" y="6902"/>
                    <a:pt x="17118" y="6999"/>
                  </a:cubicBezTo>
                  <a:cubicBezTo>
                    <a:pt x="17002" y="7079"/>
                    <a:pt x="16890" y="7163"/>
                    <a:pt x="16766" y="7239"/>
                  </a:cubicBezTo>
                  <a:cubicBezTo>
                    <a:pt x="16520" y="7399"/>
                    <a:pt x="16277" y="7551"/>
                    <a:pt x="16026" y="7707"/>
                  </a:cubicBezTo>
                  <a:cubicBezTo>
                    <a:pt x="15983" y="7732"/>
                    <a:pt x="15936" y="7761"/>
                    <a:pt x="15885" y="7787"/>
                  </a:cubicBezTo>
                  <a:cubicBezTo>
                    <a:pt x="15645" y="7932"/>
                    <a:pt x="15402" y="8073"/>
                    <a:pt x="15155" y="8208"/>
                  </a:cubicBezTo>
                  <a:cubicBezTo>
                    <a:pt x="15116" y="8229"/>
                    <a:pt x="15079" y="8248"/>
                    <a:pt x="15039" y="8273"/>
                  </a:cubicBezTo>
                  <a:cubicBezTo>
                    <a:pt x="14687" y="8462"/>
                    <a:pt x="14339" y="8643"/>
                    <a:pt x="13987" y="8821"/>
                  </a:cubicBezTo>
                  <a:cubicBezTo>
                    <a:pt x="13944" y="8839"/>
                    <a:pt x="13904" y="8861"/>
                    <a:pt x="13864" y="8879"/>
                  </a:cubicBezTo>
                  <a:cubicBezTo>
                    <a:pt x="13574" y="9020"/>
                    <a:pt x="13280" y="9155"/>
                    <a:pt x="12982" y="9289"/>
                  </a:cubicBezTo>
                  <a:cubicBezTo>
                    <a:pt x="12935" y="9311"/>
                    <a:pt x="12888" y="9329"/>
                    <a:pt x="12837" y="9351"/>
                  </a:cubicBezTo>
                  <a:cubicBezTo>
                    <a:pt x="12572" y="9470"/>
                    <a:pt x="12307" y="9579"/>
                    <a:pt x="12039" y="9688"/>
                  </a:cubicBezTo>
                  <a:cubicBezTo>
                    <a:pt x="11995" y="9706"/>
                    <a:pt x="11955" y="9724"/>
                    <a:pt x="11908" y="9735"/>
                  </a:cubicBezTo>
                  <a:cubicBezTo>
                    <a:pt x="11672" y="9826"/>
                    <a:pt x="11440" y="9917"/>
                    <a:pt x="11204" y="10004"/>
                  </a:cubicBezTo>
                  <a:cubicBezTo>
                    <a:pt x="11168" y="10018"/>
                    <a:pt x="11139" y="10033"/>
                    <a:pt x="11103" y="10040"/>
                  </a:cubicBezTo>
                  <a:cubicBezTo>
                    <a:pt x="10860" y="10127"/>
                    <a:pt x="10617" y="10207"/>
                    <a:pt x="10377" y="10290"/>
                  </a:cubicBezTo>
                  <a:cubicBezTo>
                    <a:pt x="10323" y="10308"/>
                    <a:pt x="10261" y="10327"/>
                    <a:pt x="10207" y="10345"/>
                  </a:cubicBezTo>
                  <a:cubicBezTo>
                    <a:pt x="9989" y="10414"/>
                    <a:pt x="9771" y="10479"/>
                    <a:pt x="9561" y="10544"/>
                  </a:cubicBezTo>
                  <a:cubicBezTo>
                    <a:pt x="9535" y="10552"/>
                    <a:pt x="9510" y="10559"/>
                    <a:pt x="9488" y="10566"/>
                  </a:cubicBezTo>
                  <a:cubicBezTo>
                    <a:pt x="9252" y="10635"/>
                    <a:pt x="9020" y="10697"/>
                    <a:pt x="8788" y="10758"/>
                  </a:cubicBezTo>
                  <a:cubicBezTo>
                    <a:pt x="8733" y="10769"/>
                    <a:pt x="8675" y="10784"/>
                    <a:pt x="8621" y="10798"/>
                  </a:cubicBezTo>
                  <a:cubicBezTo>
                    <a:pt x="8400" y="10853"/>
                    <a:pt x="8182" y="10907"/>
                    <a:pt x="7964" y="10951"/>
                  </a:cubicBezTo>
                  <a:cubicBezTo>
                    <a:pt x="7950" y="10958"/>
                    <a:pt x="7932" y="10962"/>
                    <a:pt x="7913" y="10962"/>
                  </a:cubicBezTo>
                  <a:cubicBezTo>
                    <a:pt x="7678" y="11012"/>
                    <a:pt x="7442" y="11056"/>
                    <a:pt x="7210" y="11096"/>
                  </a:cubicBezTo>
                  <a:cubicBezTo>
                    <a:pt x="7159" y="11107"/>
                    <a:pt x="7104" y="11114"/>
                    <a:pt x="7057" y="11125"/>
                  </a:cubicBezTo>
                  <a:cubicBezTo>
                    <a:pt x="6814" y="11165"/>
                    <a:pt x="6575" y="11201"/>
                    <a:pt x="6339" y="11234"/>
                  </a:cubicBezTo>
                  <a:lnTo>
                    <a:pt x="6245" y="11248"/>
                  </a:lnTo>
                  <a:cubicBezTo>
                    <a:pt x="5969" y="11284"/>
                    <a:pt x="5697" y="11310"/>
                    <a:pt x="5432" y="11332"/>
                  </a:cubicBezTo>
                  <a:cubicBezTo>
                    <a:pt x="5406" y="11332"/>
                    <a:pt x="5381" y="11339"/>
                    <a:pt x="5356" y="11339"/>
                  </a:cubicBezTo>
                  <a:cubicBezTo>
                    <a:pt x="5214" y="11346"/>
                    <a:pt x="5080" y="11357"/>
                    <a:pt x="4942" y="11361"/>
                  </a:cubicBezTo>
                  <a:cubicBezTo>
                    <a:pt x="4888" y="11364"/>
                    <a:pt x="4829" y="11364"/>
                    <a:pt x="4775" y="11364"/>
                  </a:cubicBezTo>
                  <a:cubicBezTo>
                    <a:pt x="4670" y="11368"/>
                    <a:pt x="4565" y="11368"/>
                    <a:pt x="4467" y="11368"/>
                  </a:cubicBezTo>
                  <a:lnTo>
                    <a:pt x="4245" y="11368"/>
                  </a:lnTo>
                  <a:cubicBezTo>
                    <a:pt x="4180" y="11368"/>
                    <a:pt x="4111" y="11368"/>
                    <a:pt x="4049" y="11364"/>
                  </a:cubicBezTo>
                  <a:cubicBezTo>
                    <a:pt x="3973" y="11361"/>
                    <a:pt x="3901" y="11361"/>
                    <a:pt x="3828" y="11357"/>
                  </a:cubicBezTo>
                  <a:cubicBezTo>
                    <a:pt x="3763" y="11350"/>
                    <a:pt x="3701" y="11350"/>
                    <a:pt x="3639" y="11346"/>
                  </a:cubicBezTo>
                  <a:cubicBezTo>
                    <a:pt x="3567" y="11342"/>
                    <a:pt x="3494" y="11332"/>
                    <a:pt x="3422" y="11328"/>
                  </a:cubicBezTo>
                  <a:cubicBezTo>
                    <a:pt x="3364" y="11324"/>
                    <a:pt x="3306" y="11321"/>
                    <a:pt x="3248" y="11310"/>
                  </a:cubicBezTo>
                  <a:cubicBezTo>
                    <a:pt x="3175" y="11303"/>
                    <a:pt x="3106" y="11292"/>
                    <a:pt x="3034" y="11284"/>
                  </a:cubicBezTo>
                  <a:cubicBezTo>
                    <a:pt x="2979" y="11274"/>
                    <a:pt x="2921" y="11270"/>
                    <a:pt x="2867" y="11259"/>
                  </a:cubicBezTo>
                  <a:cubicBezTo>
                    <a:pt x="2794" y="11248"/>
                    <a:pt x="2725" y="11234"/>
                    <a:pt x="2656" y="11219"/>
                  </a:cubicBezTo>
                  <a:cubicBezTo>
                    <a:pt x="2605" y="11212"/>
                    <a:pt x="2551" y="11201"/>
                    <a:pt x="2504" y="11186"/>
                  </a:cubicBezTo>
                  <a:cubicBezTo>
                    <a:pt x="2431" y="11176"/>
                    <a:pt x="2362" y="11157"/>
                    <a:pt x="2293" y="11139"/>
                  </a:cubicBezTo>
                  <a:cubicBezTo>
                    <a:pt x="2250" y="11125"/>
                    <a:pt x="2203" y="11114"/>
                    <a:pt x="2159" y="11103"/>
                  </a:cubicBezTo>
                  <a:cubicBezTo>
                    <a:pt x="2079" y="11078"/>
                    <a:pt x="2014" y="11056"/>
                    <a:pt x="1941" y="11034"/>
                  </a:cubicBezTo>
                  <a:cubicBezTo>
                    <a:pt x="1905" y="11020"/>
                    <a:pt x="1869" y="11012"/>
                    <a:pt x="1833" y="11001"/>
                  </a:cubicBezTo>
                  <a:cubicBezTo>
                    <a:pt x="1727" y="10965"/>
                    <a:pt x="1622" y="10925"/>
                    <a:pt x="1524" y="10885"/>
                  </a:cubicBezTo>
                  <a:cubicBezTo>
                    <a:pt x="733" y="10548"/>
                    <a:pt x="229" y="10062"/>
                    <a:pt x="0" y="9474"/>
                  </a:cubicBezTo>
                  <a:lnTo>
                    <a:pt x="1270" y="12239"/>
                  </a:lnTo>
                  <a:cubicBezTo>
                    <a:pt x="1506" y="12830"/>
                    <a:pt x="2003" y="13316"/>
                    <a:pt x="2794" y="13650"/>
                  </a:cubicBezTo>
                  <a:cubicBezTo>
                    <a:pt x="2892" y="13690"/>
                    <a:pt x="2997" y="13734"/>
                    <a:pt x="3102" y="13770"/>
                  </a:cubicBezTo>
                  <a:cubicBezTo>
                    <a:pt x="3139" y="13781"/>
                    <a:pt x="3175" y="13792"/>
                    <a:pt x="3215" y="13806"/>
                  </a:cubicBezTo>
                  <a:cubicBezTo>
                    <a:pt x="3287" y="13828"/>
                    <a:pt x="3356" y="13850"/>
                    <a:pt x="3433" y="13871"/>
                  </a:cubicBezTo>
                  <a:cubicBezTo>
                    <a:pt x="3476" y="13886"/>
                    <a:pt x="3527" y="13897"/>
                    <a:pt x="3574" y="13908"/>
                  </a:cubicBezTo>
                  <a:cubicBezTo>
                    <a:pt x="3639" y="13926"/>
                    <a:pt x="3708" y="13944"/>
                    <a:pt x="3781" y="13958"/>
                  </a:cubicBezTo>
                  <a:cubicBezTo>
                    <a:pt x="3832" y="13969"/>
                    <a:pt x="3886" y="13977"/>
                    <a:pt x="3941" y="13991"/>
                  </a:cubicBezTo>
                  <a:cubicBezTo>
                    <a:pt x="4010" y="14006"/>
                    <a:pt x="4075" y="14017"/>
                    <a:pt x="4147" y="14027"/>
                  </a:cubicBezTo>
                  <a:cubicBezTo>
                    <a:pt x="4202" y="14035"/>
                    <a:pt x="4263" y="14046"/>
                    <a:pt x="4318" y="14049"/>
                  </a:cubicBezTo>
                  <a:cubicBezTo>
                    <a:pt x="4383" y="14060"/>
                    <a:pt x="4456" y="14067"/>
                    <a:pt x="4528" y="14078"/>
                  </a:cubicBezTo>
                  <a:cubicBezTo>
                    <a:pt x="4590" y="14082"/>
                    <a:pt x="4648" y="14089"/>
                    <a:pt x="4706" y="14096"/>
                  </a:cubicBezTo>
                  <a:cubicBezTo>
                    <a:pt x="4779" y="14100"/>
                    <a:pt x="4851" y="14107"/>
                    <a:pt x="4924" y="14114"/>
                  </a:cubicBezTo>
                  <a:cubicBezTo>
                    <a:pt x="4989" y="14118"/>
                    <a:pt x="5051" y="14122"/>
                    <a:pt x="5116" y="14122"/>
                  </a:cubicBezTo>
                  <a:cubicBezTo>
                    <a:pt x="5189" y="14125"/>
                    <a:pt x="5265" y="14133"/>
                    <a:pt x="5337" y="14133"/>
                  </a:cubicBezTo>
                  <a:cubicBezTo>
                    <a:pt x="5399" y="14133"/>
                    <a:pt x="5468" y="14136"/>
                    <a:pt x="5533" y="14136"/>
                  </a:cubicBezTo>
                  <a:cubicBezTo>
                    <a:pt x="5588" y="14136"/>
                    <a:pt x="5642" y="14140"/>
                    <a:pt x="5697" y="14140"/>
                  </a:cubicBezTo>
                  <a:lnTo>
                    <a:pt x="5755" y="14140"/>
                  </a:lnTo>
                  <a:cubicBezTo>
                    <a:pt x="5853" y="14140"/>
                    <a:pt x="5958" y="14136"/>
                    <a:pt x="6063" y="14136"/>
                  </a:cubicBezTo>
                  <a:cubicBezTo>
                    <a:pt x="6118" y="14136"/>
                    <a:pt x="6172" y="14133"/>
                    <a:pt x="6230" y="14133"/>
                  </a:cubicBezTo>
                  <a:cubicBezTo>
                    <a:pt x="6368" y="14125"/>
                    <a:pt x="6502" y="14118"/>
                    <a:pt x="6644" y="14107"/>
                  </a:cubicBezTo>
                  <a:cubicBezTo>
                    <a:pt x="6665" y="14107"/>
                    <a:pt x="6687" y="14104"/>
                    <a:pt x="6716" y="14104"/>
                  </a:cubicBezTo>
                  <a:lnTo>
                    <a:pt x="6720" y="14104"/>
                  </a:lnTo>
                  <a:cubicBezTo>
                    <a:pt x="6981" y="14085"/>
                    <a:pt x="7253" y="14053"/>
                    <a:pt x="7533" y="14017"/>
                  </a:cubicBezTo>
                  <a:cubicBezTo>
                    <a:pt x="7551" y="14013"/>
                    <a:pt x="7572" y="14013"/>
                    <a:pt x="7591" y="14013"/>
                  </a:cubicBezTo>
                  <a:cubicBezTo>
                    <a:pt x="7601" y="14013"/>
                    <a:pt x="7612" y="14009"/>
                    <a:pt x="7623" y="14009"/>
                  </a:cubicBezTo>
                  <a:cubicBezTo>
                    <a:pt x="7859" y="13977"/>
                    <a:pt x="8099" y="13940"/>
                    <a:pt x="8338" y="13900"/>
                  </a:cubicBezTo>
                  <a:cubicBezTo>
                    <a:pt x="8360" y="13897"/>
                    <a:pt x="8385" y="13897"/>
                    <a:pt x="8411" y="13890"/>
                  </a:cubicBezTo>
                  <a:cubicBezTo>
                    <a:pt x="8440" y="13886"/>
                    <a:pt x="8465" y="13879"/>
                    <a:pt x="8494" y="13871"/>
                  </a:cubicBezTo>
                  <a:cubicBezTo>
                    <a:pt x="8723" y="13831"/>
                    <a:pt x="8958" y="13788"/>
                    <a:pt x="9194" y="13737"/>
                  </a:cubicBezTo>
                  <a:lnTo>
                    <a:pt x="9205" y="13737"/>
                  </a:lnTo>
                  <a:cubicBezTo>
                    <a:pt x="9220" y="13734"/>
                    <a:pt x="9231" y="13734"/>
                    <a:pt x="9241" y="13726"/>
                  </a:cubicBezTo>
                  <a:cubicBezTo>
                    <a:pt x="9459" y="13683"/>
                    <a:pt x="9677" y="13628"/>
                    <a:pt x="9898" y="13574"/>
                  </a:cubicBezTo>
                  <a:cubicBezTo>
                    <a:pt x="9931" y="13563"/>
                    <a:pt x="9956" y="13559"/>
                    <a:pt x="9989" y="13552"/>
                  </a:cubicBezTo>
                  <a:cubicBezTo>
                    <a:pt x="10018" y="13545"/>
                    <a:pt x="10043" y="13538"/>
                    <a:pt x="10065" y="13527"/>
                  </a:cubicBezTo>
                  <a:cubicBezTo>
                    <a:pt x="10297" y="13469"/>
                    <a:pt x="10529" y="13407"/>
                    <a:pt x="10765" y="13338"/>
                  </a:cubicBezTo>
                  <a:cubicBezTo>
                    <a:pt x="10769" y="13338"/>
                    <a:pt x="10776" y="13334"/>
                    <a:pt x="10783" y="13334"/>
                  </a:cubicBezTo>
                  <a:cubicBezTo>
                    <a:pt x="10802" y="13327"/>
                    <a:pt x="10820" y="13320"/>
                    <a:pt x="10841" y="13316"/>
                  </a:cubicBezTo>
                  <a:cubicBezTo>
                    <a:pt x="11059" y="13251"/>
                    <a:pt x="11273" y="13182"/>
                    <a:pt x="11491" y="13117"/>
                  </a:cubicBezTo>
                  <a:cubicBezTo>
                    <a:pt x="11524" y="13106"/>
                    <a:pt x="11556" y="13099"/>
                    <a:pt x="11585" y="13084"/>
                  </a:cubicBezTo>
                  <a:cubicBezTo>
                    <a:pt x="11607" y="13073"/>
                    <a:pt x="11636" y="13066"/>
                    <a:pt x="11658" y="13055"/>
                  </a:cubicBezTo>
                  <a:cubicBezTo>
                    <a:pt x="11897" y="12979"/>
                    <a:pt x="12140" y="12892"/>
                    <a:pt x="12384" y="12808"/>
                  </a:cubicBezTo>
                  <a:cubicBezTo>
                    <a:pt x="12394" y="12801"/>
                    <a:pt x="12402" y="12801"/>
                    <a:pt x="12413" y="12797"/>
                  </a:cubicBezTo>
                  <a:cubicBezTo>
                    <a:pt x="12434" y="12790"/>
                    <a:pt x="12460" y="12779"/>
                    <a:pt x="12485" y="12772"/>
                  </a:cubicBezTo>
                  <a:cubicBezTo>
                    <a:pt x="12721" y="12685"/>
                    <a:pt x="12950" y="12598"/>
                    <a:pt x="13185" y="12504"/>
                  </a:cubicBezTo>
                  <a:cubicBezTo>
                    <a:pt x="13218" y="12489"/>
                    <a:pt x="13247" y="12482"/>
                    <a:pt x="13276" y="12467"/>
                  </a:cubicBezTo>
                  <a:cubicBezTo>
                    <a:pt x="13291" y="12464"/>
                    <a:pt x="13305" y="12453"/>
                    <a:pt x="13320" y="12449"/>
                  </a:cubicBezTo>
                  <a:cubicBezTo>
                    <a:pt x="13584" y="12340"/>
                    <a:pt x="13853" y="12231"/>
                    <a:pt x="14118" y="12112"/>
                  </a:cubicBezTo>
                  <a:cubicBezTo>
                    <a:pt x="14143" y="12104"/>
                    <a:pt x="14165" y="12090"/>
                    <a:pt x="14194" y="12083"/>
                  </a:cubicBezTo>
                  <a:cubicBezTo>
                    <a:pt x="14216" y="12072"/>
                    <a:pt x="14238" y="12057"/>
                    <a:pt x="14263" y="12050"/>
                  </a:cubicBezTo>
                  <a:cubicBezTo>
                    <a:pt x="14557" y="11919"/>
                    <a:pt x="14851" y="11782"/>
                    <a:pt x="15141" y="11640"/>
                  </a:cubicBezTo>
                  <a:cubicBezTo>
                    <a:pt x="15159" y="11633"/>
                    <a:pt x="15181" y="11622"/>
                    <a:pt x="15199" y="11615"/>
                  </a:cubicBezTo>
                  <a:cubicBezTo>
                    <a:pt x="15217" y="11604"/>
                    <a:pt x="15243" y="11593"/>
                    <a:pt x="15261" y="11582"/>
                  </a:cubicBezTo>
                  <a:cubicBezTo>
                    <a:pt x="15613" y="11404"/>
                    <a:pt x="15968" y="11223"/>
                    <a:pt x="16313" y="11034"/>
                  </a:cubicBezTo>
                  <a:cubicBezTo>
                    <a:pt x="16331" y="11023"/>
                    <a:pt x="16353" y="11012"/>
                    <a:pt x="16371" y="11001"/>
                  </a:cubicBezTo>
                  <a:cubicBezTo>
                    <a:pt x="16389" y="10994"/>
                    <a:pt x="16407" y="10980"/>
                    <a:pt x="16425" y="10969"/>
                  </a:cubicBezTo>
                  <a:cubicBezTo>
                    <a:pt x="16668" y="10835"/>
                    <a:pt x="16915" y="10693"/>
                    <a:pt x="17158" y="10548"/>
                  </a:cubicBezTo>
                  <a:lnTo>
                    <a:pt x="17296" y="10468"/>
                  </a:lnTo>
                  <a:cubicBezTo>
                    <a:pt x="17546" y="10316"/>
                    <a:pt x="17793" y="10160"/>
                    <a:pt x="18040" y="10000"/>
                  </a:cubicBezTo>
                  <a:cubicBezTo>
                    <a:pt x="18065" y="9982"/>
                    <a:pt x="18098" y="9964"/>
                    <a:pt x="18127" y="9946"/>
                  </a:cubicBezTo>
                  <a:cubicBezTo>
                    <a:pt x="18218" y="9888"/>
                    <a:pt x="18305" y="9822"/>
                    <a:pt x="18396" y="9761"/>
                  </a:cubicBezTo>
                  <a:cubicBezTo>
                    <a:pt x="18530" y="9663"/>
                    <a:pt x="18671" y="9572"/>
                    <a:pt x="18802" y="9478"/>
                  </a:cubicBezTo>
                  <a:cubicBezTo>
                    <a:pt x="18907" y="9405"/>
                    <a:pt x="19001" y="9329"/>
                    <a:pt x="19103" y="9256"/>
                  </a:cubicBezTo>
                  <a:cubicBezTo>
                    <a:pt x="19223" y="9166"/>
                    <a:pt x="19350" y="9071"/>
                    <a:pt x="19469" y="8981"/>
                  </a:cubicBezTo>
                  <a:cubicBezTo>
                    <a:pt x="19564" y="8901"/>
                    <a:pt x="19658" y="8828"/>
                    <a:pt x="19749" y="8752"/>
                  </a:cubicBezTo>
                  <a:cubicBezTo>
                    <a:pt x="19861" y="8661"/>
                    <a:pt x="19977" y="8571"/>
                    <a:pt x="20086" y="8480"/>
                  </a:cubicBezTo>
                  <a:cubicBezTo>
                    <a:pt x="20177" y="8404"/>
                    <a:pt x="20264" y="8327"/>
                    <a:pt x="20348" y="8248"/>
                  </a:cubicBezTo>
                  <a:cubicBezTo>
                    <a:pt x="20453" y="8157"/>
                    <a:pt x="20554" y="8066"/>
                    <a:pt x="20649" y="7975"/>
                  </a:cubicBezTo>
                  <a:cubicBezTo>
                    <a:pt x="20670" y="7954"/>
                    <a:pt x="20696" y="7932"/>
                    <a:pt x="20721" y="7914"/>
                  </a:cubicBezTo>
                  <a:cubicBezTo>
                    <a:pt x="20837" y="7801"/>
                    <a:pt x="20950" y="7692"/>
                    <a:pt x="21059" y="7576"/>
                  </a:cubicBezTo>
                  <a:lnTo>
                    <a:pt x="21128" y="7511"/>
                  </a:lnTo>
                  <a:cubicBezTo>
                    <a:pt x="21265" y="7370"/>
                    <a:pt x="21396" y="7232"/>
                    <a:pt x="21519" y="7094"/>
                  </a:cubicBezTo>
                  <a:cubicBezTo>
                    <a:pt x="21527" y="7079"/>
                    <a:pt x="21541" y="7068"/>
                    <a:pt x="21548" y="7058"/>
                  </a:cubicBezTo>
                  <a:cubicBezTo>
                    <a:pt x="21639" y="6956"/>
                    <a:pt x="21726" y="6851"/>
                    <a:pt x="21810" y="6753"/>
                  </a:cubicBezTo>
                  <a:cubicBezTo>
                    <a:pt x="21835" y="6716"/>
                    <a:pt x="21864" y="6684"/>
                    <a:pt x="21890" y="6648"/>
                  </a:cubicBezTo>
                  <a:cubicBezTo>
                    <a:pt x="21929" y="6597"/>
                    <a:pt x="21966" y="6553"/>
                    <a:pt x="22002" y="6502"/>
                  </a:cubicBezTo>
                  <a:cubicBezTo>
                    <a:pt x="22085" y="6397"/>
                    <a:pt x="22158" y="6296"/>
                    <a:pt x="22231" y="6194"/>
                  </a:cubicBezTo>
                  <a:cubicBezTo>
                    <a:pt x="22263" y="6154"/>
                    <a:pt x="22292" y="6107"/>
                    <a:pt x="22321" y="6067"/>
                  </a:cubicBezTo>
                  <a:lnTo>
                    <a:pt x="22361" y="6013"/>
                  </a:lnTo>
                  <a:cubicBezTo>
                    <a:pt x="22437" y="5897"/>
                    <a:pt x="22506" y="5780"/>
                    <a:pt x="22575" y="5668"/>
                  </a:cubicBezTo>
                  <a:cubicBezTo>
                    <a:pt x="22590" y="5643"/>
                    <a:pt x="22601" y="5617"/>
                    <a:pt x="22619" y="5592"/>
                  </a:cubicBezTo>
                  <a:cubicBezTo>
                    <a:pt x="22651" y="5534"/>
                    <a:pt x="22688" y="5472"/>
                    <a:pt x="22720" y="5418"/>
                  </a:cubicBezTo>
                  <a:cubicBezTo>
                    <a:pt x="22757" y="5345"/>
                    <a:pt x="22793" y="5280"/>
                    <a:pt x="22826" y="5211"/>
                  </a:cubicBezTo>
                  <a:cubicBezTo>
                    <a:pt x="22829" y="5200"/>
                    <a:pt x="22833" y="5193"/>
                    <a:pt x="22836" y="5178"/>
                  </a:cubicBezTo>
                  <a:cubicBezTo>
                    <a:pt x="22880" y="5087"/>
                    <a:pt x="22920" y="5000"/>
                    <a:pt x="22956" y="4910"/>
                  </a:cubicBezTo>
                  <a:lnTo>
                    <a:pt x="22982" y="4830"/>
                  </a:lnTo>
                  <a:cubicBezTo>
                    <a:pt x="23014" y="4754"/>
                    <a:pt x="23036" y="4674"/>
                    <a:pt x="23065" y="4598"/>
                  </a:cubicBezTo>
                  <a:cubicBezTo>
                    <a:pt x="23080" y="4554"/>
                    <a:pt x="23098" y="4507"/>
                    <a:pt x="23109" y="4463"/>
                  </a:cubicBezTo>
                  <a:cubicBezTo>
                    <a:pt x="23119" y="4434"/>
                    <a:pt x="23119" y="4413"/>
                    <a:pt x="23127" y="4384"/>
                  </a:cubicBezTo>
                  <a:cubicBezTo>
                    <a:pt x="23145" y="4318"/>
                    <a:pt x="23159" y="4253"/>
                    <a:pt x="23174" y="4184"/>
                  </a:cubicBezTo>
                  <a:cubicBezTo>
                    <a:pt x="23181" y="4140"/>
                    <a:pt x="23196" y="4093"/>
                    <a:pt x="23207" y="4050"/>
                  </a:cubicBezTo>
                  <a:cubicBezTo>
                    <a:pt x="23210" y="4021"/>
                    <a:pt x="23210" y="3995"/>
                    <a:pt x="23214" y="3966"/>
                  </a:cubicBezTo>
                  <a:cubicBezTo>
                    <a:pt x="23225" y="3908"/>
                    <a:pt x="23228" y="3850"/>
                    <a:pt x="23232" y="3792"/>
                  </a:cubicBezTo>
                  <a:cubicBezTo>
                    <a:pt x="23236" y="3749"/>
                    <a:pt x="23243" y="3709"/>
                    <a:pt x="23243" y="3669"/>
                  </a:cubicBezTo>
                  <a:cubicBezTo>
                    <a:pt x="23243" y="3636"/>
                    <a:pt x="23239" y="3611"/>
                    <a:pt x="23239" y="3578"/>
                  </a:cubicBezTo>
                  <a:cubicBezTo>
                    <a:pt x="23239" y="3524"/>
                    <a:pt x="23232" y="3469"/>
                    <a:pt x="23228" y="3411"/>
                  </a:cubicBezTo>
                  <a:cubicBezTo>
                    <a:pt x="23210" y="3382"/>
                    <a:pt x="23214" y="3346"/>
                    <a:pt x="23210" y="331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1442038" y="1107539"/>
              <a:ext cx="735921" cy="438941"/>
            </a:xfrm>
            <a:custGeom>
              <a:avLst/>
              <a:gdLst/>
              <a:ahLst/>
              <a:cxnLst/>
              <a:rect l="l" t="t" r="r" b="b"/>
              <a:pathLst>
                <a:path w="25246" h="15058" extrusionOk="0">
                  <a:moveTo>
                    <a:pt x="22006" y="1375"/>
                  </a:moveTo>
                  <a:cubicBezTo>
                    <a:pt x="18773" y="0"/>
                    <a:pt x="11930" y="1640"/>
                    <a:pt x="6756" y="5033"/>
                  </a:cubicBezTo>
                  <a:cubicBezTo>
                    <a:pt x="1579" y="8425"/>
                    <a:pt x="1" y="12300"/>
                    <a:pt x="3237" y="13679"/>
                  </a:cubicBezTo>
                  <a:cubicBezTo>
                    <a:pt x="6470" y="15057"/>
                    <a:pt x="13313" y="13417"/>
                    <a:pt x="18487" y="10025"/>
                  </a:cubicBezTo>
                  <a:cubicBezTo>
                    <a:pt x="23664" y="6633"/>
                    <a:pt x="25246" y="2754"/>
                    <a:pt x="22006" y="1375"/>
                  </a:cubicBezTo>
                  <a:close/>
                  <a:moveTo>
                    <a:pt x="15693" y="8835"/>
                  </a:moveTo>
                  <a:cubicBezTo>
                    <a:pt x="12743" y="10769"/>
                    <a:pt x="8970" y="11756"/>
                    <a:pt x="7272" y="11037"/>
                  </a:cubicBezTo>
                  <a:cubicBezTo>
                    <a:pt x="5574" y="10315"/>
                    <a:pt x="6600" y="8156"/>
                    <a:pt x="9547" y="6223"/>
                  </a:cubicBezTo>
                  <a:cubicBezTo>
                    <a:pt x="12496" y="4292"/>
                    <a:pt x="16273" y="3302"/>
                    <a:pt x="17971" y="4024"/>
                  </a:cubicBezTo>
                  <a:cubicBezTo>
                    <a:pt x="19666" y="4746"/>
                    <a:pt x="18643" y="6905"/>
                    <a:pt x="15693" y="883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7"/>
          <p:cNvGrpSpPr/>
          <p:nvPr/>
        </p:nvGrpSpPr>
        <p:grpSpPr>
          <a:xfrm>
            <a:off x="1779161" y="4545732"/>
            <a:ext cx="593041" cy="155445"/>
            <a:chOff x="1447343" y="1933009"/>
            <a:chExt cx="942682" cy="245181"/>
          </a:xfrm>
        </p:grpSpPr>
        <p:sp>
          <p:nvSpPr>
            <p:cNvPr id="120" name="Google Shape;120;p7"/>
            <p:cNvSpPr/>
            <p:nvPr/>
          </p:nvSpPr>
          <p:spPr>
            <a:xfrm>
              <a:off x="1807987" y="1933009"/>
              <a:ext cx="582038" cy="245181"/>
            </a:xfrm>
            <a:custGeom>
              <a:avLst/>
              <a:gdLst/>
              <a:ahLst/>
              <a:cxnLst/>
              <a:rect l="l" t="t" r="r" b="b"/>
              <a:pathLst>
                <a:path w="19967" h="8411" extrusionOk="0">
                  <a:moveTo>
                    <a:pt x="0" y="1"/>
                  </a:moveTo>
                  <a:lnTo>
                    <a:pt x="19967" y="1"/>
                  </a:lnTo>
                  <a:lnTo>
                    <a:pt x="19967" y="8411"/>
                  </a:lnTo>
                  <a:lnTo>
                    <a:pt x="0" y="841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1447343" y="1996352"/>
              <a:ext cx="582038" cy="118378"/>
            </a:xfrm>
            <a:custGeom>
              <a:avLst/>
              <a:gdLst/>
              <a:ahLst/>
              <a:cxnLst/>
              <a:rect l="l" t="t" r="r" b="b"/>
              <a:pathLst>
                <a:path w="19967" h="4061" extrusionOk="0">
                  <a:moveTo>
                    <a:pt x="0" y="1"/>
                  </a:moveTo>
                  <a:lnTo>
                    <a:pt x="19966" y="1"/>
                  </a:lnTo>
                  <a:lnTo>
                    <a:pt x="19966" y="4061"/>
                  </a:lnTo>
                  <a:lnTo>
                    <a:pt x="0" y="40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2" hasCustomPrompt="1"/>
          </p:nvPr>
        </p:nvSpPr>
        <p:spPr>
          <a:xfrm>
            <a:off x="2930225" y="1169653"/>
            <a:ext cx="597300" cy="5934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2060675" y="2197237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3" hasCustomPrompt="1"/>
          </p:nvPr>
        </p:nvSpPr>
        <p:spPr>
          <a:xfrm>
            <a:off x="5616475" y="1169653"/>
            <a:ext cx="597300" cy="5934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4"/>
          </p:nvPr>
        </p:nvSpPr>
        <p:spPr>
          <a:xfrm>
            <a:off x="4746925" y="2197237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5" hasCustomPrompt="1"/>
          </p:nvPr>
        </p:nvSpPr>
        <p:spPr>
          <a:xfrm>
            <a:off x="1587100" y="2806653"/>
            <a:ext cx="597300" cy="5934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6"/>
          </p:nvPr>
        </p:nvSpPr>
        <p:spPr>
          <a:xfrm>
            <a:off x="717550" y="382713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7" hasCustomPrompt="1"/>
          </p:nvPr>
        </p:nvSpPr>
        <p:spPr>
          <a:xfrm>
            <a:off x="4273350" y="2806653"/>
            <a:ext cx="597300" cy="5934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8"/>
          </p:nvPr>
        </p:nvSpPr>
        <p:spPr>
          <a:xfrm>
            <a:off x="3403800" y="382713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9"/>
          </p:nvPr>
        </p:nvSpPr>
        <p:spPr>
          <a:xfrm>
            <a:off x="2060675" y="1772327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3"/>
          </p:nvPr>
        </p:nvSpPr>
        <p:spPr>
          <a:xfrm>
            <a:off x="4746925" y="1772327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14"/>
          </p:nvPr>
        </p:nvSpPr>
        <p:spPr>
          <a:xfrm>
            <a:off x="717550" y="3406049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subTitle" idx="15"/>
          </p:nvPr>
        </p:nvSpPr>
        <p:spPr>
          <a:xfrm>
            <a:off x="3403800" y="3406049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16" hasCustomPrompt="1"/>
          </p:nvPr>
        </p:nvSpPr>
        <p:spPr>
          <a:xfrm>
            <a:off x="6959600" y="2806653"/>
            <a:ext cx="597300" cy="5934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7"/>
          </p:nvPr>
        </p:nvSpPr>
        <p:spPr>
          <a:xfrm>
            <a:off x="6090050" y="382713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18"/>
          </p:nvPr>
        </p:nvSpPr>
        <p:spPr>
          <a:xfrm>
            <a:off x="6090050" y="3406049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00" name="Google Shape;200;p13"/>
          <p:cNvGrpSpPr/>
          <p:nvPr/>
        </p:nvGrpSpPr>
        <p:grpSpPr>
          <a:xfrm>
            <a:off x="1316930" y="4775833"/>
            <a:ext cx="2723273" cy="155452"/>
            <a:chOff x="2434537" y="2460245"/>
            <a:chExt cx="2020532" cy="113510"/>
          </a:xfrm>
        </p:grpSpPr>
        <p:sp>
          <p:nvSpPr>
            <p:cNvPr id="201" name="Google Shape;201;p13"/>
            <p:cNvSpPr/>
            <p:nvPr/>
          </p:nvSpPr>
          <p:spPr>
            <a:xfrm>
              <a:off x="2675549" y="2460245"/>
              <a:ext cx="1779520" cy="113510"/>
            </a:xfrm>
            <a:custGeom>
              <a:avLst/>
              <a:gdLst/>
              <a:ahLst/>
              <a:cxnLst/>
              <a:rect l="l" t="t" r="r" b="b"/>
              <a:pathLst>
                <a:path w="61047" h="3894" extrusionOk="0">
                  <a:moveTo>
                    <a:pt x="1" y="0"/>
                  </a:moveTo>
                  <a:lnTo>
                    <a:pt x="61046" y="0"/>
                  </a:lnTo>
                  <a:lnTo>
                    <a:pt x="61046" y="3893"/>
                  </a:lnTo>
                  <a:lnTo>
                    <a:pt x="1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2434537" y="2460245"/>
              <a:ext cx="127473" cy="113510"/>
            </a:xfrm>
            <a:custGeom>
              <a:avLst/>
              <a:gdLst/>
              <a:ahLst/>
              <a:cxnLst/>
              <a:rect l="l" t="t" r="r" b="b"/>
              <a:pathLst>
                <a:path w="4373" h="3894" extrusionOk="0">
                  <a:moveTo>
                    <a:pt x="0" y="0"/>
                  </a:moveTo>
                  <a:lnTo>
                    <a:pt x="4372" y="0"/>
                  </a:lnTo>
                  <a:lnTo>
                    <a:pt x="4372" y="3893"/>
                  </a:lnTo>
                  <a:lnTo>
                    <a:pt x="0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3"/>
          <p:cNvSpPr/>
          <p:nvPr/>
        </p:nvSpPr>
        <p:spPr>
          <a:xfrm>
            <a:off x="8714273" y="3245403"/>
            <a:ext cx="615389" cy="484617"/>
          </a:xfrm>
          <a:custGeom>
            <a:avLst/>
            <a:gdLst/>
            <a:ahLst/>
            <a:cxnLst/>
            <a:rect l="l" t="t" r="r" b="b"/>
            <a:pathLst>
              <a:path w="17961" h="14100" extrusionOk="0">
                <a:moveTo>
                  <a:pt x="0" y="0"/>
                </a:moveTo>
                <a:lnTo>
                  <a:pt x="9390" y="14100"/>
                </a:lnTo>
                <a:lnTo>
                  <a:pt x="17960" y="375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" name="Google Shape;204;p13"/>
          <p:cNvGrpSpPr/>
          <p:nvPr/>
        </p:nvGrpSpPr>
        <p:grpSpPr>
          <a:xfrm>
            <a:off x="5443836" y="234782"/>
            <a:ext cx="593041" cy="155445"/>
            <a:chOff x="1447343" y="1933009"/>
            <a:chExt cx="942682" cy="245181"/>
          </a:xfrm>
        </p:grpSpPr>
        <p:sp>
          <p:nvSpPr>
            <p:cNvPr id="205" name="Google Shape;205;p13"/>
            <p:cNvSpPr/>
            <p:nvPr/>
          </p:nvSpPr>
          <p:spPr>
            <a:xfrm>
              <a:off x="1807987" y="1933009"/>
              <a:ext cx="582038" cy="245181"/>
            </a:xfrm>
            <a:custGeom>
              <a:avLst/>
              <a:gdLst/>
              <a:ahLst/>
              <a:cxnLst/>
              <a:rect l="l" t="t" r="r" b="b"/>
              <a:pathLst>
                <a:path w="19967" h="8411" extrusionOk="0">
                  <a:moveTo>
                    <a:pt x="0" y="1"/>
                  </a:moveTo>
                  <a:lnTo>
                    <a:pt x="19967" y="1"/>
                  </a:lnTo>
                  <a:lnTo>
                    <a:pt x="19967" y="8411"/>
                  </a:lnTo>
                  <a:lnTo>
                    <a:pt x="0" y="841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1447343" y="1996352"/>
              <a:ext cx="582038" cy="118378"/>
            </a:xfrm>
            <a:custGeom>
              <a:avLst/>
              <a:gdLst/>
              <a:ahLst/>
              <a:cxnLst/>
              <a:rect l="l" t="t" r="r" b="b"/>
              <a:pathLst>
                <a:path w="19967" h="4061" extrusionOk="0">
                  <a:moveTo>
                    <a:pt x="0" y="1"/>
                  </a:moveTo>
                  <a:lnTo>
                    <a:pt x="19966" y="1"/>
                  </a:lnTo>
                  <a:lnTo>
                    <a:pt x="19966" y="4061"/>
                  </a:lnTo>
                  <a:lnTo>
                    <a:pt x="0" y="40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" name="Google Shape;207;p13"/>
          <p:cNvSpPr/>
          <p:nvPr/>
        </p:nvSpPr>
        <p:spPr>
          <a:xfrm>
            <a:off x="5767002" y="4532262"/>
            <a:ext cx="1682944" cy="155443"/>
          </a:xfrm>
          <a:custGeom>
            <a:avLst/>
            <a:gdLst/>
            <a:ahLst/>
            <a:cxnLst/>
            <a:rect l="l" t="t" r="r" b="b"/>
            <a:pathLst>
              <a:path w="52229" h="4768" extrusionOk="0">
                <a:moveTo>
                  <a:pt x="0" y="0"/>
                </a:moveTo>
                <a:lnTo>
                  <a:pt x="52229" y="0"/>
                </a:lnTo>
                <a:lnTo>
                  <a:pt x="52229" y="4768"/>
                </a:lnTo>
                <a:lnTo>
                  <a:pt x="0" y="476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176306" y="303679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8286319" y="41994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147308" y="4398263"/>
            <a:ext cx="484647" cy="484620"/>
          </a:xfrm>
          <a:custGeom>
            <a:avLst/>
            <a:gdLst/>
            <a:ahLst/>
            <a:cxnLst/>
            <a:rect l="l" t="t" r="r" b="b"/>
            <a:pathLst>
              <a:path w="12635" h="12631" extrusionOk="0">
                <a:moveTo>
                  <a:pt x="6317" y="9321"/>
                </a:moveTo>
                <a:lnTo>
                  <a:pt x="9634" y="12630"/>
                </a:lnTo>
                <a:lnTo>
                  <a:pt x="12634" y="9633"/>
                </a:lnTo>
                <a:lnTo>
                  <a:pt x="9318" y="6317"/>
                </a:lnTo>
                <a:lnTo>
                  <a:pt x="12634" y="3005"/>
                </a:lnTo>
                <a:lnTo>
                  <a:pt x="9634" y="0"/>
                </a:lnTo>
                <a:lnTo>
                  <a:pt x="6317" y="3317"/>
                </a:lnTo>
                <a:lnTo>
                  <a:pt x="3001" y="0"/>
                </a:lnTo>
                <a:lnTo>
                  <a:pt x="1" y="3005"/>
                </a:lnTo>
                <a:lnTo>
                  <a:pt x="3313" y="6317"/>
                </a:lnTo>
                <a:lnTo>
                  <a:pt x="1" y="9633"/>
                </a:lnTo>
                <a:lnTo>
                  <a:pt x="3001" y="1263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8361921" y="2002776"/>
            <a:ext cx="372134" cy="329192"/>
          </a:xfrm>
          <a:custGeom>
            <a:avLst/>
            <a:gdLst/>
            <a:ahLst/>
            <a:cxnLst/>
            <a:rect l="l" t="t" r="r" b="b"/>
            <a:pathLst>
              <a:path w="16238" h="14347" extrusionOk="0">
                <a:moveTo>
                  <a:pt x="16237" y="0"/>
                </a:moveTo>
                <a:lnTo>
                  <a:pt x="12424" y="7169"/>
                </a:lnTo>
                <a:lnTo>
                  <a:pt x="8603" y="14346"/>
                </a:lnTo>
                <a:lnTo>
                  <a:pt x="4300" y="7452"/>
                </a:lnTo>
                <a:lnTo>
                  <a:pt x="1" y="562"/>
                </a:lnTo>
                <a:lnTo>
                  <a:pt x="8121" y="27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" name="Google Shape;212;p13"/>
          <p:cNvGrpSpPr/>
          <p:nvPr/>
        </p:nvGrpSpPr>
        <p:grpSpPr>
          <a:xfrm>
            <a:off x="-412199" y="1279418"/>
            <a:ext cx="932706" cy="621774"/>
            <a:chOff x="1442038" y="1107539"/>
            <a:chExt cx="735921" cy="493393"/>
          </a:xfrm>
        </p:grpSpPr>
        <p:sp>
          <p:nvSpPr>
            <p:cNvPr id="213" name="Google Shape;213;p13"/>
            <p:cNvSpPr/>
            <p:nvPr/>
          </p:nvSpPr>
          <p:spPr>
            <a:xfrm>
              <a:off x="1630289" y="1217843"/>
              <a:ext cx="387987" cy="261038"/>
            </a:xfrm>
            <a:custGeom>
              <a:avLst/>
              <a:gdLst/>
              <a:ahLst/>
              <a:cxnLst/>
              <a:rect l="l" t="t" r="r" b="b"/>
              <a:pathLst>
                <a:path w="13310" h="8955" extrusionOk="0">
                  <a:moveTo>
                    <a:pt x="12257" y="926"/>
                  </a:moveTo>
                  <a:cubicBezTo>
                    <a:pt x="12145" y="635"/>
                    <a:pt x="11898" y="399"/>
                    <a:pt x="11517" y="236"/>
                  </a:cubicBezTo>
                  <a:cubicBezTo>
                    <a:pt x="11419" y="196"/>
                    <a:pt x="11310" y="160"/>
                    <a:pt x="11194" y="127"/>
                  </a:cubicBezTo>
                  <a:cubicBezTo>
                    <a:pt x="11158" y="116"/>
                    <a:pt x="11118" y="109"/>
                    <a:pt x="11078" y="98"/>
                  </a:cubicBezTo>
                  <a:cubicBezTo>
                    <a:pt x="10994" y="80"/>
                    <a:pt x="10918" y="62"/>
                    <a:pt x="10831" y="51"/>
                  </a:cubicBezTo>
                  <a:cubicBezTo>
                    <a:pt x="10784" y="40"/>
                    <a:pt x="10730" y="37"/>
                    <a:pt x="10679" y="33"/>
                  </a:cubicBezTo>
                  <a:cubicBezTo>
                    <a:pt x="10595" y="22"/>
                    <a:pt x="10516" y="15"/>
                    <a:pt x="10428" y="8"/>
                  </a:cubicBezTo>
                  <a:cubicBezTo>
                    <a:pt x="10370" y="4"/>
                    <a:pt x="10312" y="4"/>
                    <a:pt x="10251" y="4"/>
                  </a:cubicBezTo>
                  <a:cubicBezTo>
                    <a:pt x="10204" y="4"/>
                    <a:pt x="10160" y="0"/>
                    <a:pt x="10113" y="0"/>
                  </a:cubicBezTo>
                  <a:cubicBezTo>
                    <a:pt x="10080" y="0"/>
                    <a:pt x="10044" y="4"/>
                    <a:pt x="10011" y="4"/>
                  </a:cubicBezTo>
                  <a:cubicBezTo>
                    <a:pt x="9921" y="4"/>
                    <a:pt x="9830" y="8"/>
                    <a:pt x="9735" y="15"/>
                  </a:cubicBezTo>
                  <a:cubicBezTo>
                    <a:pt x="9688" y="19"/>
                    <a:pt x="9645" y="15"/>
                    <a:pt x="9598" y="19"/>
                  </a:cubicBezTo>
                  <a:cubicBezTo>
                    <a:pt x="9561" y="22"/>
                    <a:pt x="9525" y="26"/>
                    <a:pt x="9496" y="26"/>
                  </a:cubicBezTo>
                  <a:cubicBezTo>
                    <a:pt x="9431" y="33"/>
                    <a:pt x="9362" y="40"/>
                    <a:pt x="9296" y="51"/>
                  </a:cubicBezTo>
                  <a:cubicBezTo>
                    <a:pt x="9246" y="55"/>
                    <a:pt x="9199" y="58"/>
                    <a:pt x="9151" y="62"/>
                  </a:cubicBezTo>
                  <a:cubicBezTo>
                    <a:pt x="9097" y="73"/>
                    <a:pt x="9042" y="80"/>
                    <a:pt x="8988" y="87"/>
                  </a:cubicBezTo>
                  <a:cubicBezTo>
                    <a:pt x="8934" y="95"/>
                    <a:pt x="8872" y="106"/>
                    <a:pt x="8818" y="113"/>
                  </a:cubicBezTo>
                  <a:lnTo>
                    <a:pt x="8723" y="127"/>
                  </a:lnTo>
                  <a:cubicBezTo>
                    <a:pt x="8625" y="146"/>
                    <a:pt x="8524" y="164"/>
                    <a:pt x="8426" y="185"/>
                  </a:cubicBezTo>
                  <a:cubicBezTo>
                    <a:pt x="8393" y="189"/>
                    <a:pt x="8360" y="200"/>
                    <a:pt x="8324" y="204"/>
                  </a:cubicBezTo>
                  <a:cubicBezTo>
                    <a:pt x="8317" y="204"/>
                    <a:pt x="8306" y="207"/>
                    <a:pt x="8299" y="207"/>
                  </a:cubicBezTo>
                  <a:cubicBezTo>
                    <a:pt x="8157" y="240"/>
                    <a:pt x="8016" y="273"/>
                    <a:pt x="7871" y="309"/>
                  </a:cubicBezTo>
                  <a:lnTo>
                    <a:pt x="7816" y="323"/>
                  </a:lnTo>
                  <a:cubicBezTo>
                    <a:pt x="7773" y="334"/>
                    <a:pt x="7725" y="345"/>
                    <a:pt x="7682" y="360"/>
                  </a:cubicBezTo>
                  <a:cubicBezTo>
                    <a:pt x="7598" y="381"/>
                    <a:pt x="7519" y="399"/>
                    <a:pt x="7435" y="425"/>
                  </a:cubicBezTo>
                  <a:cubicBezTo>
                    <a:pt x="7392" y="439"/>
                    <a:pt x="7341" y="458"/>
                    <a:pt x="7290" y="472"/>
                  </a:cubicBezTo>
                  <a:lnTo>
                    <a:pt x="7112" y="526"/>
                  </a:lnTo>
                  <a:lnTo>
                    <a:pt x="6978" y="566"/>
                  </a:lnTo>
                  <a:cubicBezTo>
                    <a:pt x="6895" y="595"/>
                    <a:pt x="6807" y="624"/>
                    <a:pt x="6728" y="653"/>
                  </a:cubicBezTo>
                  <a:lnTo>
                    <a:pt x="6564" y="708"/>
                  </a:lnTo>
                  <a:cubicBezTo>
                    <a:pt x="6546" y="715"/>
                    <a:pt x="6524" y="722"/>
                    <a:pt x="6506" y="730"/>
                  </a:cubicBezTo>
                  <a:cubicBezTo>
                    <a:pt x="6361" y="780"/>
                    <a:pt x="6220" y="839"/>
                    <a:pt x="6075" y="893"/>
                  </a:cubicBezTo>
                  <a:cubicBezTo>
                    <a:pt x="6053" y="904"/>
                    <a:pt x="6035" y="911"/>
                    <a:pt x="6013" y="915"/>
                  </a:cubicBezTo>
                  <a:cubicBezTo>
                    <a:pt x="6006" y="915"/>
                    <a:pt x="6006" y="915"/>
                    <a:pt x="6002" y="922"/>
                  </a:cubicBezTo>
                  <a:cubicBezTo>
                    <a:pt x="5821" y="995"/>
                    <a:pt x="5639" y="1071"/>
                    <a:pt x="5458" y="1147"/>
                  </a:cubicBezTo>
                  <a:cubicBezTo>
                    <a:pt x="5454" y="1151"/>
                    <a:pt x="5443" y="1151"/>
                    <a:pt x="5440" y="1158"/>
                  </a:cubicBezTo>
                  <a:cubicBezTo>
                    <a:pt x="5316" y="1212"/>
                    <a:pt x="5200" y="1270"/>
                    <a:pt x="5077" y="1325"/>
                  </a:cubicBezTo>
                  <a:cubicBezTo>
                    <a:pt x="5001" y="1361"/>
                    <a:pt x="4921" y="1394"/>
                    <a:pt x="4848" y="1430"/>
                  </a:cubicBezTo>
                  <a:cubicBezTo>
                    <a:pt x="4845" y="1430"/>
                    <a:pt x="4841" y="1434"/>
                    <a:pt x="4837" y="1434"/>
                  </a:cubicBezTo>
                  <a:cubicBezTo>
                    <a:pt x="4612" y="1542"/>
                    <a:pt x="4391" y="1658"/>
                    <a:pt x="4173" y="1778"/>
                  </a:cubicBezTo>
                  <a:cubicBezTo>
                    <a:pt x="4155" y="1785"/>
                    <a:pt x="4144" y="1796"/>
                    <a:pt x="4126" y="1804"/>
                  </a:cubicBezTo>
                  <a:cubicBezTo>
                    <a:pt x="4021" y="1865"/>
                    <a:pt x="3919" y="1923"/>
                    <a:pt x="3818" y="1981"/>
                  </a:cubicBezTo>
                  <a:cubicBezTo>
                    <a:pt x="3756" y="2018"/>
                    <a:pt x="3694" y="2050"/>
                    <a:pt x="3636" y="2087"/>
                  </a:cubicBezTo>
                  <a:cubicBezTo>
                    <a:pt x="3455" y="2195"/>
                    <a:pt x="3274" y="2304"/>
                    <a:pt x="3099" y="2420"/>
                  </a:cubicBezTo>
                  <a:cubicBezTo>
                    <a:pt x="3081" y="2435"/>
                    <a:pt x="3063" y="2446"/>
                    <a:pt x="3049" y="2457"/>
                  </a:cubicBezTo>
                  <a:cubicBezTo>
                    <a:pt x="3005" y="2489"/>
                    <a:pt x="2958" y="2522"/>
                    <a:pt x="2914" y="2547"/>
                  </a:cubicBezTo>
                  <a:cubicBezTo>
                    <a:pt x="2824" y="2613"/>
                    <a:pt x="2733" y="2671"/>
                    <a:pt x="2642" y="2736"/>
                  </a:cubicBezTo>
                  <a:cubicBezTo>
                    <a:pt x="2584" y="2776"/>
                    <a:pt x="2533" y="2816"/>
                    <a:pt x="2475" y="2856"/>
                  </a:cubicBezTo>
                  <a:cubicBezTo>
                    <a:pt x="2392" y="2917"/>
                    <a:pt x="2316" y="2976"/>
                    <a:pt x="2240" y="3034"/>
                  </a:cubicBezTo>
                  <a:cubicBezTo>
                    <a:pt x="2185" y="3074"/>
                    <a:pt x="2131" y="3121"/>
                    <a:pt x="2076" y="3161"/>
                  </a:cubicBezTo>
                  <a:cubicBezTo>
                    <a:pt x="2004" y="3219"/>
                    <a:pt x="1935" y="3273"/>
                    <a:pt x="1866" y="3335"/>
                  </a:cubicBezTo>
                  <a:cubicBezTo>
                    <a:pt x="1815" y="3378"/>
                    <a:pt x="1768" y="3418"/>
                    <a:pt x="1717" y="3465"/>
                  </a:cubicBezTo>
                  <a:cubicBezTo>
                    <a:pt x="1652" y="3520"/>
                    <a:pt x="1590" y="3578"/>
                    <a:pt x="1532" y="3632"/>
                  </a:cubicBezTo>
                  <a:cubicBezTo>
                    <a:pt x="1507" y="3654"/>
                    <a:pt x="1485" y="3672"/>
                    <a:pt x="1463" y="3698"/>
                  </a:cubicBezTo>
                  <a:cubicBezTo>
                    <a:pt x="1441" y="3716"/>
                    <a:pt x="1423" y="3737"/>
                    <a:pt x="1405" y="3756"/>
                  </a:cubicBezTo>
                  <a:cubicBezTo>
                    <a:pt x="1325" y="3832"/>
                    <a:pt x="1249" y="3904"/>
                    <a:pt x="1176" y="3981"/>
                  </a:cubicBezTo>
                  <a:cubicBezTo>
                    <a:pt x="1144" y="4017"/>
                    <a:pt x="1108" y="4050"/>
                    <a:pt x="1078" y="4086"/>
                  </a:cubicBezTo>
                  <a:cubicBezTo>
                    <a:pt x="981" y="4187"/>
                    <a:pt x="897" y="4285"/>
                    <a:pt x="814" y="4387"/>
                  </a:cubicBezTo>
                  <a:cubicBezTo>
                    <a:pt x="810" y="4391"/>
                    <a:pt x="806" y="4398"/>
                    <a:pt x="795" y="4405"/>
                  </a:cubicBezTo>
                  <a:lnTo>
                    <a:pt x="792" y="4409"/>
                  </a:lnTo>
                  <a:cubicBezTo>
                    <a:pt x="788" y="4416"/>
                    <a:pt x="781" y="4423"/>
                    <a:pt x="774" y="4430"/>
                  </a:cubicBezTo>
                  <a:cubicBezTo>
                    <a:pt x="708" y="4507"/>
                    <a:pt x="650" y="4586"/>
                    <a:pt x="596" y="4659"/>
                  </a:cubicBezTo>
                  <a:cubicBezTo>
                    <a:pt x="578" y="4684"/>
                    <a:pt x="560" y="4706"/>
                    <a:pt x="542" y="4735"/>
                  </a:cubicBezTo>
                  <a:cubicBezTo>
                    <a:pt x="520" y="4768"/>
                    <a:pt x="498" y="4797"/>
                    <a:pt x="473" y="4833"/>
                  </a:cubicBezTo>
                  <a:cubicBezTo>
                    <a:pt x="465" y="4851"/>
                    <a:pt x="454" y="4866"/>
                    <a:pt x="447" y="4880"/>
                  </a:cubicBezTo>
                  <a:cubicBezTo>
                    <a:pt x="396" y="4957"/>
                    <a:pt x="356" y="5029"/>
                    <a:pt x="317" y="5102"/>
                  </a:cubicBezTo>
                  <a:cubicBezTo>
                    <a:pt x="306" y="5120"/>
                    <a:pt x="288" y="5142"/>
                    <a:pt x="280" y="5167"/>
                  </a:cubicBezTo>
                  <a:cubicBezTo>
                    <a:pt x="273" y="5174"/>
                    <a:pt x="273" y="5178"/>
                    <a:pt x="269" y="5189"/>
                  </a:cubicBezTo>
                  <a:cubicBezTo>
                    <a:pt x="237" y="5250"/>
                    <a:pt x="211" y="5316"/>
                    <a:pt x="182" y="5374"/>
                  </a:cubicBezTo>
                  <a:cubicBezTo>
                    <a:pt x="175" y="5396"/>
                    <a:pt x="161" y="5421"/>
                    <a:pt x="153" y="5443"/>
                  </a:cubicBezTo>
                  <a:cubicBezTo>
                    <a:pt x="153" y="5446"/>
                    <a:pt x="153" y="5446"/>
                    <a:pt x="146" y="5450"/>
                  </a:cubicBezTo>
                  <a:cubicBezTo>
                    <a:pt x="128" y="5494"/>
                    <a:pt x="121" y="5533"/>
                    <a:pt x="106" y="5573"/>
                  </a:cubicBezTo>
                  <a:cubicBezTo>
                    <a:pt x="92" y="5610"/>
                    <a:pt x="81" y="5650"/>
                    <a:pt x="66" y="5686"/>
                  </a:cubicBezTo>
                  <a:lnTo>
                    <a:pt x="66" y="5697"/>
                  </a:lnTo>
                  <a:cubicBezTo>
                    <a:pt x="55" y="5722"/>
                    <a:pt x="55" y="5751"/>
                    <a:pt x="48" y="5773"/>
                  </a:cubicBezTo>
                  <a:cubicBezTo>
                    <a:pt x="37" y="5813"/>
                    <a:pt x="26" y="5860"/>
                    <a:pt x="19" y="5900"/>
                  </a:cubicBezTo>
                  <a:lnTo>
                    <a:pt x="19" y="5918"/>
                  </a:lnTo>
                  <a:cubicBezTo>
                    <a:pt x="15" y="5947"/>
                    <a:pt x="15" y="5969"/>
                    <a:pt x="12" y="5994"/>
                  </a:cubicBezTo>
                  <a:cubicBezTo>
                    <a:pt x="8" y="6031"/>
                    <a:pt x="1" y="6067"/>
                    <a:pt x="1" y="6099"/>
                  </a:cubicBezTo>
                  <a:lnTo>
                    <a:pt x="1" y="6132"/>
                  </a:lnTo>
                  <a:cubicBezTo>
                    <a:pt x="1" y="6158"/>
                    <a:pt x="1" y="6183"/>
                    <a:pt x="5" y="6208"/>
                  </a:cubicBezTo>
                  <a:cubicBezTo>
                    <a:pt x="5" y="6237"/>
                    <a:pt x="5" y="6259"/>
                    <a:pt x="12" y="6284"/>
                  </a:cubicBezTo>
                  <a:cubicBezTo>
                    <a:pt x="12" y="6299"/>
                    <a:pt x="15" y="6317"/>
                    <a:pt x="19" y="6332"/>
                  </a:cubicBezTo>
                  <a:cubicBezTo>
                    <a:pt x="23" y="6353"/>
                    <a:pt x="30" y="6379"/>
                    <a:pt x="34" y="6404"/>
                  </a:cubicBezTo>
                  <a:cubicBezTo>
                    <a:pt x="37" y="6422"/>
                    <a:pt x="37" y="6441"/>
                    <a:pt x="41" y="6459"/>
                  </a:cubicBezTo>
                  <a:cubicBezTo>
                    <a:pt x="52" y="6495"/>
                    <a:pt x="66" y="6528"/>
                    <a:pt x="77" y="6560"/>
                  </a:cubicBezTo>
                  <a:lnTo>
                    <a:pt x="1140" y="8955"/>
                  </a:lnTo>
                  <a:cubicBezTo>
                    <a:pt x="1122" y="8908"/>
                    <a:pt x="1108" y="8853"/>
                    <a:pt x="1093" y="8799"/>
                  </a:cubicBezTo>
                  <a:cubicBezTo>
                    <a:pt x="1089" y="8773"/>
                    <a:pt x="1086" y="8748"/>
                    <a:pt x="1082" y="8726"/>
                  </a:cubicBezTo>
                  <a:lnTo>
                    <a:pt x="1068" y="8603"/>
                  </a:lnTo>
                  <a:cubicBezTo>
                    <a:pt x="1068" y="8574"/>
                    <a:pt x="1064" y="8552"/>
                    <a:pt x="1064" y="8527"/>
                  </a:cubicBezTo>
                  <a:cubicBezTo>
                    <a:pt x="1064" y="8480"/>
                    <a:pt x="1068" y="8436"/>
                    <a:pt x="1071" y="8389"/>
                  </a:cubicBezTo>
                  <a:cubicBezTo>
                    <a:pt x="1078" y="8363"/>
                    <a:pt x="1078" y="8338"/>
                    <a:pt x="1082" y="8313"/>
                  </a:cubicBezTo>
                  <a:cubicBezTo>
                    <a:pt x="1089" y="8266"/>
                    <a:pt x="1100" y="8218"/>
                    <a:pt x="1115" y="8168"/>
                  </a:cubicBezTo>
                  <a:cubicBezTo>
                    <a:pt x="1118" y="8139"/>
                    <a:pt x="1122" y="8113"/>
                    <a:pt x="1133" y="8091"/>
                  </a:cubicBezTo>
                  <a:cubicBezTo>
                    <a:pt x="1140" y="8048"/>
                    <a:pt x="1158" y="8008"/>
                    <a:pt x="1173" y="7968"/>
                  </a:cubicBezTo>
                  <a:cubicBezTo>
                    <a:pt x="1187" y="7928"/>
                    <a:pt x="1198" y="7892"/>
                    <a:pt x="1213" y="7848"/>
                  </a:cubicBezTo>
                  <a:cubicBezTo>
                    <a:pt x="1224" y="7823"/>
                    <a:pt x="1242" y="7794"/>
                    <a:pt x="1249" y="7768"/>
                  </a:cubicBezTo>
                  <a:cubicBezTo>
                    <a:pt x="1278" y="7710"/>
                    <a:pt x="1303" y="7645"/>
                    <a:pt x="1336" y="7583"/>
                  </a:cubicBezTo>
                  <a:cubicBezTo>
                    <a:pt x="1351" y="7554"/>
                    <a:pt x="1369" y="7529"/>
                    <a:pt x="1380" y="7500"/>
                  </a:cubicBezTo>
                  <a:cubicBezTo>
                    <a:pt x="1423" y="7427"/>
                    <a:pt x="1467" y="7355"/>
                    <a:pt x="1514" y="7279"/>
                  </a:cubicBezTo>
                  <a:cubicBezTo>
                    <a:pt x="1543" y="7228"/>
                    <a:pt x="1576" y="7184"/>
                    <a:pt x="1608" y="7134"/>
                  </a:cubicBezTo>
                  <a:cubicBezTo>
                    <a:pt x="1626" y="7104"/>
                    <a:pt x="1644" y="7083"/>
                    <a:pt x="1663" y="7057"/>
                  </a:cubicBezTo>
                  <a:cubicBezTo>
                    <a:pt x="1717" y="6977"/>
                    <a:pt x="1775" y="6901"/>
                    <a:pt x="1840" y="6829"/>
                  </a:cubicBezTo>
                  <a:cubicBezTo>
                    <a:pt x="1844" y="6825"/>
                    <a:pt x="1848" y="6814"/>
                    <a:pt x="1851" y="6811"/>
                  </a:cubicBezTo>
                  <a:cubicBezTo>
                    <a:pt x="1859" y="6803"/>
                    <a:pt x="1866" y="6796"/>
                    <a:pt x="1869" y="6789"/>
                  </a:cubicBezTo>
                  <a:cubicBezTo>
                    <a:pt x="1953" y="6687"/>
                    <a:pt x="2040" y="6593"/>
                    <a:pt x="2134" y="6495"/>
                  </a:cubicBezTo>
                  <a:cubicBezTo>
                    <a:pt x="2167" y="6462"/>
                    <a:pt x="2196" y="6426"/>
                    <a:pt x="2232" y="6393"/>
                  </a:cubicBezTo>
                  <a:cubicBezTo>
                    <a:pt x="2305" y="6321"/>
                    <a:pt x="2377" y="6245"/>
                    <a:pt x="2461" y="6168"/>
                  </a:cubicBezTo>
                  <a:cubicBezTo>
                    <a:pt x="2501" y="6125"/>
                    <a:pt x="2548" y="6085"/>
                    <a:pt x="2588" y="6045"/>
                  </a:cubicBezTo>
                  <a:cubicBezTo>
                    <a:pt x="2646" y="5991"/>
                    <a:pt x="2711" y="5933"/>
                    <a:pt x="2777" y="5878"/>
                  </a:cubicBezTo>
                  <a:cubicBezTo>
                    <a:pt x="2827" y="5831"/>
                    <a:pt x="2878" y="5791"/>
                    <a:pt x="2929" y="5744"/>
                  </a:cubicBezTo>
                  <a:cubicBezTo>
                    <a:pt x="2994" y="5686"/>
                    <a:pt x="3067" y="5631"/>
                    <a:pt x="3136" y="5573"/>
                  </a:cubicBezTo>
                  <a:cubicBezTo>
                    <a:pt x="3190" y="5533"/>
                    <a:pt x="3241" y="5486"/>
                    <a:pt x="3295" y="5446"/>
                  </a:cubicBezTo>
                  <a:cubicBezTo>
                    <a:pt x="3372" y="5388"/>
                    <a:pt x="3448" y="5327"/>
                    <a:pt x="3531" y="5269"/>
                  </a:cubicBezTo>
                  <a:lnTo>
                    <a:pt x="3694" y="5145"/>
                  </a:lnTo>
                  <a:cubicBezTo>
                    <a:pt x="3782" y="5084"/>
                    <a:pt x="3876" y="5018"/>
                    <a:pt x="3967" y="4960"/>
                  </a:cubicBezTo>
                  <a:cubicBezTo>
                    <a:pt x="4028" y="4920"/>
                    <a:pt x="4090" y="4873"/>
                    <a:pt x="4152" y="4833"/>
                  </a:cubicBezTo>
                  <a:cubicBezTo>
                    <a:pt x="4329" y="4721"/>
                    <a:pt x="4507" y="4608"/>
                    <a:pt x="4689" y="4499"/>
                  </a:cubicBezTo>
                  <a:cubicBezTo>
                    <a:pt x="4747" y="4463"/>
                    <a:pt x="4808" y="4430"/>
                    <a:pt x="4870" y="4394"/>
                  </a:cubicBezTo>
                  <a:cubicBezTo>
                    <a:pt x="4986" y="4325"/>
                    <a:pt x="5106" y="4256"/>
                    <a:pt x="5226" y="4191"/>
                  </a:cubicBezTo>
                  <a:cubicBezTo>
                    <a:pt x="5443" y="4071"/>
                    <a:pt x="5668" y="3955"/>
                    <a:pt x="5890" y="3846"/>
                  </a:cubicBezTo>
                  <a:cubicBezTo>
                    <a:pt x="5966" y="3810"/>
                    <a:pt x="6042" y="3774"/>
                    <a:pt x="6125" y="3737"/>
                  </a:cubicBezTo>
                  <a:cubicBezTo>
                    <a:pt x="6249" y="3676"/>
                    <a:pt x="6368" y="3618"/>
                    <a:pt x="6492" y="3567"/>
                  </a:cubicBezTo>
                  <a:cubicBezTo>
                    <a:pt x="6684" y="3484"/>
                    <a:pt x="6873" y="3404"/>
                    <a:pt x="7065" y="3327"/>
                  </a:cubicBezTo>
                  <a:lnTo>
                    <a:pt x="7130" y="3302"/>
                  </a:lnTo>
                  <a:cubicBezTo>
                    <a:pt x="7294" y="3237"/>
                    <a:pt x="7457" y="3175"/>
                    <a:pt x="7617" y="3121"/>
                  </a:cubicBezTo>
                  <a:cubicBezTo>
                    <a:pt x="7671" y="3103"/>
                    <a:pt x="7725" y="3084"/>
                    <a:pt x="7783" y="3059"/>
                  </a:cubicBezTo>
                  <a:cubicBezTo>
                    <a:pt x="7910" y="3015"/>
                    <a:pt x="8037" y="2976"/>
                    <a:pt x="8164" y="2932"/>
                  </a:cubicBezTo>
                  <a:lnTo>
                    <a:pt x="8342" y="2878"/>
                  </a:lnTo>
                  <a:cubicBezTo>
                    <a:pt x="8473" y="2838"/>
                    <a:pt x="8607" y="2801"/>
                    <a:pt x="8734" y="2769"/>
                  </a:cubicBezTo>
                  <a:cubicBezTo>
                    <a:pt x="8778" y="2758"/>
                    <a:pt x="8825" y="2743"/>
                    <a:pt x="8868" y="2732"/>
                  </a:cubicBezTo>
                  <a:cubicBezTo>
                    <a:pt x="9042" y="2689"/>
                    <a:pt x="9209" y="2649"/>
                    <a:pt x="9376" y="2616"/>
                  </a:cubicBezTo>
                  <a:cubicBezTo>
                    <a:pt x="9409" y="2605"/>
                    <a:pt x="9445" y="2602"/>
                    <a:pt x="9478" y="2598"/>
                  </a:cubicBezTo>
                  <a:cubicBezTo>
                    <a:pt x="9608" y="2569"/>
                    <a:pt x="9739" y="2547"/>
                    <a:pt x="9870" y="2526"/>
                  </a:cubicBezTo>
                  <a:cubicBezTo>
                    <a:pt x="9931" y="2515"/>
                    <a:pt x="9986" y="2508"/>
                    <a:pt x="10040" y="2497"/>
                  </a:cubicBezTo>
                  <a:cubicBezTo>
                    <a:pt x="10142" y="2486"/>
                    <a:pt x="10247" y="2471"/>
                    <a:pt x="10349" y="2457"/>
                  </a:cubicBezTo>
                  <a:cubicBezTo>
                    <a:pt x="10414" y="2449"/>
                    <a:pt x="10479" y="2442"/>
                    <a:pt x="10548" y="2435"/>
                  </a:cubicBezTo>
                  <a:cubicBezTo>
                    <a:pt x="10628" y="2424"/>
                    <a:pt x="10711" y="2420"/>
                    <a:pt x="10791" y="2417"/>
                  </a:cubicBezTo>
                  <a:cubicBezTo>
                    <a:pt x="10886" y="2413"/>
                    <a:pt x="10976" y="2406"/>
                    <a:pt x="11067" y="2406"/>
                  </a:cubicBezTo>
                  <a:lnTo>
                    <a:pt x="11310" y="2406"/>
                  </a:lnTo>
                  <a:cubicBezTo>
                    <a:pt x="11368" y="2406"/>
                    <a:pt x="11426" y="2413"/>
                    <a:pt x="11484" y="2413"/>
                  </a:cubicBezTo>
                  <a:cubicBezTo>
                    <a:pt x="11571" y="2417"/>
                    <a:pt x="11655" y="2424"/>
                    <a:pt x="11731" y="2435"/>
                  </a:cubicBezTo>
                  <a:cubicBezTo>
                    <a:pt x="11782" y="2439"/>
                    <a:pt x="11836" y="2442"/>
                    <a:pt x="11883" y="2453"/>
                  </a:cubicBezTo>
                  <a:cubicBezTo>
                    <a:pt x="11970" y="2468"/>
                    <a:pt x="12054" y="2486"/>
                    <a:pt x="12130" y="2504"/>
                  </a:cubicBezTo>
                  <a:cubicBezTo>
                    <a:pt x="12170" y="2511"/>
                    <a:pt x="12210" y="2515"/>
                    <a:pt x="12246" y="2529"/>
                  </a:cubicBezTo>
                  <a:cubicBezTo>
                    <a:pt x="12362" y="2562"/>
                    <a:pt x="12471" y="2598"/>
                    <a:pt x="12569" y="2638"/>
                  </a:cubicBezTo>
                  <a:cubicBezTo>
                    <a:pt x="12950" y="2801"/>
                    <a:pt x="13197" y="3037"/>
                    <a:pt x="13309" y="332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1492497" y="1188751"/>
              <a:ext cx="677533" cy="412181"/>
            </a:xfrm>
            <a:custGeom>
              <a:avLst/>
              <a:gdLst/>
              <a:ahLst/>
              <a:cxnLst/>
              <a:rect l="l" t="t" r="r" b="b"/>
              <a:pathLst>
                <a:path w="23243" h="14140" extrusionOk="0">
                  <a:moveTo>
                    <a:pt x="23210" y="3317"/>
                  </a:moveTo>
                  <a:cubicBezTo>
                    <a:pt x="23207" y="3281"/>
                    <a:pt x="23196" y="3248"/>
                    <a:pt x="23192" y="3212"/>
                  </a:cubicBezTo>
                  <a:cubicBezTo>
                    <a:pt x="23185" y="3157"/>
                    <a:pt x="23174" y="3106"/>
                    <a:pt x="23159" y="3052"/>
                  </a:cubicBezTo>
                  <a:lnTo>
                    <a:pt x="23149" y="2972"/>
                  </a:lnTo>
                  <a:cubicBezTo>
                    <a:pt x="23127" y="2903"/>
                    <a:pt x="23105" y="2831"/>
                    <a:pt x="23080" y="2765"/>
                  </a:cubicBezTo>
                  <a:lnTo>
                    <a:pt x="21810" y="1"/>
                  </a:lnTo>
                  <a:cubicBezTo>
                    <a:pt x="21846" y="91"/>
                    <a:pt x="21871" y="189"/>
                    <a:pt x="21897" y="287"/>
                  </a:cubicBezTo>
                  <a:cubicBezTo>
                    <a:pt x="21908" y="334"/>
                    <a:pt x="21919" y="389"/>
                    <a:pt x="21926" y="443"/>
                  </a:cubicBezTo>
                  <a:cubicBezTo>
                    <a:pt x="21937" y="512"/>
                    <a:pt x="21944" y="581"/>
                    <a:pt x="21951" y="650"/>
                  </a:cubicBezTo>
                  <a:cubicBezTo>
                    <a:pt x="21955" y="705"/>
                    <a:pt x="21958" y="755"/>
                    <a:pt x="21958" y="813"/>
                  </a:cubicBezTo>
                  <a:cubicBezTo>
                    <a:pt x="21958" y="879"/>
                    <a:pt x="21958" y="951"/>
                    <a:pt x="21951" y="1024"/>
                  </a:cubicBezTo>
                  <a:cubicBezTo>
                    <a:pt x="21944" y="1085"/>
                    <a:pt x="21940" y="1144"/>
                    <a:pt x="21933" y="1202"/>
                  </a:cubicBezTo>
                  <a:cubicBezTo>
                    <a:pt x="21922" y="1274"/>
                    <a:pt x="21908" y="1347"/>
                    <a:pt x="21897" y="1419"/>
                  </a:cubicBezTo>
                  <a:cubicBezTo>
                    <a:pt x="21882" y="1481"/>
                    <a:pt x="21868" y="1550"/>
                    <a:pt x="21850" y="1619"/>
                  </a:cubicBezTo>
                  <a:cubicBezTo>
                    <a:pt x="21831" y="1688"/>
                    <a:pt x="21810" y="1760"/>
                    <a:pt x="21788" y="1833"/>
                  </a:cubicBezTo>
                  <a:cubicBezTo>
                    <a:pt x="21763" y="1909"/>
                    <a:pt x="21737" y="1985"/>
                    <a:pt x="21704" y="2065"/>
                  </a:cubicBezTo>
                  <a:cubicBezTo>
                    <a:pt x="21661" y="2178"/>
                    <a:pt x="21614" y="2294"/>
                    <a:pt x="21559" y="2413"/>
                  </a:cubicBezTo>
                  <a:lnTo>
                    <a:pt x="21545" y="2439"/>
                  </a:lnTo>
                  <a:cubicBezTo>
                    <a:pt x="21487" y="2566"/>
                    <a:pt x="21418" y="2693"/>
                    <a:pt x="21342" y="2827"/>
                  </a:cubicBezTo>
                  <a:cubicBezTo>
                    <a:pt x="21327" y="2852"/>
                    <a:pt x="21316" y="2874"/>
                    <a:pt x="21298" y="2903"/>
                  </a:cubicBezTo>
                  <a:cubicBezTo>
                    <a:pt x="21218" y="3034"/>
                    <a:pt x="21135" y="3168"/>
                    <a:pt x="21044" y="3306"/>
                  </a:cubicBezTo>
                  <a:cubicBezTo>
                    <a:pt x="21015" y="3346"/>
                    <a:pt x="20982" y="3393"/>
                    <a:pt x="20953" y="3433"/>
                  </a:cubicBezTo>
                  <a:cubicBezTo>
                    <a:pt x="20881" y="3538"/>
                    <a:pt x="20801" y="3636"/>
                    <a:pt x="20725" y="3741"/>
                  </a:cubicBezTo>
                  <a:cubicBezTo>
                    <a:pt x="20689" y="3792"/>
                    <a:pt x="20652" y="3836"/>
                    <a:pt x="20612" y="3886"/>
                  </a:cubicBezTo>
                  <a:cubicBezTo>
                    <a:pt x="20504" y="4021"/>
                    <a:pt x="20395" y="4159"/>
                    <a:pt x="20271" y="4293"/>
                  </a:cubicBezTo>
                  <a:cubicBezTo>
                    <a:pt x="20264" y="4307"/>
                    <a:pt x="20250" y="4318"/>
                    <a:pt x="20239" y="4333"/>
                  </a:cubicBezTo>
                  <a:cubicBezTo>
                    <a:pt x="20119" y="4471"/>
                    <a:pt x="19985" y="4608"/>
                    <a:pt x="19850" y="4746"/>
                  </a:cubicBezTo>
                  <a:cubicBezTo>
                    <a:pt x="19829" y="4772"/>
                    <a:pt x="19811" y="4794"/>
                    <a:pt x="19785" y="4815"/>
                  </a:cubicBezTo>
                  <a:cubicBezTo>
                    <a:pt x="19655" y="4946"/>
                    <a:pt x="19513" y="5084"/>
                    <a:pt x="19375" y="5214"/>
                  </a:cubicBezTo>
                  <a:cubicBezTo>
                    <a:pt x="19277" y="5305"/>
                    <a:pt x="19176" y="5396"/>
                    <a:pt x="19074" y="5487"/>
                  </a:cubicBezTo>
                  <a:cubicBezTo>
                    <a:pt x="18987" y="5563"/>
                    <a:pt x="18903" y="5643"/>
                    <a:pt x="18813" y="5719"/>
                  </a:cubicBezTo>
                  <a:cubicBezTo>
                    <a:pt x="18704" y="5809"/>
                    <a:pt x="18588" y="5900"/>
                    <a:pt x="18475" y="5991"/>
                  </a:cubicBezTo>
                  <a:cubicBezTo>
                    <a:pt x="18381" y="6067"/>
                    <a:pt x="18290" y="6140"/>
                    <a:pt x="18196" y="6219"/>
                  </a:cubicBezTo>
                  <a:cubicBezTo>
                    <a:pt x="18076" y="6310"/>
                    <a:pt x="17949" y="6404"/>
                    <a:pt x="17826" y="6495"/>
                  </a:cubicBezTo>
                  <a:cubicBezTo>
                    <a:pt x="17728" y="6568"/>
                    <a:pt x="17634" y="6644"/>
                    <a:pt x="17528" y="6716"/>
                  </a:cubicBezTo>
                  <a:cubicBezTo>
                    <a:pt x="17398" y="6811"/>
                    <a:pt x="17256" y="6902"/>
                    <a:pt x="17118" y="6999"/>
                  </a:cubicBezTo>
                  <a:cubicBezTo>
                    <a:pt x="17002" y="7079"/>
                    <a:pt x="16890" y="7163"/>
                    <a:pt x="16766" y="7239"/>
                  </a:cubicBezTo>
                  <a:cubicBezTo>
                    <a:pt x="16520" y="7399"/>
                    <a:pt x="16277" y="7551"/>
                    <a:pt x="16026" y="7707"/>
                  </a:cubicBezTo>
                  <a:cubicBezTo>
                    <a:pt x="15983" y="7732"/>
                    <a:pt x="15936" y="7761"/>
                    <a:pt x="15885" y="7787"/>
                  </a:cubicBezTo>
                  <a:cubicBezTo>
                    <a:pt x="15645" y="7932"/>
                    <a:pt x="15402" y="8073"/>
                    <a:pt x="15155" y="8208"/>
                  </a:cubicBezTo>
                  <a:cubicBezTo>
                    <a:pt x="15116" y="8229"/>
                    <a:pt x="15079" y="8248"/>
                    <a:pt x="15039" y="8273"/>
                  </a:cubicBezTo>
                  <a:cubicBezTo>
                    <a:pt x="14687" y="8462"/>
                    <a:pt x="14339" y="8643"/>
                    <a:pt x="13987" y="8821"/>
                  </a:cubicBezTo>
                  <a:cubicBezTo>
                    <a:pt x="13944" y="8839"/>
                    <a:pt x="13904" y="8861"/>
                    <a:pt x="13864" y="8879"/>
                  </a:cubicBezTo>
                  <a:cubicBezTo>
                    <a:pt x="13574" y="9020"/>
                    <a:pt x="13280" y="9155"/>
                    <a:pt x="12982" y="9289"/>
                  </a:cubicBezTo>
                  <a:cubicBezTo>
                    <a:pt x="12935" y="9311"/>
                    <a:pt x="12888" y="9329"/>
                    <a:pt x="12837" y="9351"/>
                  </a:cubicBezTo>
                  <a:cubicBezTo>
                    <a:pt x="12572" y="9470"/>
                    <a:pt x="12307" y="9579"/>
                    <a:pt x="12039" y="9688"/>
                  </a:cubicBezTo>
                  <a:cubicBezTo>
                    <a:pt x="11995" y="9706"/>
                    <a:pt x="11955" y="9724"/>
                    <a:pt x="11908" y="9735"/>
                  </a:cubicBezTo>
                  <a:cubicBezTo>
                    <a:pt x="11672" y="9826"/>
                    <a:pt x="11440" y="9917"/>
                    <a:pt x="11204" y="10004"/>
                  </a:cubicBezTo>
                  <a:cubicBezTo>
                    <a:pt x="11168" y="10018"/>
                    <a:pt x="11139" y="10033"/>
                    <a:pt x="11103" y="10040"/>
                  </a:cubicBezTo>
                  <a:cubicBezTo>
                    <a:pt x="10860" y="10127"/>
                    <a:pt x="10617" y="10207"/>
                    <a:pt x="10377" y="10290"/>
                  </a:cubicBezTo>
                  <a:cubicBezTo>
                    <a:pt x="10323" y="10308"/>
                    <a:pt x="10261" y="10327"/>
                    <a:pt x="10207" y="10345"/>
                  </a:cubicBezTo>
                  <a:cubicBezTo>
                    <a:pt x="9989" y="10414"/>
                    <a:pt x="9771" y="10479"/>
                    <a:pt x="9561" y="10544"/>
                  </a:cubicBezTo>
                  <a:cubicBezTo>
                    <a:pt x="9535" y="10552"/>
                    <a:pt x="9510" y="10559"/>
                    <a:pt x="9488" y="10566"/>
                  </a:cubicBezTo>
                  <a:cubicBezTo>
                    <a:pt x="9252" y="10635"/>
                    <a:pt x="9020" y="10697"/>
                    <a:pt x="8788" y="10758"/>
                  </a:cubicBezTo>
                  <a:cubicBezTo>
                    <a:pt x="8733" y="10769"/>
                    <a:pt x="8675" y="10784"/>
                    <a:pt x="8621" y="10798"/>
                  </a:cubicBezTo>
                  <a:cubicBezTo>
                    <a:pt x="8400" y="10853"/>
                    <a:pt x="8182" y="10907"/>
                    <a:pt x="7964" y="10951"/>
                  </a:cubicBezTo>
                  <a:cubicBezTo>
                    <a:pt x="7950" y="10958"/>
                    <a:pt x="7932" y="10962"/>
                    <a:pt x="7913" y="10962"/>
                  </a:cubicBezTo>
                  <a:cubicBezTo>
                    <a:pt x="7678" y="11012"/>
                    <a:pt x="7442" y="11056"/>
                    <a:pt x="7210" y="11096"/>
                  </a:cubicBezTo>
                  <a:cubicBezTo>
                    <a:pt x="7159" y="11107"/>
                    <a:pt x="7104" y="11114"/>
                    <a:pt x="7057" y="11125"/>
                  </a:cubicBezTo>
                  <a:cubicBezTo>
                    <a:pt x="6814" y="11165"/>
                    <a:pt x="6575" y="11201"/>
                    <a:pt x="6339" y="11234"/>
                  </a:cubicBezTo>
                  <a:lnTo>
                    <a:pt x="6245" y="11248"/>
                  </a:lnTo>
                  <a:cubicBezTo>
                    <a:pt x="5969" y="11284"/>
                    <a:pt x="5697" y="11310"/>
                    <a:pt x="5432" y="11332"/>
                  </a:cubicBezTo>
                  <a:cubicBezTo>
                    <a:pt x="5406" y="11332"/>
                    <a:pt x="5381" y="11339"/>
                    <a:pt x="5356" y="11339"/>
                  </a:cubicBezTo>
                  <a:cubicBezTo>
                    <a:pt x="5214" y="11346"/>
                    <a:pt x="5080" y="11357"/>
                    <a:pt x="4942" y="11361"/>
                  </a:cubicBezTo>
                  <a:cubicBezTo>
                    <a:pt x="4888" y="11364"/>
                    <a:pt x="4829" y="11364"/>
                    <a:pt x="4775" y="11364"/>
                  </a:cubicBezTo>
                  <a:cubicBezTo>
                    <a:pt x="4670" y="11368"/>
                    <a:pt x="4565" y="11368"/>
                    <a:pt x="4467" y="11368"/>
                  </a:cubicBezTo>
                  <a:lnTo>
                    <a:pt x="4245" y="11368"/>
                  </a:lnTo>
                  <a:cubicBezTo>
                    <a:pt x="4180" y="11368"/>
                    <a:pt x="4111" y="11368"/>
                    <a:pt x="4049" y="11364"/>
                  </a:cubicBezTo>
                  <a:cubicBezTo>
                    <a:pt x="3973" y="11361"/>
                    <a:pt x="3901" y="11361"/>
                    <a:pt x="3828" y="11357"/>
                  </a:cubicBezTo>
                  <a:cubicBezTo>
                    <a:pt x="3763" y="11350"/>
                    <a:pt x="3701" y="11350"/>
                    <a:pt x="3639" y="11346"/>
                  </a:cubicBezTo>
                  <a:cubicBezTo>
                    <a:pt x="3567" y="11342"/>
                    <a:pt x="3494" y="11332"/>
                    <a:pt x="3422" y="11328"/>
                  </a:cubicBezTo>
                  <a:cubicBezTo>
                    <a:pt x="3364" y="11324"/>
                    <a:pt x="3306" y="11321"/>
                    <a:pt x="3248" y="11310"/>
                  </a:cubicBezTo>
                  <a:cubicBezTo>
                    <a:pt x="3175" y="11303"/>
                    <a:pt x="3106" y="11292"/>
                    <a:pt x="3034" y="11284"/>
                  </a:cubicBezTo>
                  <a:cubicBezTo>
                    <a:pt x="2979" y="11274"/>
                    <a:pt x="2921" y="11270"/>
                    <a:pt x="2867" y="11259"/>
                  </a:cubicBezTo>
                  <a:cubicBezTo>
                    <a:pt x="2794" y="11248"/>
                    <a:pt x="2725" y="11234"/>
                    <a:pt x="2656" y="11219"/>
                  </a:cubicBezTo>
                  <a:cubicBezTo>
                    <a:pt x="2605" y="11212"/>
                    <a:pt x="2551" y="11201"/>
                    <a:pt x="2504" y="11186"/>
                  </a:cubicBezTo>
                  <a:cubicBezTo>
                    <a:pt x="2431" y="11176"/>
                    <a:pt x="2362" y="11157"/>
                    <a:pt x="2293" y="11139"/>
                  </a:cubicBezTo>
                  <a:cubicBezTo>
                    <a:pt x="2250" y="11125"/>
                    <a:pt x="2203" y="11114"/>
                    <a:pt x="2159" y="11103"/>
                  </a:cubicBezTo>
                  <a:cubicBezTo>
                    <a:pt x="2079" y="11078"/>
                    <a:pt x="2014" y="11056"/>
                    <a:pt x="1941" y="11034"/>
                  </a:cubicBezTo>
                  <a:cubicBezTo>
                    <a:pt x="1905" y="11020"/>
                    <a:pt x="1869" y="11012"/>
                    <a:pt x="1833" y="11001"/>
                  </a:cubicBezTo>
                  <a:cubicBezTo>
                    <a:pt x="1727" y="10965"/>
                    <a:pt x="1622" y="10925"/>
                    <a:pt x="1524" y="10885"/>
                  </a:cubicBezTo>
                  <a:cubicBezTo>
                    <a:pt x="733" y="10548"/>
                    <a:pt x="229" y="10062"/>
                    <a:pt x="0" y="9474"/>
                  </a:cubicBezTo>
                  <a:lnTo>
                    <a:pt x="1270" y="12239"/>
                  </a:lnTo>
                  <a:cubicBezTo>
                    <a:pt x="1506" y="12830"/>
                    <a:pt x="2003" y="13316"/>
                    <a:pt x="2794" y="13650"/>
                  </a:cubicBezTo>
                  <a:cubicBezTo>
                    <a:pt x="2892" y="13690"/>
                    <a:pt x="2997" y="13734"/>
                    <a:pt x="3102" y="13770"/>
                  </a:cubicBezTo>
                  <a:cubicBezTo>
                    <a:pt x="3139" y="13781"/>
                    <a:pt x="3175" y="13792"/>
                    <a:pt x="3215" y="13806"/>
                  </a:cubicBezTo>
                  <a:cubicBezTo>
                    <a:pt x="3287" y="13828"/>
                    <a:pt x="3356" y="13850"/>
                    <a:pt x="3433" y="13871"/>
                  </a:cubicBezTo>
                  <a:cubicBezTo>
                    <a:pt x="3476" y="13886"/>
                    <a:pt x="3527" y="13897"/>
                    <a:pt x="3574" y="13908"/>
                  </a:cubicBezTo>
                  <a:cubicBezTo>
                    <a:pt x="3639" y="13926"/>
                    <a:pt x="3708" y="13944"/>
                    <a:pt x="3781" y="13958"/>
                  </a:cubicBezTo>
                  <a:cubicBezTo>
                    <a:pt x="3832" y="13969"/>
                    <a:pt x="3886" y="13977"/>
                    <a:pt x="3941" y="13991"/>
                  </a:cubicBezTo>
                  <a:cubicBezTo>
                    <a:pt x="4010" y="14006"/>
                    <a:pt x="4075" y="14017"/>
                    <a:pt x="4147" y="14027"/>
                  </a:cubicBezTo>
                  <a:cubicBezTo>
                    <a:pt x="4202" y="14035"/>
                    <a:pt x="4263" y="14046"/>
                    <a:pt x="4318" y="14049"/>
                  </a:cubicBezTo>
                  <a:cubicBezTo>
                    <a:pt x="4383" y="14060"/>
                    <a:pt x="4456" y="14067"/>
                    <a:pt x="4528" y="14078"/>
                  </a:cubicBezTo>
                  <a:cubicBezTo>
                    <a:pt x="4590" y="14082"/>
                    <a:pt x="4648" y="14089"/>
                    <a:pt x="4706" y="14096"/>
                  </a:cubicBezTo>
                  <a:cubicBezTo>
                    <a:pt x="4779" y="14100"/>
                    <a:pt x="4851" y="14107"/>
                    <a:pt x="4924" y="14114"/>
                  </a:cubicBezTo>
                  <a:cubicBezTo>
                    <a:pt x="4989" y="14118"/>
                    <a:pt x="5051" y="14122"/>
                    <a:pt x="5116" y="14122"/>
                  </a:cubicBezTo>
                  <a:cubicBezTo>
                    <a:pt x="5189" y="14125"/>
                    <a:pt x="5265" y="14133"/>
                    <a:pt x="5337" y="14133"/>
                  </a:cubicBezTo>
                  <a:cubicBezTo>
                    <a:pt x="5399" y="14133"/>
                    <a:pt x="5468" y="14136"/>
                    <a:pt x="5533" y="14136"/>
                  </a:cubicBezTo>
                  <a:cubicBezTo>
                    <a:pt x="5588" y="14136"/>
                    <a:pt x="5642" y="14140"/>
                    <a:pt x="5697" y="14140"/>
                  </a:cubicBezTo>
                  <a:lnTo>
                    <a:pt x="5755" y="14140"/>
                  </a:lnTo>
                  <a:cubicBezTo>
                    <a:pt x="5853" y="14140"/>
                    <a:pt x="5958" y="14136"/>
                    <a:pt x="6063" y="14136"/>
                  </a:cubicBezTo>
                  <a:cubicBezTo>
                    <a:pt x="6118" y="14136"/>
                    <a:pt x="6172" y="14133"/>
                    <a:pt x="6230" y="14133"/>
                  </a:cubicBezTo>
                  <a:cubicBezTo>
                    <a:pt x="6368" y="14125"/>
                    <a:pt x="6502" y="14118"/>
                    <a:pt x="6644" y="14107"/>
                  </a:cubicBezTo>
                  <a:cubicBezTo>
                    <a:pt x="6665" y="14107"/>
                    <a:pt x="6687" y="14104"/>
                    <a:pt x="6716" y="14104"/>
                  </a:cubicBezTo>
                  <a:lnTo>
                    <a:pt x="6720" y="14104"/>
                  </a:lnTo>
                  <a:cubicBezTo>
                    <a:pt x="6981" y="14085"/>
                    <a:pt x="7253" y="14053"/>
                    <a:pt x="7533" y="14017"/>
                  </a:cubicBezTo>
                  <a:cubicBezTo>
                    <a:pt x="7551" y="14013"/>
                    <a:pt x="7572" y="14013"/>
                    <a:pt x="7591" y="14013"/>
                  </a:cubicBezTo>
                  <a:cubicBezTo>
                    <a:pt x="7601" y="14013"/>
                    <a:pt x="7612" y="14009"/>
                    <a:pt x="7623" y="14009"/>
                  </a:cubicBezTo>
                  <a:cubicBezTo>
                    <a:pt x="7859" y="13977"/>
                    <a:pt x="8099" y="13940"/>
                    <a:pt x="8338" y="13900"/>
                  </a:cubicBezTo>
                  <a:cubicBezTo>
                    <a:pt x="8360" y="13897"/>
                    <a:pt x="8385" y="13897"/>
                    <a:pt x="8411" y="13890"/>
                  </a:cubicBezTo>
                  <a:cubicBezTo>
                    <a:pt x="8440" y="13886"/>
                    <a:pt x="8465" y="13879"/>
                    <a:pt x="8494" y="13871"/>
                  </a:cubicBezTo>
                  <a:cubicBezTo>
                    <a:pt x="8723" y="13831"/>
                    <a:pt x="8958" y="13788"/>
                    <a:pt x="9194" y="13737"/>
                  </a:cubicBezTo>
                  <a:lnTo>
                    <a:pt x="9205" y="13737"/>
                  </a:lnTo>
                  <a:cubicBezTo>
                    <a:pt x="9220" y="13734"/>
                    <a:pt x="9231" y="13734"/>
                    <a:pt x="9241" y="13726"/>
                  </a:cubicBezTo>
                  <a:cubicBezTo>
                    <a:pt x="9459" y="13683"/>
                    <a:pt x="9677" y="13628"/>
                    <a:pt x="9898" y="13574"/>
                  </a:cubicBezTo>
                  <a:cubicBezTo>
                    <a:pt x="9931" y="13563"/>
                    <a:pt x="9956" y="13559"/>
                    <a:pt x="9989" y="13552"/>
                  </a:cubicBezTo>
                  <a:cubicBezTo>
                    <a:pt x="10018" y="13545"/>
                    <a:pt x="10043" y="13538"/>
                    <a:pt x="10065" y="13527"/>
                  </a:cubicBezTo>
                  <a:cubicBezTo>
                    <a:pt x="10297" y="13469"/>
                    <a:pt x="10529" y="13407"/>
                    <a:pt x="10765" y="13338"/>
                  </a:cubicBezTo>
                  <a:cubicBezTo>
                    <a:pt x="10769" y="13338"/>
                    <a:pt x="10776" y="13334"/>
                    <a:pt x="10783" y="13334"/>
                  </a:cubicBezTo>
                  <a:cubicBezTo>
                    <a:pt x="10802" y="13327"/>
                    <a:pt x="10820" y="13320"/>
                    <a:pt x="10841" y="13316"/>
                  </a:cubicBezTo>
                  <a:cubicBezTo>
                    <a:pt x="11059" y="13251"/>
                    <a:pt x="11273" y="13182"/>
                    <a:pt x="11491" y="13117"/>
                  </a:cubicBezTo>
                  <a:cubicBezTo>
                    <a:pt x="11524" y="13106"/>
                    <a:pt x="11556" y="13099"/>
                    <a:pt x="11585" y="13084"/>
                  </a:cubicBezTo>
                  <a:cubicBezTo>
                    <a:pt x="11607" y="13073"/>
                    <a:pt x="11636" y="13066"/>
                    <a:pt x="11658" y="13055"/>
                  </a:cubicBezTo>
                  <a:cubicBezTo>
                    <a:pt x="11897" y="12979"/>
                    <a:pt x="12140" y="12892"/>
                    <a:pt x="12384" y="12808"/>
                  </a:cubicBezTo>
                  <a:cubicBezTo>
                    <a:pt x="12394" y="12801"/>
                    <a:pt x="12402" y="12801"/>
                    <a:pt x="12413" y="12797"/>
                  </a:cubicBezTo>
                  <a:cubicBezTo>
                    <a:pt x="12434" y="12790"/>
                    <a:pt x="12460" y="12779"/>
                    <a:pt x="12485" y="12772"/>
                  </a:cubicBezTo>
                  <a:cubicBezTo>
                    <a:pt x="12721" y="12685"/>
                    <a:pt x="12950" y="12598"/>
                    <a:pt x="13185" y="12504"/>
                  </a:cubicBezTo>
                  <a:cubicBezTo>
                    <a:pt x="13218" y="12489"/>
                    <a:pt x="13247" y="12482"/>
                    <a:pt x="13276" y="12467"/>
                  </a:cubicBezTo>
                  <a:cubicBezTo>
                    <a:pt x="13291" y="12464"/>
                    <a:pt x="13305" y="12453"/>
                    <a:pt x="13320" y="12449"/>
                  </a:cubicBezTo>
                  <a:cubicBezTo>
                    <a:pt x="13584" y="12340"/>
                    <a:pt x="13853" y="12231"/>
                    <a:pt x="14118" y="12112"/>
                  </a:cubicBezTo>
                  <a:cubicBezTo>
                    <a:pt x="14143" y="12104"/>
                    <a:pt x="14165" y="12090"/>
                    <a:pt x="14194" y="12083"/>
                  </a:cubicBezTo>
                  <a:cubicBezTo>
                    <a:pt x="14216" y="12072"/>
                    <a:pt x="14238" y="12057"/>
                    <a:pt x="14263" y="12050"/>
                  </a:cubicBezTo>
                  <a:cubicBezTo>
                    <a:pt x="14557" y="11919"/>
                    <a:pt x="14851" y="11782"/>
                    <a:pt x="15141" y="11640"/>
                  </a:cubicBezTo>
                  <a:cubicBezTo>
                    <a:pt x="15159" y="11633"/>
                    <a:pt x="15181" y="11622"/>
                    <a:pt x="15199" y="11615"/>
                  </a:cubicBezTo>
                  <a:cubicBezTo>
                    <a:pt x="15217" y="11604"/>
                    <a:pt x="15243" y="11593"/>
                    <a:pt x="15261" y="11582"/>
                  </a:cubicBezTo>
                  <a:cubicBezTo>
                    <a:pt x="15613" y="11404"/>
                    <a:pt x="15968" y="11223"/>
                    <a:pt x="16313" y="11034"/>
                  </a:cubicBezTo>
                  <a:cubicBezTo>
                    <a:pt x="16331" y="11023"/>
                    <a:pt x="16353" y="11012"/>
                    <a:pt x="16371" y="11001"/>
                  </a:cubicBezTo>
                  <a:cubicBezTo>
                    <a:pt x="16389" y="10994"/>
                    <a:pt x="16407" y="10980"/>
                    <a:pt x="16425" y="10969"/>
                  </a:cubicBezTo>
                  <a:cubicBezTo>
                    <a:pt x="16668" y="10835"/>
                    <a:pt x="16915" y="10693"/>
                    <a:pt x="17158" y="10548"/>
                  </a:cubicBezTo>
                  <a:lnTo>
                    <a:pt x="17296" y="10468"/>
                  </a:lnTo>
                  <a:cubicBezTo>
                    <a:pt x="17546" y="10316"/>
                    <a:pt x="17793" y="10160"/>
                    <a:pt x="18040" y="10000"/>
                  </a:cubicBezTo>
                  <a:cubicBezTo>
                    <a:pt x="18065" y="9982"/>
                    <a:pt x="18098" y="9964"/>
                    <a:pt x="18127" y="9946"/>
                  </a:cubicBezTo>
                  <a:cubicBezTo>
                    <a:pt x="18218" y="9888"/>
                    <a:pt x="18305" y="9822"/>
                    <a:pt x="18396" y="9761"/>
                  </a:cubicBezTo>
                  <a:cubicBezTo>
                    <a:pt x="18530" y="9663"/>
                    <a:pt x="18671" y="9572"/>
                    <a:pt x="18802" y="9478"/>
                  </a:cubicBezTo>
                  <a:cubicBezTo>
                    <a:pt x="18907" y="9405"/>
                    <a:pt x="19001" y="9329"/>
                    <a:pt x="19103" y="9256"/>
                  </a:cubicBezTo>
                  <a:cubicBezTo>
                    <a:pt x="19223" y="9166"/>
                    <a:pt x="19350" y="9071"/>
                    <a:pt x="19469" y="8981"/>
                  </a:cubicBezTo>
                  <a:cubicBezTo>
                    <a:pt x="19564" y="8901"/>
                    <a:pt x="19658" y="8828"/>
                    <a:pt x="19749" y="8752"/>
                  </a:cubicBezTo>
                  <a:cubicBezTo>
                    <a:pt x="19861" y="8661"/>
                    <a:pt x="19977" y="8571"/>
                    <a:pt x="20086" y="8480"/>
                  </a:cubicBezTo>
                  <a:cubicBezTo>
                    <a:pt x="20177" y="8404"/>
                    <a:pt x="20264" y="8327"/>
                    <a:pt x="20348" y="8248"/>
                  </a:cubicBezTo>
                  <a:cubicBezTo>
                    <a:pt x="20453" y="8157"/>
                    <a:pt x="20554" y="8066"/>
                    <a:pt x="20649" y="7975"/>
                  </a:cubicBezTo>
                  <a:cubicBezTo>
                    <a:pt x="20670" y="7954"/>
                    <a:pt x="20696" y="7932"/>
                    <a:pt x="20721" y="7914"/>
                  </a:cubicBezTo>
                  <a:cubicBezTo>
                    <a:pt x="20837" y="7801"/>
                    <a:pt x="20950" y="7692"/>
                    <a:pt x="21059" y="7576"/>
                  </a:cubicBezTo>
                  <a:lnTo>
                    <a:pt x="21128" y="7511"/>
                  </a:lnTo>
                  <a:cubicBezTo>
                    <a:pt x="21265" y="7370"/>
                    <a:pt x="21396" y="7232"/>
                    <a:pt x="21519" y="7094"/>
                  </a:cubicBezTo>
                  <a:cubicBezTo>
                    <a:pt x="21527" y="7079"/>
                    <a:pt x="21541" y="7068"/>
                    <a:pt x="21548" y="7058"/>
                  </a:cubicBezTo>
                  <a:cubicBezTo>
                    <a:pt x="21639" y="6956"/>
                    <a:pt x="21726" y="6851"/>
                    <a:pt x="21810" y="6753"/>
                  </a:cubicBezTo>
                  <a:cubicBezTo>
                    <a:pt x="21835" y="6716"/>
                    <a:pt x="21864" y="6684"/>
                    <a:pt x="21890" y="6648"/>
                  </a:cubicBezTo>
                  <a:cubicBezTo>
                    <a:pt x="21929" y="6597"/>
                    <a:pt x="21966" y="6553"/>
                    <a:pt x="22002" y="6502"/>
                  </a:cubicBezTo>
                  <a:cubicBezTo>
                    <a:pt x="22085" y="6397"/>
                    <a:pt x="22158" y="6296"/>
                    <a:pt x="22231" y="6194"/>
                  </a:cubicBezTo>
                  <a:cubicBezTo>
                    <a:pt x="22263" y="6154"/>
                    <a:pt x="22292" y="6107"/>
                    <a:pt x="22321" y="6067"/>
                  </a:cubicBezTo>
                  <a:lnTo>
                    <a:pt x="22361" y="6013"/>
                  </a:lnTo>
                  <a:cubicBezTo>
                    <a:pt x="22437" y="5897"/>
                    <a:pt x="22506" y="5780"/>
                    <a:pt x="22575" y="5668"/>
                  </a:cubicBezTo>
                  <a:cubicBezTo>
                    <a:pt x="22590" y="5643"/>
                    <a:pt x="22601" y="5617"/>
                    <a:pt x="22619" y="5592"/>
                  </a:cubicBezTo>
                  <a:cubicBezTo>
                    <a:pt x="22651" y="5534"/>
                    <a:pt x="22688" y="5472"/>
                    <a:pt x="22720" y="5418"/>
                  </a:cubicBezTo>
                  <a:cubicBezTo>
                    <a:pt x="22757" y="5345"/>
                    <a:pt x="22793" y="5280"/>
                    <a:pt x="22826" y="5211"/>
                  </a:cubicBezTo>
                  <a:cubicBezTo>
                    <a:pt x="22829" y="5200"/>
                    <a:pt x="22833" y="5193"/>
                    <a:pt x="22836" y="5178"/>
                  </a:cubicBezTo>
                  <a:cubicBezTo>
                    <a:pt x="22880" y="5087"/>
                    <a:pt x="22920" y="5000"/>
                    <a:pt x="22956" y="4910"/>
                  </a:cubicBezTo>
                  <a:lnTo>
                    <a:pt x="22982" y="4830"/>
                  </a:lnTo>
                  <a:cubicBezTo>
                    <a:pt x="23014" y="4754"/>
                    <a:pt x="23036" y="4674"/>
                    <a:pt x="23065" y="4598"/>
                  </a:cubicBezTo>
                  <a:cubicBezTo>
                    <a:pt x="23080" y="4554"/>
                    <a:pt x="23098" y="4507"/>
                    <a:pt x="23109" y="4463"/>
                  </a:cubicBezTo>
                  <a:cubicBezTo>
                    <a:pt x="23119" y="4434"/>
                    <a:pt x="23119" y="4413"/>
                    <a:pt x="23127" y="4384"/>
                  </a:cubicBezTo>
                  <a:cubicBezTo>
                    <a:pt x="23145" y="4318"/>
                    <a:pt x="23159" y="4253"/>
                    <a:pt x="23174" y="4184"/>
                  </a:cubicBezTo>
                  <a:cubicBezTo>
                    <a:pt x="23181" y="4140"/>
                    <a:pt x="23196" y="4093"/>
                    <a:pt x="23207" y="4050"/>
                  </a:cubicBezTo>
                  <a:cubicBezTo>
                    <a:pt x="23210" y="4021"/>
                    <a:pt x="23210" y="3995"/>
                    <a:pt x="23214" y="3966"/>
                  </a:cubicBezTo>
                  <a:cubicBezTo>
                    <a:pt x="23225" y="3908"/>
                    <a:pt x="23228" y="3850"/>
                    <a:pt x="23232" y="3792"/>
                  </a:cubicBezTo>
                  <a:cubicBezTo>
                    <a:pt x="23236" y="3749"/>
                    <a:pt x="23243" y="3709"/>
                    <a:pt x="23243" y="3669"/>
                  </a:cubicBezTo>
                  <a:cubicBezTo>
                    <a:pt x="23243" y="3636"/>
                    <a:pt x="23239" y="3611"/>
                    <a:pt x="23239" y="3578"/>
                  </a:cubicBezTo>
                  <a:cubicBezTo>
                    <a:pt x="23239" y="3524"/>
                    <a:pt x="23232" y="3469"/>
                    <a:pt x="23228" y="3411"/>
                  </a:cubicBezTo>
                  <a:cubicBezTo>
                    <a:pt x="23210" y="3382"/>
                    <a:pt x="23214" y="3346"/>
                    <a:pt x="23210" y="331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1442038" y="1107539"/>
              <a:ext cx="735921" cy="438941"/>
            </a:xfrm>
            <a:custGeom>
              <a:avLst/>
              <a:gdLst/>
              <a:ahLst/>
              <a:cxnLst/>
              <a:rect l="l" t="t" r="r" b="b"/>
              <a:pathLst>
                <a:path w="25246" h="15058" extrusionOk="0">
                  <a:moveTo>
                    <a:pt x="22006" y="1375"/>
                  </a:moveTo>
                  <a:cubicBezTo>
                    <a:pt x="18773" y="0"/>
                    <a:pt x="11930" y="1640"/>
                    <a:pt x="6756" y="5033"/>
                  </a:cubicBezTo>
                  <a:cubicBezTo>
                    <a:pt x="1579" y="8425"/>
                    <a:pt x="1" y="12300"/>
                    <a:pt x="3237" y="13679"/>
                  </a:cubicBezTo>
                  <a:cubicBezTo>
                    <a:pt x="6470" y="15057"/>
                    <a:pt x="13313" y="13417"/>
                    <a:pt x="18487" y="10025"/>
                  </a:cubicBezTo>
                  <a:cubicBezTo>
                    <a:pt x="23664" y="6633"/>
                    <a:pt x="25246" y="2754"/>
                    <a:pt x="22006" y="1375"/>
                  </a:cubicBezTo>
                  <a:close/>
                  <a:moveTo>
                    <a:pt x="15693" y="8835"/>
                  </a:moveTo>
                  <a:cubicBezTo>
                    <a:pt x="12743" y="10769"/>
                    <a:pt x="8970" y="11756"/>
                    <a:pt x="7272" y="11037"/>
                  </a:cubicBezTo>
                  <a:cubicBezTo>
                    <a:pt x="5574" y="10315"/>
                    <a:pt x="6600" y="8156"/>
                    <a:pt x="9547" y="6223"/>
                  </a:cubicBezTo>
                  <a:cubicBezTo>
                    <a:pt x="12496" y="4292"/>
                    <a:pt x="16273" y="3302"/>
                    <a:pt x="17971" y="4024"/>
                  </a:cubicBezTo>
                  <a:cubicBezTo>
                    <a:pt x="19666" y="4746"/>
                    <a:pt x="18643" y="6905"/>
                    <a:pt x="15693" y="883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>
            <a:spLocks noGrp="1"/>
          </p:cNvSpPr>
          <p:nvPr>
            <p:ph type="title"/>
          </p:nvPr>
        </p:nvSpPr>
        <p:spPr>
          <a:xfrm>
            <a:off x="2087100" y="2417050"/>
            <a:ext cx="4969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title" idx="2" hasCustomPrompt="1"/>
          </p:nvPr>
        </p:nvSpPr>
        <p:spPr>
          <a:xfrm>
            <a:off x="3979975" y="1191100"/>
            <a:ext cx="1184100" cy="1179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9" name="Google Shape;219;p14"/>
          <p:cNvSpPr txBox="1">
            <a:spLocks noGrp="1"/>
          </p:cNvSpPr>
          <p:nvPr>
            <p:ph type="subTitle" idx="1"/>
          </p:nvPr>
        </p:nvSpPr>
        <p:spPr>
          <a:xfrm>
            <a:off x="2087100" y="3411250"/>
            <a:ext cx="4969800" cy="411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2350211" y="200639"/>
            <a:ext cx="330790" cy="48462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6987550" y="4474689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4755234" y="365296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1045580" y="4639451"/>
            <a:ext cx="1468124" cy="155446"/>
          </a:xfrm>
          <a:custGeom>
            <a:avLst/>
            <a:gdLst/>
            <a:ahLst/>
            <a:cxnLst/>
            <a:rect l="l" t="t" r="r" b="b"/>
            <a:pathLst>
              <a:path w="46860" h="4889" extrusionOk="0">
                <a:moveTo>
                  <a:pt x="1" y="1"/>
                </a:moveTo>
                <a:lnTo>
                  <a:pt x="46859" y="1"/>
                </a:lnTo>
                <a:lnTo>
                  <a:pt x="46859" y="4888"/>
                </a:lnTo>
                <a:lnTo>
                  <a:pt x="1" y="48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278356" y="220524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8428906" y="2719806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8179995" y="3776727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249332" y="3719527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" name="Google Shape;228;p14"/>
          <p:cNvGrpSpPr/>
          <p:nvPr/>
        </p:nvGrpSpPr>
        <p:grpSpPr>
          <a:xfrm>
            <a:off x="235342" y="364725"/>
            <a:ext cx="998410" cy="923544"/>
            <a:chOff x="2506538" y="1118529"/>
            <a:chExt cx="507064" cy="468994"/>
          </a:xfrm>
        </p:grpSpPr>
        <p:sp>
          <p:nvSpPr>
            <p:cNvPr id="229" name="Google Shape;229;p14"/>
            <p:cNvSpPr/>
            <p:nvPr/>
          </p:nvSpPr>
          <p:spPr>
            <a:xfrm>
              <a:off x="2739009" y="1181872"/>
              <a:ext cx="274593" cy="405651"/>
            </a:xfrm>
            <a:custGeom>
              <a:avLst/>
              <a:gdLst/>
              <a:ahLst/>
              <a:cxnLst/>
              <a:rect l="l" t="t" r="r" b="b"/>
              <a:pathLst>
                <a:path w="9420" h="13916" extrusionOk="0">
                  <a:moveTo>
                    <a:pt x="6677" y="1"/>
                  </a:moveTo>
                  <a:lnTo>
                    <a:pt x="1" y="5966"/>
                  </a:lnTo>
                  <a:lnTo>
                    <a:pt x="2744" y="13915"/>
                  </a:lnTo>
                  <a:lnTo>
                    <a:pt x="9420" y="794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2506538" y="1292496"/>
              <a:ext cx="312459" cy="295027"/>
            </a:xfrm>
            <a:custGeom>
              <a:avLst/>
              <a:gdLst/>
              <a:ahLst/>
              <a:cxnLst/>
              <a:rect l="l" t="t" r="r" b="b"/>
              <a:pathLst>
                <a:path w="10719" h="10121" extrusionOk="0">
                  <a:moveTo>
                    <a:pt x="7976" y="2171"/>
                  </a:moveTo>
                  <a:lnTo>
                    <a:pt x="1" y="1"/>
                  </a:lnTo>
                  <a:lnTo>
                    <a:pt x="2748" y="7947"/>
                  </a:lnTo>
                  <a:lnTo>
                    <a:pt x="10719" y="10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2506538" y="1118529"/>
              <a:ext cx="427106" cy="237252"/>
            </a:xfrm>
            <a:custGeom>
              <a:avLst/>
              <a:gdLst/>
              <a:ahLst/>
              <a:cxnLst/>
              <a:rect l="l" t="t" r="r" b="b"/>
              <a:pathLst>
                <a:path w="14652" h="8139" extrusionOk="0">
                  <a:moveTo>
                    <a:pt x="6677" y="0"/>
                  </a:moveTo>
                  <a:lnTo>
                    <a:pt x="1" y="5969"/>
                  </a:lnTo>
                  <a:lnTo>
                    <a:pt x="7976" y="8139"/>
                  </a:lnTo>
                  <a:lnTo>
                    <a:pt x="14652" y="217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5717524" y="248839"/>
            <a:ext cx="330790" cy="48462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349000" y="1868839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8520162" y="723964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1459284" y="4735521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2334305" y="345151"/>
            <a:ext cx="1468124" cy="155446"/>
          </a:xfrm>
          <a:custGeom>
            <a:avLst/>
            <a:gdLst/>
            <a:ahLst/>
            <a:cxnLst/>
            <a:rect l="l" t="t" r="r" b="b"/>
            <a:pathLst>
              <a:path w="46860" h="4889" extrusionOk="0">
                <a:moveTo>
                  <a:pt x="1" y="1"/>
                </a:moveTo>
                <a:lnTo>
                  <a:pt x="46859" y="1"/>
                </a:lnTo>
                <a:lnTo>
                  <a:pt x="46859" y="4888"/>
                </a:lnTo>
                <a:lnTo>
                  <a:pt x="1" y="48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579256" y="3941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5"/>
          <p:cNvSpPr/>
          <p:nvPr/>
        </p:nvSpPr>
        <p:spPr>
          <a:xfrm>
            <a:off x="8171569" y="381824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5"/>
          <p:cNvSpPr/>
          <p:nvPr/>
        </p:nvSpPr>
        <p:spPr>
          <a:xfrm>
            <a:off x="278345" y="3628452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8393582" y="2082977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" name="Google Shape;242;p15"/>
          <p:cNvGrpSpPr/>
          <p:nvPr/>
        </p:nvGrpSpPr>
        <p:grpSpPr>
          <a:xfrm>
            <a:off x="6418892" y="4037275"/>
            <a:ext cx="998410" cy="923544"/>
            <a:chOff x="2506538" y="1118529"/>
            <a:chExt cx="507064" cy="468994"/>
          </a:xfrm>
        </p:grpSpPr>
        <p:sp>
          <p:nvSpPr>
            <p:cNvPr id="243" name="Google Shape;243;p15"/>
            <p:cNvSpPr/>
            <p:nvPr/>
          </p:nvSpPr>
          <p:spPr>
            <a:xfrm>
              <a:off x="2739009" y="1181872"/>
              <a:ext cx="274593" cy="405651"/>
            </a:xfrm>
            <a:custGeom>
              <a:avLst/>
              <a:gdLst/>
              <a:ahLst/>
              <a:cxnLst/>
              <a:rect l="l" t="t" r="r" b="b"/>
              <a:pathLst>
                <a:path w="9420" h="13916" extrusionOk="0">
                  <a:moveTo>
                    <a:pt x="6677" y="1"/>
                  </a:moveTo>
                  <a:lnTo>
                    <a:pt x="1" y="5966"/>
                  </a:lnTo>
                  <a:lnTo>
                    <a:pt x="2744" y="13915"/>
                  </a:lnTo>
                  <a:lnTo>
                    <a:pt x="9420" y="794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2506538" y="1292496"/>
              <a:ext cx="312459" cy="295027"/>
            </a:xfrm>
            <a:custGeom>
              <a:avLst/>
              <a:gdLst/>
              <a:ahLst/>
              <a:cxnLst/>
              <a:rect l="l" t="t" r="r" b="b"/>
              <a:pathLst>
                <a:path w="10719" h="10121" extrusionOk="0">
                  <a:moveTo>
                    <a:pt x="7976" y="2171"/>
                  </a:moveTo>
                  <a:lnTo>
                    <a:pt x="1" y="1"/>
                  </a:lnTo>
                  <a:lnTo>
                    <a:pt x="2748" y="7947"/>
                  </a:lnTo>
                  <a:lnTo>
                    <a:pt x="10719" y="10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2506538" y="1118529"/>
              <a:ext cx="427106" cy="237252"/>
            </a:xfrm>
            <a:custGeom>
              <a:avLst/>
              <a:gdLst/>
              <a:ahLst/>
              <a:cxnLst/>
              <a:rect l="l" t="t" r="r" b="b"/>
              <a:pathLst>
                <a:path w="14652" h="8139" extrusionOk="0">
                  <a:moveTo>
                    <a:pt x="6677" y="0"/>
                  </a:moveTo>
                  <a:lnTo>
                    <a:pt x="1" y="5969"/>
                  </a:lnTo>
                  <a:lnTo>
                    <a:pt x="7976" y="8139"/>
                  </a:lnTo>
                  <a:lnTo>
                    <a:pt x="14652" y="217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" name="Google Shape;246;p15"/>
          <p:cNvSpPr txBox="1">
            <a:spLocks noGrp="1"/>
          </p:cNvSpPr>
          <p:nvPr>
            <p:ph type="title"/>
          </p:nvPr>
        </p:nvSpPr>
        <p:spPr>
          <a:xfrm>
            <a:off x="2800038" y="1868850"/>
            <a:ext cx="4969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47" name="Google Shape;247;p15"/>
          <p:cNvSpPr txBox="1">
            <a:spLocks noGrp="1"/>
          </p:cNvSpPr>
          <p:nvPr>
            <p:ph type="title" idx="2" hasCustomPrompt="1"/>
          </p:nvPr>
        </p:nvSpPr>
        <p:spPr>
          <a:xfrm>
            <a:off x="1374163" y="2095050"/>
            <a:ext cx="1184100" cy="1179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8" name="Google Shape;248;p15"/>
          <p:cNvSpPr txBox="1">
            <a:spLocks noGrp="1"/>
          </p:cNvSpPr>
          <p:nvPr>
            <p:ph type="subTitle" idx="1"/>
          </p:nvPr>
        </p:nvSpPr>
        <p:spPr>
          <a:xfrm>
            <a:off x="2800038" y="2863050"/>
            <a:ext cx="4969800" cy="411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_1_1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/>
          <p:nvPr/>
        </p:nvSpPr>
        <p:spPr>
          <a:xfrm>
            <a:off x="5432374" y="248839"/>
            <a:ext cx="330790" cy="48462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8428912" y="2206564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136359" y="413496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1707030" y="4608501"/>
            <a:ext cx="1468124" cy="155446"/>
          </a:xfrm>
          <a:custGeom>
            <a:avLst/>
            <a:gdLst/>
            <a:ahLst/>
            <a:cxnLst/>
            <a:rect l="l" t="t" r="r" b="b"/>
            <a:pathLst>
              <a:path w="46860" h="4889" extrusionOk="0">
                <a:moveTo>
                  <a:pt x="1" y="1"/>
                </a:moveTo>
                <a:lnTo>
                  <a:pt x="46859" y="1"/>
                </a:lnTo>
                <a:lnTo>
                  <a:pt x="46859" y="4888"/>
                </a:lnTo>
                <a:lnTo>
                  <a:pt x="1" y="48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200431" y="43512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8308419" y="35445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6"/>
          <p:cNvGrpSpPr/>
          <p:nvPr/>
        </p:nvGrpSpPr>
        <p:grpSpPr>
          <a:xfrm>
            <a:off x="7565542" y="413500"/>
            <a:ext cx="998410" cy="923544"/>
            <a:chOff x="2506538" y="1118529"/>
            <a:chExt cx="507064" cy="468994"/>
          </a:xfrm>
        </p:grpSpPr>
        <p:sp>
          <p:nvSpPr>
            <p:cNvPr id="257" name="Google Shape;257;p16"/>
            <p:cNvSpPr/>
            <p:nvPr/>
          </p:nvSpPr>
          <p:spPr>
            <a:xfrm>
              <a:off x="2739009" y="1181872"/>
              <a:ext cx="274593" cy="405651"/>
            </a:xfrm>
            <a:custGeom>
              <a:avLst/>
              <a:gdLst/>
              <a:ahLst/>
              <a:cxnLst/>
              <a:rect l="l" t="t" r="r" b="b"/>
              <a:pathLst>
                <a:path w="9420" h="13916" extrusionOk="0">
                  <a:moveTo>
                    <a:pt x="6677" y="1"/>
                  </a:moveTo>
                  <a:lnTo>
                    <a:pt x="1" y="5966"/>
                  </a:lnTo>
                  <a:lnTo>
                    <a:pt x="2744" y="13915"/>
                  </a:lnTo>
                  <a:lnTo>
                    <a:pt x="9420" y="794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2506538" y="1292496"/>
              <a:ext cx="312459" cy="295027"/>
            </a:xfrm>
            <a:custGeom>
              <a:avLst/>
              <a:gdLst/>
              <a:ahLst/>
              <a:cxnLst/>
              <a:rect l="l" t="t" r="r" b="b"/>
              <a:pathLst>
                <a:path w="10719" h="10121" extrusionOk="0">
                  <a:moveTo>
                    <a:pt x="7976" y="2171"/>
                  </a:moveTo>
                  <a:lnTo>
                    <a:pt x="1" y="1"/>
                  </a:lnTo>
                  <a:lnTo>
                    <a:pt x="2748" y="7947"/>
                  </a:lnTo>
                  <a:lnTo>
                    <a:pt x="10719" y="10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2506538" y="1118529"/>
              <a:ext cx="427106" cy="237252"/>
            </a:xfrm>
            <a:custGeom>
              <a:avLst/>
              <a:gdLst/>
              <a:ahLst/>
              <a:cxnLst/>
              <a:rect l="l" t="t" r="r" b="b"/>
              <a:pathLst>
                <a:path w="14652" h="8139" extrusionOk="0">
                  <a:moveTo>
                    <a:pt x="6677" y="0"/>
                  </a:moveTo>
                  <a:lnTo>
                    <a:pt x="1" y="5969"/>
                  </a:lnTo>
                  <a:lnTo>
                    <a:pt x="7976" y="8139"/>
                  </a:lnTo>
                  <a:lnTo>
                    <a:pt x="14652" y="217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" name="Google Shape;260;p16"/>
          <p:cNvSpPr txBox="1">
            <a:spLocks noGrp="1"/>
          </p:cNvSpPr>
          <p:nvPr>
            <p:ph type="title"/>
          </p:nvPr>
        </p:nvSpPr>
        <p:spPr>
          <a:xfrm>
            <a:off x="715100" y="2481825"/>
            <a:ext cx="3711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255875"/>
            <a:ext cx="1184100" cy="1179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2" name="Google Shape;262;p16"/>
          <p:cNvSpPr txBox="1">
            <a:spLocks noGrp="1"/>
          </p:cNvSpPr>
          <p:nvPr>
            <p:ph type="subTitle" idx="1"/>
          </p:nvPr>
        </p:nvSpPr>
        <p:spPr>
          <a:xfrm>
            <a:off x="715100" y="3476025"/>
            <a:ext cx="3711000" cy="411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2_1_1_1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17"/>
          <p:cNvGrpSpPr/>
          <p:nvPr/>
        </p:nvGrpSpPr>
        <p:grpSpPr>
          <a:xfrm>
            <a:off x="1119530" y="275608"/>
            <a:ext cx="2723273" cy="155452"/>
            <a:chOff x="2434537" y="2460245"/>
            <a:chExt cx="2020532" cy="113510"/>
          </a:xfrm>
        </p:grpSpPr>
        <p:sp>
          <p:nvSpPr>
            <p:cNvPr id="265" name="Google Shape;265;p17"/>
            <p:cNvSpPr/>
            <p:nvPr/>
          </p:nvSpPr>
          <p:spPr>
            <a:xfrm>
              <a:off x="2675549" y="2460245"/>
              <a:ext cx="1779520" cy="113510"/>
            </a:xfrm>
            <a:custGeom>
              <a:avLst/>
              <a:gdLst/>
              <a:ahLst/>
              <a:cxnLst/>
              <a:rect l="l" t="t" r="r" b="b"/>
              <a:pathLst>
                <a:path w="61047" h="3894" extrusionOk="0">
                  <a:moveTo>
                    <a:pt x="1" y="0"/>
                  </a:moveTo>
                  <a:lnTo>
                    <a:pt x="61046" y="0"/>
                  </a:lnTo>
                  <a:lnTo>
                    <a:pt x="61046" y="3893"/>
                  </a:lnTo>
                  <a:lnTo>
                    <a:pt x="1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7"/>
            <p:cNvSpPr/>
            <p:nvPr/>
          </p:nvSpPr>
          <p:spPr>
            <a:xfrm>
              <a:off x="2434537" y="2460245"/>
              <a:ext cx="127473" cy="113510"/>
            </a:xfrm>
            <a:custGeom>
              <a:avLst/>
              <a:gdLst/>
              <a:ahLst/>
              <a:cxnLst/>
              <a:rect l="l" t="t" r="r" b="b"/>
              <a:pathLst>
                <a:path w="4373" h="3894" extrusionOk="0">
                  <a:moveTo>
                    <a:pt x="0" y="0"/>
                  </a:moveTo>
                  <a:lnTo>
                    <a:pt x="4372" y="0"/>
                  </a:lnTo>
                  <a:lnTo>
                    <a:pt x="4372" y="3893"/>
                  </a:lnTo>
                  <a:lnTo>
                    <a:pt x="0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17"/>
          <p:cNvSpPr/>
          <p:nvPr/>
        </p:nvSpPr>
        <p:spPr>
          <a:xfrm>
            <a:off x="72223" y="4441615"/>
            <a:ext cx="615389" cy="484617"/>
          </a:xfrm>
          <a:custGeom>
            <a:avLst/>
            <a:gdLst/>
            <a:ahLst/>
            <a:cxnLst/>
            <a:rect l="l" t="t" r="r" b="b"/>
            <a:pathLst>
              <a:path w="17961" h="14100" extrusionOk="0">
                <a:moveTo>
                  <a:pt x="0" y="0"/>
                </a:moveTo>
                <a:lnTo>
                  <a:pt x="9390" y="14100"/>
                </a:lnTo>
                <a:lnTo>
                  <a:pt x="17960" y="375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8455709" y="4261691"/>
            <a:ext cx="303767" cy="44803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332784" y="1173566"/>
            <a:ext cx="303767" cy="44803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4822272" y="4770846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8716869" y="28884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3671156" y="462499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3" name="Google Shape;273;p17"/>
          <p:cNvGrpSpPr/>
          <p:nvPr/>
        </p:nvGrpSpPr>
        <p:grpSpPr>
          <a:xfrm>
            <a:off x="7017301" y="6318"/>
            <a:ext cx="932706" cy="621774"/>
            <a:chOff x="1442038" y="1107539"/>
            <a:chExt cx="735921" cy="493393"/>
          </a:xfrm>
        </p:grpSpPr>
        <p:sp>
          <p:nvSpPr>
            <p:cNvPr id="274" name="Google Shape;274;p17"/>
            <p:cNvSpPr/>
            <p:nvPr/>
          </p:nvSpPr>
          <p:spPr>
            <a:xfrm>
              <a:off x="1630289" y="1217843"/>
              <a:ext cx="387987" cy="261038"/>
            </a:xfrm>
            <a:custGeom>
              <a:avLst/>
              <a:gdLst/>
              <a:ahLst/>
              <a:cxnLst/>
              <a:rect l="l" t="t" r="r" b="b"/>
              <a:pathLst>
                <a:path w="13310" h="8955" extrusionOk="0">
                  <a:moveTo>
                    <a:pt x="12257" y="926"/>
                  </a:moveTo>
                  <a:cubicBezTo>
                    <a:pt x="12145" y="635"/>
                    <a:pt x="11898" y="399"/>
                    <a:pt x="11517" y="236"/>
                  </a:cubicBezTo>
                  <a:cubicBezTo>
                    <a:pt x="11419" y="196"/>
                    <a:pt x="11310" y="160"/>
                    <a:pt x="11194" y="127"/>
                  </a:cubicBezTo>
                  <a:cubicBezTo>
                    <a:pt x="11158" y="116"/>
                    <a:pt x="11118" y="109"/>
                    <a:pt x="11078" y="98"/>
                  </a:cubicBezTo>
                  <a:cubicBezTo>
                    <a:pt x="10994" y="80"/>
                    <a:pt x="10918" y="62"/>
                    <a:pt x="10831" y="51"/>
                  </a:cubicBezTo>
                  <a:cubicBezTo>
                    <a:pt x="10784" y="40"/>
                    <a:pt x="10730" y="37"/>
                    <a:pt x="10679" y="33"/>
                  </a:cubicBezTo>
                  <a:cubicBezTo>
                    <a:pt x="10595" y="22"/>
                    <a:pt x="10516" y="15"/>
                    <a:pt x="10428" y="8"/>
                  </a:cubicBezTo>
                  <a:cubicBezTo>
                    <a:pt x="10370" y="4"/>
                    <a:pt x="10312" y="4"/>
                    <a:pt x="10251" y="4"/>
                  </a:cubicBezTo>
                  <a:cubicBezTo>
                    <a:pt x="10204" y="4"/>
                    <a:pt x="10160" y="0"/>
                    <a:pt x="10113" y="0"/>
                  </a:cubicBezTo>
                  <a:cubicBezTo>
                    <a:pt x="10080" y="0"/>
                    <a:pt x="10044" y="4"/>
                    <a:pt x="10011" y="4"/>
                  </a:cubicBezTo>
                  <a:cubicBezTo>
                    <a:pt x="9921" y="4"/>
                    <a:pt x="9830" y="8"/>
                    <a:pt x="9735" y="15"/>
                  </a:cubicBezTo>
                  <a:cubicBezTo>
                    <a:pt x="9688" y="19"/>
                    <a:pt x="9645" y="15"/>
                    <a:pt x="9598" y="19"/>
                  </a:cubicBezTo>
                  <a:cubicBezTo>
                    <a:pt x="9561" y="22"/>
                    <a:pt x="9525" y="26"/>
                    <a:pt x="9496" y="26"/>
                  </a:cubicBezTo>
                  <a:cubicBezTo>
                    <a:pt x="9431" y="33"/>
                    <a:pt x="9362" y="40"/>
                    <a:pt x="9296" y="51"/>
                  </a:cubicBezTo>
                  <a:cubicBezTo>
                    <a:pt x="9246" y="55"/>
                    <a:pt x="9199" y="58"/>
                    <a:pt x="9151" y="62"/>
                  </a:cubicBezTo>
                  <a:cubicBezTo>
                    <a:pt x="9097" y="73"/>
                    <a:pt x="9042" y="80"/>
                    <a:pt x="8988" y="87"/>
                  </a:cubicBezTo>
                  <a:cubicBezTo>
                    <a:pt x="8934" y="95"/>
                    <a:pt x="8872" y="106"/>
                    <a:pt x="8818" y="113"/>
                  </a:cubicBezTo>
                  <a:lnTo>
                    <a:pt x="8723" y="127"/>
                  </a:lnTo>
                  <a:cubicBezTo>
                    <a:pt x="8625" y="146"/>
                    <a:pt x="8524" y="164"/>
                    <a:pt x="8426" y="185"/>
                  </a:cubicBezTo>
                  <a:cubicBezTo>
                    <a:pt x="8393" y="189"/>
                    <a:pt x="8360" y="200"/>
                    <a:pt x="8324" y="204"/>
                  </a:cubicBezTo>
                  <a:cubicBezTo>
                    <a:pt x="8317" y="204"/>
                    <a:pt x="8306" y="207"/>
                    <a:pt x="8299" y="207"/>
                  </a:cubicBezTo>
                  <a:cubicBezTo>
                    <a:pt x="8157" y="240"/>
                    <a:pt x="8016" y="273"/>
                    <a:pt x="7871" y="309"/>
                  </a:cubicBezTo>
                  <a:lnTo>
                    <a:pt x="7816" y="323"/>
                  </a:lnTo>
                  <a:cubicBezTo>
                    <a:pt x="7773" y="334"/>
                    <a:pt x="7725" y="345"/>
                    <a:pt x="7682" y="360"/>
                  </a:cubicBezTo>
                  <a:cubicBezTo>
                    <a:pt x="7598" y="381"/>
                    <a:pt x="7519" y="399"/>
                    <a:pt x="7435" y="425"/>
                  </a:cubicBezTo>
                  <a:cubicBezTo>
                    <a:pt x="7392" y="439"/>
                    <a:pt x="7341" y="458"/>
                    <a:pt x="7290" y="472"/>
                  </a:cubicBezTo>
                  <a:lnTo>
                    <a:pt x="7112" y="526"/>
                  </a:lnTo>
                  <a:lnTo>
                    <a:pt x="6978" y="566"/>
                  </a:lnTo>
                  <a:cubicBezTo>
                    <a:pt x="6895" y="595"/>
                    <a:pt x="6807" y="624"/>
                    <a:pt x="6728" y="653"/>
                  </a:cubicBezTo>
                  <a:lnTo>
                    <a:pt x="6564" y="708"/>
                  </a:lnTo>
                  <a:cubicBezTo>
                    <a:pt x="6546" y="715"/>
                    <a:pt x="6524" y="722"/>
                    <a:pt x="6506" y="730"/>
                  </a:cubicBezTo>
                  <a:cubicBezTo>
                    <a:pt x="6361" y="780"/>
                    <a:pt x="6220" y="839"/>
                    <a:pt x="6075" y="893"/>
                  </a:cubicBezTo>
                  <a:cubicBezTo>
                    <a:pt x="6053" y="904"/>
                    <a:pt x="6035" y="911"/>
                    <a:pt x="6013" y="915"/>
                  </a:cubicBezTo>
                  <a:cubicBezTo>
                    <a:pt x="6006" y="915"/>
                    <a:pt x="6006" y="915"/>
                    <a:pt x="6002" y="922"/>
                  </a:cubicBezTo>
                  <a:cubicBezTo>
                    <a:pt x="5821" y="995"/>
                    <a:pt x="5639" y="1071"/>
                    <a:pt x="5458" y="1147"/>
                  </a:cubicBezTo>
                  <a:cubicBezTo>
                    <a:pt x="5454" y="1151"/>
                    <a:pt x="5443" y="1151"/>
                    <a:pt x="5440" y="1158"/>
                  </a:cubicBezTo>
                  <a:cubicBezTo>
                    <a:pt x="5316" y="1212"/>
                    <a:pt x="5200" y="1270"/>
                    <a:pt x="5077" y="1325"/>
                  </a:cubicBezTo>
                  <a:cubicBezTo>
                    <a:pt x="5001" y="1361"/>
                    <a:pt x="4921" y="1394"/>
                    <a:pt x="4848" y="1430"/>
                  </a:cubicBezTo>
                  <a:cubicBezTo>
                    <a:pt x="4845" y="1430"/>
                    <a:pt x="4841" y="1434"/>
                    <a:pt x="4837" y="1434"/>
                  </a:cubicBezTo>
                  <a:cubicBezTo>
                    <a:pt x="4612" y="1542"/>
                    <a:pt x="4391" y="1658"/>
                    <a:pt x="4173" y="1778"/>
                  </a:cubicBezTo>
                  <a:cubicBezTo>
                    <a:pt x="4155" y="1785"/>
                    <a:pt x="4144" y="1796"/>
                    <a:pt x="4126" y="1804"/>
                  </a:cubicBezTo>
                  <a:cubicBezTo>
                    <a:pt x="4021" y="1865"/>
                    <a:pt x="3919" y="1923"/>
                    <a:pt x="3818" y="1981"/>
                  </a:cubicBezTo>
                  <a:cubicBezTo>
                    <a:pt x="3756" y="2018"/>
                    <a:pt x="3694" y="2050"/>
                    <a:pt x="3636" y="2087"/>
                  </a:cubicBezTo>
                  <a:cubicBezTo>
                    <a:pt x="3455" y="2195"/>
                    <a:pt x="3274" y="2304"/>
                    <a:pt x="3099" y="2420"/>
                  </a:cubicBezTo>
                  <a:cubicBezTo>
                    <a:pt x="3081" y="2435"/>
                    <a:pt x="3063" y="2446"/>
                    <a:pt x="3049" y="2457"/>
                  </a:cubicBezTo>
                  <a:cubicBezTo>
                    <a:pt x="3005" y="2489"/>
                    <a:pt x="2958" y="2522"/>
                    <a:pt x="2914" y="2547"/>
                  </a:cubicBezTo>
                  <a:cubicBezTo>
                    <a:pt x="2824" y="2613"/>
                    <a:pt x="2733" y="2671"/>
                    <a:pt x="2642" y="2736"/>
                  </a:cubicBezTo>
                  <a:cubicBezTo>
                    <a:pt x="2584" y="2776"/>
                    <a:pt x="2533" y="2816"/>
                    <a:pt x="2475" y="2856"/>
                  </a:cubicBezTo>
                  <a:cubicBezTo>
                    <a:pt x="2392" y="2917"/>
                    <a:pt x="2316" y="2976"/>
                    <a:pt x="2240" y="3034"/>
                  </a:cubicBezTo>
                  <a:cubicBezTo>
                    <a:pt x="2185" y="3074"/>
                    <a:pt x="2131" y="3121"/>
                    <a:pt x="2076" y="3161"/>
                  </a:cubicBezTo>
                  <a:cubicBezTo>
                    <a:pt x="2004" y="3219"/>
                    <a:pt x="1935" y="3273"/>
                    <a:pt x="1866" y="3335"/>
                  </a:cubicBezTo>
                  <a:cubicBezTo>
                    <a:pt x="1815" y="3378"/>
                    <a:pt x="1768" y="3418"/>
                    <a:pt x="1717" y="3465"/>
                  </a:cubicBezTo>
                  <a:cubicBezTo>
                    <a:pt x="1652" y="3520"/>
                    <a:pt x="1590" y="3578"/>
                    <a:pt x="1532" y="3632"/>
                  </a:cubicBezTo>
                  <a:cubicBezTo>
                    <a:pt x="1507" y="3654"/>
                    <a:pt x="1485" y="3672"/>
                    <a:pt x="1463" y="3698"/>
                  </a:cubicBezTo>
                  <a:cubicBezTo>
                    <a:pt x="1441" y="3716"/>
                    <a:pt x="1423" y="3737"/>
                    <a:pt x="1405" y="3756"/>
                  </a:cubicBezTo>
                  <a:cubicBezTo>
                    <a:pt x="1325" y="3832"/>
                    <a:pt x="1249" y="3904"/>
                    <a:pt x="1176" y="3981"/>
                  </a:cubicBezTo>
                  <a:cubicBezTo>
                    <a:pt x="1144" y="4017"/>
                    <a:pt x="1108" y="4050"/>
                    <a:pt x="1078" y="4086"/>
                  </a:cubicBezTo>
                  <a:cubicBezTo>
                    <a:pt x="981" y="4187"/>
                    <a:pt x="897" y="4285"/>
                    <a:pt x="814" y="4387"/>
                  </a:cubicBezTo>
                  <a:cubicBezTo>
                    <a:pt x="810" y="4391"/>
                    <a:pt x="806" y="4398"/>
                    <a:pt x="795" y="4405"/>
                  </a:cubicBezTo>
                  <a:lnTo>
                    <a:pt x="792" y="4409"/>
                  </a:lnTo>
                  <a:cubicBezTo>
                    <a:pt x="788" y="4416"/>
                    <a:pt x="781" y="4423"/>
                    <a:pt x="774" y="4430"/>
                  </a:cubicBezTo>
                  <a:cubicBezTo>
                    <a:pt x="708" y="4507"/>
                    <a:pt x="650" y="4586"/>
                    <a:pt x="596" y="4659"/>
                  </a:cubicBezTo>
                  <a:cubicBezTo>
                    <a:pt x="578" y="4684"/>
                    <a:pt x="560" y="4706"/>
                    <a:pt x="542" y="4735"/>
                  </a:cubicBezTo>
                  <a:cubicBezTo>
                    <a:pt x="520" y="4768"/>
                    <a:pt x="498" y="4797"/>
                    <a:pt x="473" y="4833"/>
                  </a:cubicBezTo>
                  <a:cubicBezTo>
                    <a:pt x="465" y="4851"/>
                    <a:pt x="454" y="4866"/>
                    <a:pt x="447" y="4880"/>
                  </a:cubicBezTo>
                  <a:cubicBezTo>
                    <a:pt x="396" y="4957"/>
                    <a:pt x="356" y="5029"/>
                    <a:pt x="317" y="5102"/>
                  </a:cubicBezTo>
                  <a:cubicBezTo>
                    <a:pt x="306" y="5120"/>
                    <a:pt x="288" y="5142"/>
                    <a:pt x="280" y="5167"/>
                  </a:cubicBezTo>
                  <a:cubicBezTo>
                    <a:pt x="273" y="5174"/>
                    <a:pt x="273" y="5178"/>
                    <a:pt x="269" y="5189"/>
                  </a:cubicBezTo>
                  <a:cubicBezTo>
                    <a:pt x="237" y="5250"/>
                    <a:pt x="211" y="5316"/>
                    <a:pt x="182" y="5374"/>
                  </a:cubicBezTo>
                  <a:cubicBezTo>
                    <a:pt x="175" y="5396"/>
                    <a:pt x="161" y="5421"/>
                    <a:pt x="153" y="5443"/>
                  </a:cubicBezTo>
                  <a:cubicBezTo>
                    <a:pt x="153" y="5446"/>
                    <a:pt x="153" y="5446"/>
                    <a:pt x="146" y="5450"/>
                  </a:cubicBezTo>
                  <a:cubicBezTo>
                    <a:pt x="128" y="5494"/>
                    <a:pt x="121" y="5533"/>
                    <a:pt x="106" y="5573"/>
                  </a:cubicBezTo>
                  <a:cubicBezTo>
                    <a:pt x="92" y="5610"/>
                    <a:pt x="81" y="5650"/>
                    <a:pt x="66" y="5686"/>
                  </a:cubicBezTo>
                  <a:lnTo>
                    <a:pt x="66" y="5697"/>
                  </a:lnTo>
                  <a:cubicBezTo>
                    <a:pt x="55" y="5722"/>
                    <a:pt x="55" y="5751"/>
                    <a:pt x="48" y="5773"/>
                  </a:cubicBezTo>
                  <a:cubicBezTo>
                    <a:pt x="37" y="5813"/>
                    <a:pt x="26" y="5860"/>
                    <a:pt x="19" y="5900"/>
                  </a:cubicBezTo>
                  <a:lnTo>
                    <a:pt x="19" y="5918"/>
                  </a:lnTo>
                  <a:cubicBezTo>
                    <a:pt x="15" y="5947"/>
                    <a:pt x="15" y="5969"/>
                    <a:pt x="12" y="5994"/>
                  </a:cubicBezTo>
                  <a:cubicBezTo>
                    <a:pt x="8" y="6031"/>
                    <a:pt x="1" y="6067"/>
                    <a:pt x="1" y="6099"/>
                  </a:cubicBezTo>
                  <a:lnTo>
                    <a:pt x="1" y="6132"/>
                  </a:lnTo>
                  <a:cubicBezTo>
                    <a:pt x="1" y="6158"/>
                    <a:pt x="1" y="6183"/>
                    <a:pt x="5" y="6208"/>
                  </a:cubicBezTo>
                  <a:cubicBezTo>
                    <a:pt x="5" y="6237"/>
                    <a:pt x="5" y="6259"/>
                    <a:pt x="12" y="6284"/>
                  </a:cubicBezTo>
                  <a:cubicBezTo>
                    <a:pt x="12" y="6299"/>
                    <a:pt x="15" y="6317"/>
                    <a:pt x="19" y="6332"/>
                  </a:cubicBezTo>
                  <a:cubicBezTo>
                    <a:pt x="23" y="6353"/>
                    <a:pt x="30" y="6379"/>
                    <a:pt x="34" y="6404"/>
                  </a:cubicBezTo>
                  <a:cubicBezTo>
                    <a:pt x="37" y="6422"/>
                    <a:pt x="37" y="6441"/>
                    <a:pt x="41" y="6459"/>
                  </a:cubicBezTo>
                  <a:cubicBezTo>
                    <a:pt x="52" y="6495"/>
                    <a:pt x="66" y="6528"/>
                    <a:pt x="77" y="6560"/>
                  </a:cubicBezTo>
                  <a:lnTo>
                    <a:pt x="1140" y="8955"/>
                  </a:lnTo>
                  <a:cubicBezTo>
                    <a:pt x="1122" y="8908"/>
                    <a:pt x="1108" y="8853"/>
                    <a:pt x="1093" y="8799"/>
                  </a:cubicBezTo>
                  <a:cubicBezTo>
                    <a:pt x="1089" y="8773"/>
                    <a:pt x="1086" y="8748"/>
                    <a:pt x="1082" y="8726"/>
                  </a:cubicBezTo>
                  <a:lnTo>
                    <a:pt x="1068" y="8603"/>
                  </a:lnTo>
                  <a:cubicBezTo>
                    <a:pt x="1068" y="8574"/>
                    <a:pt x="1064" y="8552"/>
                    <a:pt x="1064" y="8527"/>
                  </a:cubicBezTo>
                  <a:cubicBezTo>
                    <a:pt x="1064" y="8480"/>
                    <a:pt x="1068" y="8436"/>
                    <a:pt x="1071" y="8389"/>
                  </a:cubicBezTo>
                  <a:cubicBezTo>
                    <a:pt x="1078" y="8363"/>
                    <a:pt x="1078" y="8338"/>
                    <a:pt x="1082" y="8313"/>
                  </a:cubicBezTo>
                  <a:cubicBezTo>
                    <a:pt x="1089" y="8266"/>
                    <a:pt x="1100" y="8218"/>
                    <a:pt x="1115" y="8168"/>
                  </a:cubicBezTo>
                  <a:cubicBezTo>
                    <a:pt x="1118" y="8139"/>
                    <a:pt x="1122" y="8113"/>
                    <a:pt x="1133" y="8091"/>
                  </a:cubicBezTo>
                  <a:cubicBezTo>
                    <a:pt x="1140" y="8048"/>
                    <a:pt x="1158" y="8008"/>
                    <a:pt x="1173" y="7968"/>
                  </a:cubicBezTo>
                  <a:cubicBezTo>
                    <a:pt x="1187" y="7928"/>
                    <a:pt x="1198" y="7892"/>
                    <a:pt x="1213" y="7848"/>
                  </a:cubicBezTo>
                  <a:cubicBezTo>
                    <a:pt x="1224" y="7823"/>
                    <a:pt x="1242" y="7794"/>
                    <a:pt x="1249" y="7768"/>
                  </a:cubicBezTo>
                  <a:cubicBezTo>
                    <a:pt x="1278" y="7710"/>
                    <a:pt x="1303" y="7645"/>
                    <a:pt x="1336" y="7583"/>
                  </a:cubicBezTo>
                  <a:cubicBezTo>
                    <a:pt x="1351" y="7554"/>
                    <a:pt x="1369" y="7529"/>
                    <a:pt x="1380" y="7500"/>
                  </a:cubicBezTo>
                  <a:cubicBezTo>
                    <a:pt x="1423" y="7427"/>
                    <a:pt x="1467" y="7355"/>
                    <a:pt x="1514" y="7279"/>
                  </a:cubicBezTo>
                  <a:cubicBezTo>
                    <a:pt x="1543" y="7228"/>
                    <a:pt x="1576" y="7184"/>
                    <a:pt x="1608" y="7134"/>
                  </a:cubicBezTo>
                  <a:cubicBezTo>
                    <a:pt x="1626" y="7104"/>
                    <a:pt x="1644" y="7083"/>
                    <a:pt x="1663" y="7057"/>
                  </a:cubicBezTo>
                  <a:cubicBezTo>
                    <a:pt x="1717" y="6977"/>
                    <a:pt x="1775" y="6901"/>
                    <a:pt x="1840" y="6829"/>
                  </a:cubicBezTo>
                  <a:cubicBezTo>
                    <a:pt x="1844" y="6825"/>
                    <a:pt x="1848" y="6814"/>
                    <a:pt x="1851" y="6811"/>
                  </a:cubicBezTo>
                  <a:cubicBezTo>
                    <a:pt x="1859" y="6803"/>
                    <a:pt x="1866" y="6796"/>
                    <a:pt x="1869" y="6789"/>
                  </a:cubicBezTo>
                  <a:cubicBezTo>
                    <a:pt x="1953" y="6687"/>
                    <a:pt x="2040" y="6593"/>
                    <a:pt x="2134" y="6495"/>
                  </a:cubicBezTo>
                  <a:cubicBezTo>
                    <a:pt x="2167" y="6462"/>
                    <a:pt x="2196" y="6426"/>
                    <a:pt x="2232" y="6393"/>
                  </a:cubicBezTo>
                  <a:cubicBezTo>
                    <a:pt x="2305" y="6321"/>
                    <a:pt x="2377" y="6245"/>
                    <a:pt x="2461" y="6168"/>
                  </a:cubicBezTo>
                  <a:cubicBezTo>
                    <a:pt x="2501" y="6125"/>
                    <a:pt x="2548" y="6085"/>
                    <a:pt x="2588" y="6045"/>
                  </a:cubicBezTo>
                  <a:cubicBezTo>
                    <a:pt x="2646" y="5991"/>
                    <a:pt x="2711" y="5933"/>
                    <a:pt x="2777" y="5878"/>
                  </a:cubicBezTo>
                  <a:cubicBezTo>
                    <a:pt x="2827" y="5831"/>
                    <a:pt x="2878" y="5791"/>
                    <a:pt x="2929" y="5744"/>
                  </a:cubicBezTo>
                  <a:cubicBezTo>
                    <a:pt x="2994" y="5686"/>
                    <a:pt x="3067" y="5631"/>
                    <a:pt x="3136" y="5573"/>
                  </a:cubicBezTo>
                  <a:cubicBezTo>
                    <a:pt x="3190" y="5533"/>
                    <a:pt x="3241" y="5486"/>
                    <a:pt x="3295" y="5446"/>
                  </a:cubicBezTo>
                  <a:cubicBezTo>
                    <a:pt x="3372" y="5388"/>
                    <a:pt x="3448" y="5327"/>
                    <a:pt x="3531" y="5269"/>
                  </a:cubicBezTo>
                  <a:lnTo>
                    <a:pt x="3694" y="5145"/>
                  </a:lnTo>
                  <a:cubicBezTo>
                    <a:pt x="3782" y="5084"/>
                    <a:pt x="3876" y="5018"/>
                    <a:pt x="3967" y="4960"/>
                  </a:cubicBezTo>
                  <a:cubicBezTo>
                    <a:pt x="4028" y="4920"/>
                    <a:pt x="4090" y="4873"/>
                    <a:pt x="4152" y="4833"/>
                  </a:cubicBezTo>
                  <a:cubicBezTo>
                    <a:pt x="4329" y="4721"/>
                    <a:pt x="4507" y="4608"/>
                    <a:pt x="4689" y="4499"/>
                  </a:cubicBezTo>
                  <a:cubicBezTo>
                    <a:pt x="4747" y="4463"/>
                    <a:pt x="4808" y="4430"/>
                    <a:pt x="4870" y="4394"/>
                  </a:cubicBezTo>
                  <a:cubicBezTo>
                    <a:pt x="4986" y="4325"/>
                    <a:pt x="5106" y="4256"/>
                    <a:pt x="5226" y="4191"/>
                  </a:cubicBezTo>
                  <a:cubicBezTo>
                    <a:pt x="5443" y="4071"/>
                    <a:pt x="5668" y="3955"/>
                    <a:pt x="5890" y="3846"/>
                  </a:cubicBezTo>
                  <a:cubicBezTo>
                    <a:pt x="5966" y="3810"/>
                    <a:pt x="6042" y="3774"/>
                    <a:pt x="6125" y="3737"/>
                  </a:cubicBezTo>
                  <a:cubicBezTo>
                    <a:pt x="6249" y="3676"/>
                    <a:pt x="6368" y="3618"/>
                    <a:pt x="6492" y="3567"/>
                  </a:cubicBezTo>
                  <a:cubicBezTo>
                    <a:pt x="6684" y="3484"/>
                    <a:pt x="6873" y="3404"/>
                    <a:pt x="7065" y="3327"/>
                  </a:cubicBezTo>
                  <a:lnTo>
                    <a:pt x="7130" y="3302"/>
                  </a:lnTo>
                  <a:cubicBezTo>
                    <a:pt x="7294" y="3237"/>
                    <a:pt x="7457" y="3175"/>
                    <a:pt x="7617" y="3121"/>
                  </a:cubicBezTo>
                  <a:cubicBezTo>
                    <a:pt x="7671" y="3103"/>
                    <a:pt x="7725" y="3084"/>
                    <a:pt x="7783" y="3059"/>
                  </a:cubicBezTo>
                  <a:cubicBezTo>
                    <a:pt x="7910" y="3015"/>
                    <a:pt x="8037" y="2976"/>
                    <a:pt x="8164" y="2932"/>
                  </a:cubicBezTo>
                  <a:lnTo>
                    <a:pt x="8342" y="2878"/>
                  </a:lnTo>
                  <a:cubicBezTo>
                    <a:pt x="8473" y="2838"/>
                    <a:pt x="8607" y="2801"/>
                    <a:pt x="8734" y="2769"/>
                  </a:cubicBezTo>
                  <a:cubicBezTo>
                    <a:pt x="8778" y="2758"/>
                    <a:pt x="8825" y="2743"/>
                    <a:pt x="8868" y="2732"/>
                  </a:cubicBezTo>
                  <a:cubicBezTo>
                    <a:pt x="9042" y="2689"/>
                    <a:pt x="9209" y="2649"/>
                    <a:pt x="9376" y="2616"/>
                  </a:cubicBezTo>
                  <a:cubicBezTo>
                    <a:pt x="9409" y="2605"/>
                    <a:pt x="9445" y="2602"/>
                    <a:pt x="9478" y="2598"/>
                  </a:cubicBezTo>
                  <a:cubicBezTo>
                    <a:pt x="9608" y="2569"/>
                    <a:pt x="9739" y="2547"/>
                    <a:pt x="9870" y="2526"/>
                  </a:cubicBezTo>
                  <a:cubicBezTo>
                    <a:pt x="9931" y="2515"/>
                    <a:pt x="9986" y="2508"/>
                    <a:pt x="10040" y="2497"/>
                  </a:cubicBezTo>
                  <a:cubicBezTo>
                    <a:pt x="10142" y="2486"/>
                    <a:pt x="10247" y="2471"/>
                    <a:pt x="10349" y="2457"/>
                  </a:cubicBezTo>
                  <a:cubicBezTo>
                    <a:pt x="10414" y="2449"/>
                    <a:pt x="10479" y="2442"/>
                    <a:pt x="10548" y="2435"/>
                  </a:cubicBezTo>
                  <a:cubicBezTo>
                    <a:pt x="10628" y="2424"/>
                    <a:pt x="10711" y="2420"/>
                    <a:pt x="10791" y="2417"/>
                  </a:cubicBezTo>
                  <a:cubicBezTo>
                    <a:pt x="10886" y="2413"/>
                    <a:pt x="10976" y="2406"/>
                    <a:pt x="11067" y="2406"/>
                  </a:cubicBezTo>
                  <a:lnTo>
                    <a:pt x="11310" y="2406"/>
                  </a:lnTo>
                  <a:cubicBezTo>
                    <a:pt x="11368" y="2406"/>
                    <a:pt x="11426" y="2413"/>
                    <a:pt x="11484" y="2413"/>
                  </a:cubicBezTo>
                  <a:cubicBezTo>
                    <a:pt x="11571" y="2417"/>
                    <a:pt x="11655" y="2424"/>
                    <a:pt x="11731" y="2435"/>
                  </a:cubicBezTo>
                  <a:cubicBezTo>
                    <a:pt x="11782" y="2439"/>
                    <a:pt x="11836" y="2442"/>
                    <a:pt x="11883" y="2453"/>
                  </a:cubicBezTo>
                  <a:cubicBezTo>
                    <a:pt x="11970" y="2468"/>
                    <a:pt x="12054" y="2486"/>
                    <a:pt x="12130" y="2504"/>
                  </a:cubicBezTo>
                  <a:cubicBezTo>
                    <a:pt x="12170" y="2511"/>
                    <a:pt x="12210" y="2515"/>
                    <a:pt x="12246" y="2529"/>
                  </a:cubicBezTo>
                  <a:cubicBezTo>
                    <a:pt x="12362" y="2562"/>
                    <a:pt x="12471" y="2598"/>
                    <a:pt x="12569" y="2638"/>
                  </a:cubicBezTo>
                  <a:cubicBezTo>
                    <a:pt x="12950" y="2801"/>
                    <a:pt x="13197" y="3037"/>
                    <a:pt x="13309" y="332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1492497" y="1188751"/>
              <a:ext cx="677533" cy="412181"/>
            </a:xfrm>
            <a:custGeom>
              <a:avLst/>
              <a:gdLst/>
              <a:ahLst/>
              <a:cxnLst/>
              <a:rect l="l" t="t" r="r" b="b"/>
              <a:pathLst>
                <a:path w="23243" h="14140" extrusionOk="0">
                  <a:moveTo>
                    <a:pt x="23210" y="3317"/>
                  </a:moveTo>
                  <a:cubicBezTo>
                    <a:pt x="23207" y="3281"/>
                    <a:pt x="23196" y="3248"/>
                    <a:pt x="23192" y="3212"/>
                  </a:cubicBezTo>
                  <a:cubicBezTo>
                    <a:pt x="23185" y="3157"/>
                    <a:pt x="23174" y="3106"/>
                    <a:pt x="23159" y="3052"/>
                  </a:cubicBezTo>
                  <a:lnTo>
                    <a:pt x="23149" y="2972"/>
                  </a:lnTo>
                  <a:cubicBezTo>
                    <a:pt x="23127" y="2903"/>
                    <a:pt x="23105" y="2831"/>
                    <a:pt x="23080" y="2765"/>
                  </a:cubicBezTo>
                  <a:lnTo>
                    <a:pt x="21810" y="1"/>
                  </a:lnTo>
                  <a:cubicBezTo>
                    <a:pt x="21846" y="91"/>
                    <a:pt x="21871" y="189"/>
                    <a:pt x="21897" y="287"/>
                  </a:cubicBezTo>
                  <a:cubicBezTo>
                    <a:pt x="21908" y="334"/>
                    <a:pt x="21919" y="389"/>
                    <a:pt x="21926" y="443"/>
                  </a:cubicBezTo>
                  <a:cubicBezTo>
                    <a:pt x="21937" y="512"/>
                    <a:pt x="21944" y="581"/>
                    <a:pt x="21951" y="650"/>
                  </a:cubicBezTo>
                  <a:cubicBezTo>
                    <a:pt x="21955" y="705"/>
                    <a:pt x="21958" y="755"/>
                    <a:pt x="21958" y="813"/>
                  </a:cubicBezTo>
                  <a:cubicBezTo>
                    <a:pt x="21958" y="879"/>
                    <a:pt x="21958" y="951"/>
                    <a:pt x="21951" y="1024"/>
                  </a:cubicBezTo>
                  <a:cubicBezTo>
                    <a:pt x="21944" y="1085"/>
                    <a:pt x="21940" y="1144"/>
                    <a:pt x="21933" y="1202"/>
                  </a:cubicBezTo>
                  <a:cubicBezTo>
                    <a:pt x="21922" y="1274"/>
                    <a:pt x="21908" y="1347"/>
                    <a:pt x="21897" y="1419"/>
                  </a:cubicBezTo>
                  <a:cubicBezTo>
                    <a:pt x="21882" y="1481"/>
                    <a:pt x="21868" y="1550"/>
                    <a:pt x="21850" y="1619"/>
                  </a:cubicBezTo>
                  <a:cubicBezTo>
                    <a:pt x="21831" y="1688"/>
                    <a:pt x="21810" y="1760"/>
                    <a:pt x="21788" y="1833"/>
                  </a:cubicBezTo>
                  <a:cubicBezTo>
                    <a:pt x="21763" y="1909"/>
                    <a:pt x="21737" y="1985"/>
                    <a:pt x="21704" y="2065"/>
                  </a:cubicBezTo>
                  <a:cubicBezTo>
                    <a:pt x="21661" y="2178"/>
                    <a:pt x="21614" y="2294"/>
                    <a:pt x="21559" y="2413"/>
                  </a:cubicBezTo>
                  <a:lnTo>
                    <a:pt x="21545" y="2439"/>
                  </a:lnTo>
                  <a:cubicBezTo>
                    <a:pt x="21487" y="2566"/>
                    <a:pt x="21418" y="2693"/>
                    <a:pt x="21342" y="2827"/>
                  </a:cubicBezTo>
                  <a:cubicBezTo>
                    <a:pt x="21327" y="2852"/>
                    <a:pt x="21316" y="2874"/>
                    <a:pt x="21298" y="2903"/>
                  </a:cubicBezTo>
                  <a:cubicBezTo>
                    <a:pt x="21218" y="3034"/>
                    <a:pt x="21135" y="3168"/>
                    <a:pt x="21044" y="3306"/>
                  </a:cubicBezTo>
                  <a:cubicBezTo>
                    <a:pt x="21015" y="3346"/>
                    <a:pt x="20982" y="3393"/>
                    <a:pt x="20953" y="3433"/>
                  </a:cubicBezTo>
                  <a:cubicBezTo>
                    <a:pt x="20881" y="3538"/>
                    <a:pt x="20801" y="3636"/>
                    <a:pt x="20725" y="3741"/>
                  </a:cubicBezTo>
                  <a:cubicBezTo>
                    <a:pt x="20689" y="3792"/>
                    <a:pt x="20652" y="3836"/>
                    <a:pt x="20612" y="3886"/>
                  </a:cubicBezTo>
                  <a:cubicBezTo>
                    <a:pt x="20504" y="4021"/>
                    <a:pt x="20395" y="4159"/>
                    <a:pt x="20271" y="4293"/>
                  </a:cubicBezTo>
                  <a:cubicBezTo>
                    <a:pt x="20264" y="4307"/>
                    <a:pt x="20250" y="4318"/>
                    <a:pt x="20239" y="4333"/>
                  </a:cubicBezTo>
                  <a:cubicBezTo>
                    <a:pt x="20119" y="4471"/>
                    <a:pt x="19985" y="4608"/>
                    <a:pt x="19850" y="4746"/>
                  </a:cubicBezTo>
                  <a:cubicBezTo>
                    <a:pt x="19829" y="4772"/>
                    <a:pt x="19811" y="4794"/>
                    <a:pt x="19785" y="4815"/>
                  </a:cubicBezTo>
                  <a:cubicBezTo>
                    <a:pt x="19655" y="4946"/>
                    <a:pt x="19513" y="5084"/>
                    <a:pt x="19375" y="5214"/>
                  </a:cubicBezTo>
                  <a:cubicBezTo>
                    <a:pt x="19277" y="5305"/>
                    <a:pt x="19176" y="5396"/>
                    <a:pt x="19074" y="5487"/>
                  </a:cubicBezTo>
                  <a:cubicBezTo>
                    <a:pt x="18987" y="5563"/>
                    <a:pt x="18903" y="5643"/>
                    <a:pt x="18813" y="5719"/>
                  </a:cubicBezTo>
                  <a:cubicBezTo>
                    <a:pt x="18704" y="5809"/>
                    <a:pt x="18588" y="5900"/>
                    <a:pt x="18475" y="5991"/>
                  </a:cubicBezTo>
                  <a:cubicBezTo>
                    <a:pt x="18381" y="6067"/>
                    <a:pt x="18290" y="6140"/>
                    <a:pt x="18196" y="6219"/>
                  </a:cubicBezTo>
                  <a:cubicBezTo>
                    <a:pt x="18076" y="6310"/>
                    <a:pt x="17949" y="6404"/>
                    <a:pt x="17826" y="6495"/>
                  </a:cubicBezTo>
                  <a:cubicBezTo>
                    <a:pt x="17728" y="6568"/>
                    <a:pt x="17634" y="6644"/>
                    <a:pt x="17528" y="6716"/>
                  </a:cubicBezTo>
                  <a:cubicBezTo>
                    <a:pt x="17398" y="6811"/>
                    <a:pt x="17256" y="6902"/>
                    <a:pt x="17118" y="6999"/>
                  </a:cubicBezTo>
                  <a:cubicBezTo>
                    <a:pt x="17002" y="7079"/>
                    <a:pt x="16890" y="7163"/>
                    <a:pt x="16766" y="7239"/>
                  </a:cubicBezTo>
                  <a:cubicBezTo>
                    <a:pt x="16520" y="7399"/>
                    <a:pt x="16277" y="7551"/>
                    <a:pt x="16026" y="7707"/>
                  </a:cubicBezTo>
                  <a:cubicBezTo>
                    <a:pt x="15983" y="7732"/>
                    <a:pt x="15936" y="7761"/>
                    <a:pt x="15885" y="7787"/>
                  </a:cubicBezTo>
                  <a:cubicBezTo>
                    <a:pt x="15645" y="7932"/>
                    <a:pt x="15402" y="8073"/>
                    <a:pt x="15155" y="8208"/>
                  </a:cubicBezTo>
                  <a:cubicBezTo>
                    <a:pt x="15116" y="8229"/>
                    <a:pt x="15079" y="8248"/>
                    <a:pt x="15039" y="8273"/>
                  </a:cubicBezTo>
                  <a:cubicBezTo>
                    <a:pt x="14687" y="8462"/>
                    <a:pt x="14339" y="8643"/>
                    <a:pt x="13987" y="8821"/>
                  </a:cubicBezTo>
                  <a:cubicBezTo>
                    <a:pt x="13944" y="8839"/>
                    <a:pt x="13904" y="8861"/>
                    <a:pt x="13864" y="8879"/>
                  </a:cubicBezTo>
                  <a:cubicBezTo>
                    <a:pt x="13574" y="9020"/>
                    <a:pt x="13280" y="9155"/>
                    <a:pt x="12982" y="9289"/>
                  </a:cubicBezTo>
                  <a:cubicBezTo>
                    <a:pt x="12935" y="9311"/>
                    <a:pt x="12888" y="9329"/>
                    <a:pt x="12837" y="9351"/>
                  </a:cubicBezTo>
                  <a:cubicBezTo>
                    <a:pt x="12572" y="9470"/>
                    <a:pt x="12307" y="9579"/>
                    <a:pt x="12039" y="9688"/>
                  </a:cubicBezTo>
                  <a:cubicBezTo>
                    <a:pt x="11995" y="9706"/>
                    <a:pt x="11955" y="9724"/>
                    <a:pt x="11908" y="9735"/>
                  </a:cubicBezTo>
                  <a:cubicBezTo>
                    <a:pt x="11672" y="9826"/>
                    <a:pt x="11440" y="9917"/>
                    <a:pt x="11204" y="10004"/>
                  </a:cubicBezTo>
                  <a:cubicBezTo>
                    <a:pt x="11168" y="10018"/>
                    <a:pt x="11139" y="10033"/>
                    <a:pt x="11103" y="10040"/>
                  </a:cubicBezTo>
                  <a:cubicBezTo>
                    <a:pt x="10860" y="10127"/>
                    <a:pt x="10617" y="10207"/>
                    <a:pt x="10377" y="10290"/>
                  </a:cubicBezTo>
                  <a:cubicBezTo>
                    <a:pt x="10323" y="10308"/>
                    <a:pt x="10261" y="10327"/>
                    <a:pt x="10207" y="10345"/>
                  </a:cubicBezTo>
                  <a:cubicBezTo>
                    <a:pt x="9989" y="10414"/>
                    <a:pt x="9771" y="10479"/>
                    <a:pt x="9561" y="10544"/>
                  </a:cubicBezTo>
                  <a:cubicBezTo>
                    <a:pt x="9535" y="10552"/>
                    <a:pt x="9510" y="10559"/>
                    <a:pt x="9488" y="10566"/>
                  </a:cubicBezTo>
                  <a:cubicBezTo>
                    <a:pt x="9252" y="10635"/>
                    <a:pt x="9020" y="10697"/>
                    <a:pt x="8788" y="10758"/>
                  </a:cubicBezTo>
                  <a:cubicBezTo>
                    <a:pt x="8733" y="10769"/>
                    <a:pt x="8675" y="10784"/>
                    <a:pt x="8621" y="10798"/>
                  </a:cubicBezTo>
                  <a:cubicBezTo>
                    <a:pt x="8400" y="10853"/>
                    <a:pt x="8182" y="10907"/>
                    <a:pt x="7964" y="10951"/>
                  </a:cubicBezTo>
                  <a:cubicBezTo>
                    <a:pt x="7950" y="10958"/>
                    <a:pt x="7932" y="10962"/>
                    <a:pt x="7913" y="10962"/>
                  </a:cubicBezTo>
                  <a:cubicBezTo>
                    <a:pt x="7678" y="11012"/>
                    <a:pt x="7442" y="11056"/>
                    <a:pt x="7210" y="11096"/>
                  </a:cubicBezTo>
                  <a:cubicBezTo>
                    <a:pt x="7159" y="11107"/>
                    <a:pt x="7104" y="11114"/>
                    <a:pt x="7057" y="11125"/>
                  </a:cubicBezTo>
                  <a:cubicBezTo>
                    <a:pt x="6814" y="11165"/>
                    <a:pt x="6575" y="11201"/>
                    <a:pt x="6339" y="11234"/>
                  </a:cubicBezTo>
                  <a:lnTo>
                    <a:pt x="6245" y="11248"/>
                  </a:lnTo>
                  <a:cubicBezTo>
                    <a:pt x="5969" y="11284"/>
                    <a:pt x="5697" y="11310"/>
                    <a:pt x="5432" y="11332"/>
                  </a:cubicBezTo>
                  <a:cubicBezTo>
                    <a:pt x="5406" y="11332"/>
                    <a:pt x="5381" y="11339"/>
                    <a:pt x="5356" y="11339"/>
                  </a:cubicBezTo>
                  <a:cubicBezTo>
                    <a:pt x="5214" y="11346"/>
                    <a:pt x="5080" y="11357"/>
                    <a:pt x="4942" y="11361"/>
                  </a:cubicBezTo>
                  <a:cubicBezTo>
                    <a:pt x="4888" y="11364"/>
                    <a:pt x="4829" y="11364"/>
                    <a:pt x="4775" y="11364"/>
                  </a:cubicBezTo>
                  <a:cubicBezTo>
                    <a:pt x="4670" y="11368"/>
                    <a:pt x="4565" y="11368"/>
                    <a:pt x="4467" y="11368"/>
                  </a:cubicBezTo>
                  <a:lnTo>
                    <a:pt x="4245" y="11368"/>
                  </a:lnTo>
                  <a:cubicBezTo>
                    <a:pt x="4180" y="11368"/>
                    <a:pt x="4111" y="11368"/>
                    <a:pt x="4049" y="11364"/>
                  </a:cubicBezTo>
                  <a:cubicBezTo>
                    <a:pt x="3973" y="11361"/>
                    <a:pt x="3901" y="11361"/>
                    <a:pt x="3828" y="11357"/>
                  </a:cubicBezTo>
                  <a:cubicBezTo>
                    <a:pt x="3763" y="11350"/>
                    <a:pt x="3701" y="11350"/>
                    <a:pt x="3639" y="11346"/>
                  </a:cubicBezTo>
                  <a:cubicBezTo>
                    <a:pt x="3567" y="11342"/>
                    <a:pt x="3494" y="11332"/>
                    <a:pt x="3422" y="11328"/>
                  </a:cubicBezTo>
                  <a:cubicBezTo>
                    <a:pt x="3364" y="11324"/>
                    <a:pt x="3306" y="11321"/>
                    <a:pt x="3248" y="11310"/>
                  </a:cubicBezTo>
                  <a:cubicBezTo>
                    <a:pt x="3175" y="11303"/>
                    <a:pt x="3106" y="11292"/>
                    <a:pt x="3034" y="11284"/>
                  </a:cubicBezTo>
                  <a:cubicBezTo>
                    <a:pt x="2979" y="11274"/>
                    <a:pt x="2921" y="11270"/>
                    <a:pt x="2867" y="11259"/>
                  </a:cubicBezTo>
                  <a:cubicBezTo>
                    <a:pt x="2794" y="11248"/>
                    <a:pt x="2725" y="11234"/>
                    <a:pt x="2656" y="11219"/>
                  </a:cubicBezTo>
                  <a:cubicBezTo>
                    <a:pt x="2605" y="11212"/>
                    <a:pt x="2551" y="11201"/>
                    <a:pt x="2504" y="11186"/>
                  </a:cubicBezTo>
                  <a:cubicBezTo>
                    <a:pt x="2431" y="11176"/>
                    <a:pt x="2362" y="11157"/>
                    <a:pt x="2293" y="11139"/>
                  </a:cubicBezTo>
                  <a:cubicBezTo>
                    <a:pt x="2250" y="11125"/>
                    <a:pt x="2203" y="11114"/>
                    <a:pt x="2159" y="11103"/>
                  </a:cubicBezTo>
                  <a:cubicBezTo>
                    <a:pt x="2079" y="11078"/>
                    <a:pt x="2014" y="11056"/>
                    <a:pt x="1941" y="11034"/>
                  </a:cubicBezTo>
                  <a:cubicBezTo>
                    <a:pt x="1905" y="11020"/>
                    <a:pt x="1869" y="11012"/>
                    <a:pt x="1833" y="11001"/>
                  </a:cubicBezTo>
                  <a:cubicBezTo>
                    <a:pt x="1727" y="10965"/>
                    <a:pt x="1622" y="10925"/>
                    <a:pt x="1524" y="10885"/>
                  </a:cubicBezTo>
                  <a:cubicBezTo>
                    <a:pt x="733" y="10548"/>
                    <a:pt x="229" y="10062"/>
                    <a:pt x="0" y="9474"/>
                  </a:cubicBezTo>
                  <a:lnTo>
                    <a:pt x="1270" y="12239"/>
                  </a:lnTo>
                  <a:cubicBezTo>
                    <a:pt x="1506" y="12830"/>
                    <a:pt x="2003" y="13316"/>
                    <a:pt x="2794" y="13650"/>
                  </a:cubicBezTo>
                  <a:cubicBezTo>
                    <a:pt x="2892" y="13690"/>
                    <a:pt x="2997" y="13734"/>
                    <a:pt x="3102" y="13770"/>
                  </a:cubicBezTo>
                  <a:cubicBezTo>
                    <a:pt x="3139" y="13781"/>
                    <a:pt x="3175" y="13792"/>
                    <a:pt x="3215" y="13806"/>
                  </a:cubicBezTo>
                  <a:cubicBezTo>
                    <a:pt x="3287" y="13828"/>
                    <a:pt x="3356" y="13850"/>
                    <a:pt x="3433" y="13871"/>
                  </a:cubicBezTo>
                  <a:cubicBezTo>
                    <a:pt x="3476" y="13886"/>
                    <a:pt x="3527" y="13897"/>
                    <a:pt x="3574" y="13908"/>
                  </a:cubicBezTo>
                  <a:cubicBezTo>
                    <a:pt x="3639" y="13926"/>
                    <a:pt x="3708" y="13944"/>
                    <a:pt x="3781" y="13958"/>
                  </a:cubicBezTo>
                  <a:cubicBezTo>
                    <a:pt x="3832" y="13969"/>
                    <a:pt x="3886" y="13977"/>
                    <a:pt x="3941" y="13991"/>
                  </a:cubicBezTo>
                  <a:cubicBezTo>
                    <a:pt x="4010" y="14006"/>
                    <a:pt x="4075" y="14017"/>
                    <a:pt x="4147" y="14027"/>
                  </a:cubicBezTo>
                  <a:cubicBezTo>
                    <a:pt x="4202" y="14035"/>
                    <a:pt x="4263" y="14046"/>
                    <a:pt x="4318" y="14049"/>
                  </a:cubicBezTo>
                  <a:cubicBezTo>
                    <a:pt x="4383" y="14060"/>
                    <a:pt x="4456" y="14067"/>
                    <a:pt x="4528" y="14078"/>
                  </a:cubicBezTo>
                  <a:cubicBezTo>
                    <a:pt x="4590" y="14082"/>
                    <a:pt x="4648" y="14089"/>
                    <a:pt x="4706" y="14096"/>
                  </a:cubicBezTo>
                  <a:cubicBezTo>
                    <a:pt x="4779" y="14100"/>
                    <a:pt x="4851" y="14107"/>
                    <a:pt x="4924" y="14114"/>
                  </a:cubicBezTo>
                  <a:cubicBezTo>
                    <a:pt x="4989" y="14118"/>
                    <a:pt x="5051" y="14122"/>
                    <a:pt x="5116" y="14122"/>
                  </a:cubicBezTo>
                  <a:cubicBezTo>
                    <a:pt x="5189" y="14125"/>
                    <a:pt x="5265" y="14133"/>
                    <a:pt x="5337" y="14133"/>
                  </a:cubicBezTo>
                  <a:cubicBezTo>
                    <a:pt x="5399" y="14133"/>
                    <a:pt x="5468" y="14136"/>
                    <a:pt x="5533" y="14136"/>
                  </a:cubicBezTo>
                  <a:cubicBezTo>
                    <a:pt x="5588" y="14136"/>
                    <a:pt x="5642" y="14140"/>
                    <a:pt x="5697" y="14140"/>
                  </a:cubicBezTo>
                  <a:lnTo>
                    <a:pt x="5755" y="14140"/>
                  </a:lnTo>
                  <a:cubicBezTo>
                    <a:pt x="5853" y="14140"/>
                    <a:pt x="5958" y="14136"/>
                    <a:pt x="6063" y="14136"/>
                  </a:cubicBezTo>
                  <a:cubicBezTo>
                    <a:pt x="6118" y="14136"/>
                    <a:pt x="6172" y="14133"/>
                    <a:pt x="6230" y="14133"/>
                  </a:cubicBezTo>
                  <a:cubicBezTo>
                    <a:pt x="6368" y="14125"/>
                    <a:pt x="6502" y="14118"/>
                    <a:pt x="6644" y="14107"/>
                  </a:cubicBezTo>
                  <a:cubicBezTo>
                    <a:pt x="6665" y="14107"/>
                    <a:pt x="6687" y="14104"/>
                    <a:pt x="6716" y="14104"/>
                  </a:cubicBezTo>
                  <a:lnTo>
                    <a:pt x="6720" y="14104"/>
                  </a:lnTo>
                  <a:cubicBezTo>
                    <a:pt x="6981" y="14085"/>
                    <a:pt x="7253" y="14053"/>
                    <a:pt x="7533" y="14017"/>
                  </a:cubicBezTo>
                  <a:cubicBezTo>
                    <a:pt x="7551" y="14013"/>
                    <a:pt x="7572" y="14013"/>
                    <a:pt x="7591" y="14013"/>
                  </a:cubicBezTo>
                  <a:cubicBezTo>
                    <a:pt x="7601" y="14013"/>
                    <a:pt x="7612" y="14009"/>
                    <a:pt x="7623" y="14009"/>
                  </a:cubicBezTo>
                  <a:cubicBezTo>
                    <a:pt x="7859" y="13977"/>
                    <a:pt x="8099" y="13940"/>
                    <a:pt x="8338" y="13900"/>
                  </a:cubicBezTo>
                  <a:cubicBezTo>
                    <a:pt x="8360" y="13897"/>
                    <a:pt x="8385" y="13897"/>
                    <a:pt x="8411" y="13890"/>
                  </a:cubicBezTo>
                  <a:cubicBezTo>
                    <a:pt x="8440" y="13886"/>
                    <a:pt x="8465" y="13879"/>
                    <a:pt x="8494" y="13871"/>
                  </a:cubicBezTo>
                  <a:cubicBezTo>
                    <a:pt x="8723" y="13831"/>
                    <a:pt x="8958" y="13788"/>
                    <a:pt x="9194" y="13737"/>
                  </a:cubicBezTo>
                  <a:lnTo>
                    <a:pt x="9205" y="13737"/>
                  </a:lnTo>
                  <a:cubicBezTo>
                    <a:pt x="9220" y="13734"/>
                    <a:pt x="9231" y="13734"/>
                    <a:pt x="9241" y="13726"/>
                  </a:cubicBezTo>
                  <a:cubicBezTo>
                    <a:pt x="9459" y="13683"/>
                    <a:pt x="9677" y="13628"/>
                    <a:pt x="9898" y="13574"/>
                  </a:cubicBezTo>
                  <a:cubicBezTo>
                    <a:pt x="9931" y="13563"/>
                    <a:pt x="9956" y="13559"/>
                    <a:pt x="9989" y="13552"/>
                  </a:cubicBezTo>
                  <a:cubicBezTo>
                    <a:pt x="10018" y="13545"/>
                    <a:pt x="10043" y="13538"/>
                    <a:pt x="10065" y="13527"/>
                  </a:cubicBezTo>
                  <a:cubicBezTo>
                    <a:pt x="10297" y="13469"/>
                    <a:pt x="10529" y="13407"/>
                    <a:pt x="10765" y="13338"/>
                  </a:cubicBezTo>
                  <a:cubicBezTo>
                    <a:pt x="10769" y="13338"/>
                    <a:pt x="10776" y="13334"/>
                    <a:pt x="10783" y="13334"/>
                  </a:cubicBezTo>
                  <a:cubicBezTo>
                    <a:pt x="10802" y="13327"/>
                    <a:pt x="10820" y="13320"/>
                    <a:pt x="10841" y="13316"/>
                  </a:cubicBezTo>
                  <a:cubicBezTo>
                    <a:pt x="11059" y="13251"/>
                    <a:pt x="11273" y="13182"/>
                    <a:pt x="11491" y="13117"/>
                  </a:cubicBezTo>
                  <a:cubicBezTo>
                    <a:pt x="11524" y="13106"/>
                    <a:pt x="11556" y="13099"/>
                    <a:pt x="11585" y="13084"/>
                  </a:cubicBezTo>
                  <a:cubicBezTo>
                    <a:pt x="11607" y="13073"/>
                    <a:pt x="11636" y="13066"/>
                    <a:pt x="11658" y="13055"/>
                  </a:cubicBezTo>
                  <a:cubicBezTo>
                    <a:pt x="11897" y="12979"/>
                    <a:pt x="12140" y="12892"/>
                    <a:pt x="12384" y="12808"/>
                  </a:cubicBezTo>
                  <a:cubicBezTo>
                    <a:pt x="12394" y="12801"/>
                    <a:pt x="12402" y="12801"/>
                    <a:pt x="12413" y="12797"/>
                  </a:cubicBezTo>
                  <a:cubicBezTo>
                    <a:pt x="12434" y="12790"/>
                    <a:pt x="12460" y="12779"/>
                    <a:pt x="12485" y="12772"/>
                  </a:cubicBezTo>
                  <a:cubicBezTo>
                    <a:pt x="12721" y="12685"/>
                    <a:pt x="12950" y="12598"/>
                    <a:pt x="13185" y="12504"/>
                  </a:cubicBezTo>
                  <a:cubicBezTo>
                    <a:pt x="13218" y="12489"/>
                    <a:pt x="13247" y="12482"/>
                    <a:pt x="13276" y="12467"/>
                  </a:cubicBezTo>
                  <a:cubicBezTo>
                    <a:pt x="13291" y="12464"/>
                    <a:pt x="13305" y="12453"/>
                    <a:pt x="13320" y="12449"/>
                  </a:cubicBezTo>
                  <a:cubicBezTo>
                    <a:pt x="13584" y="12340"/>
                    <a:pt x="13853" y="12231"/>
                    <a:pt x="14118" y="12112"/>
                  </a:cubicBezTo>
                  <a:cubicBezTo>
                    <a:pt x="14143" y="12104"/>
                    <a:pt x="14165" y="12090"/>
                    <a:pt x="14194" y="12083"/>
                  </a:cubicBezTo>
                  <a:cubicBezTo>
                    <a:pt x="14216" y="12072"/>
                    <a:pt x="14238" y="12057"/>
                    <a:pt x="14263" y="12050"/>
                  </a:cubicBezTo>
                  <a:cubicBezTo>
                    <a:pt x="14557" y="11919"/>
                    <a:pt x="14851" y="11782"/>
                    <a:pt x="15141" y="11640"/>
                  </a:cubicBezTo>
                  <a:cubicBezTo>
                    <a:pt x="15159" y="11633"/>
                    <a:pt x="15181" y="11622"/>
                    <a:pt x="15199" y="11615"/>
                  </a:cubicBezTo>
                  <a:cubicBezTo>
                    <a:pt x="15217" y="11604"/>
                    <a:pt x="15243" y="11593"/>
                    <a:pt x="15261" y="11582"/>
                  </a:cubicBezTo>
                  <a:cubicBezTo>
                    <a:pt x="15613" y="11404"/>
                    <a:pt x="15968" y="11223"/>
                    <a:pt x="16313" y="11034"/>
                  </a:cubicBezTo>
                  <a:cubicBezTo>
                    <a:pt x="16331" y="11023"/>
                    <a:pt x="16353" y="11012"/>
                    <a:pt x="16371" y="11001"/>
                  </a:cubicBezTo>
                  <a:cubicBezTo>
                    <a:pt x="16389" y="10994"/>
                    <a:pt x="16407" y="10980"/>
                    <a:pt x="16425" y="10969"/>
                  </a:cubicBezTo>
                  <a:cubicBezTo>
                    <a:pt x="16668" y="10835"/>
                    <a:pt x="16915" y="10693"/>
                    <a:pt x="17158" y="10548"/>
                  </a:cubicBezTo>
                  <a:lnTo>
                    <a:pt x="17296" y="10468"/>
                  </a:lnTo>
                  <a:cubicBezTo>
                    <a:pt x="17546" y="10316"/>
                    <a:pt x="17793" y="10160"/>
                    <a:pt x="18040" y="10000"/>
                  </a:cubicBezTo>
                  <a:cubicBezTo>
                    <a:pt x="18065" y="9982"/>
                    <a:pt x="18098" y="9964"/>
                    <a:pt x="18127" y="9946"/>
                  </a:cubicBezTo>
                  <a:cubicBezTo>
                    <a:pt x="18218" y="9888"/>
                    <a:pt x="18305" y="9822"/>
                    <a:pt x="18396" y="9761"/>
                  </a:cubicBezTo>
                  <a:cubicBezTo>
                    <a:pt x="18530" y="9663"/>
                    <a:pt x="18671" y="9572"/>
                    <a:pt x="18802" y="9478"/>
                  </a:cubicBezTo>
                  <a:cubicBezTo>
                    <a:pt x="18907" y="9405"/>
                    <a:pt x="19001" y="9329"/>
                    <a:pt x="19103" y="9256"/>
                  </a:cubicBezTo>
                  <a:cubicBezTo>
                    <a:pt x="19223" y="9166"/>
                    <a:pt x="19350" y="9071"/>
                    <a:pt x="19469" y="8981"/>
                  </a:cubicBezTo>
                  <a:cubicBezTo>
                    <a:pt x="19564" y="8901"/>
                    <a:pt x="19658" y="8828"/>
                    <a:pt x="19749" y="8752"/>
                  </a:cubicBezTo>
                  <a:cubicBezTo>
                    <a:pt x="19861" y="8661"/>
                    <a:pt x="19977" y="8571"/>
                    <a:pt x="20086" y="8480"/>
                  </a:cubicBezTo>
                  <a:cubicBezTo>
                    <a:pt x="20177" y="8404"/>
                    <a:pt x="20264" y="8327"/>
                    <a:pt x="20348" y="8248"/>
                  </a:cubicBezTo>
                  <a:cubicBezTo>
                    <a:pt x="20453" y="8157"/>
                    <a:pt x="20554" y="8066"/>
                    <a:pt x="20649" y="7975"/>
                  </a:cubicBezTo>
                  <a:cubicBezTo>
                    <a:pt x="20670" y="7954"/>
                    <a:pt x="20696" y="7932"/>
                    <a:pt x="20721" y="7914"/>
                  </a:cubicBezTo>
                  <a:cubicBezTo>
                    <a:pt x="20837" y="7801"/>
                    <a:pt x="20950" y="7692"/>
                    <a:pt x="21059" y="7576"/>
                  </a:cubicBezTo>
                  <a:lnTo>
                    <a:pt x="21128" y="7511"/>
                  </a:lnTo>
                  <a:cubicBezTo>
                    <a:pt x="21265" y="7370"/>
                    <a:pt x="21396" y="7232"/>
                    <a:pt x="21519" y="7094"/>
                  </a:cubicBezTo>
                  <a:cubicBezTo>
                    <a:pt x="21527" y="7079"/>
                    <a:pt x="21541" y="7068"/>
                    <a:pt x="21548" y="7058"/>
                  </a:cubicBezTo>
                  <a:cubicBezTo>
                    <a:pt x="21639" y="6956"/>
                    <a:pt x="21726" y="6851"/>
                    <a:pt x="21810" y="6753"/>
                  </a:cubicBezTo>
                  <a:cubicBezTo>
                    <a:pt x="21835" y="6716"/>
                    <a:pt x="21864" y="6684"/>
                    <a:pt x="21890" y="6648"/>
                  </a:cubicBezTo>
                  <a:cubicBezTo>
                    <a:pt x="21929" y="6597"/>
                    <a:pt x="21966" y="6553"/>
                    <a:pt x="22002" y="6502"/>
                  </a:cubicBezTo>
                  <a:cubicBezTo>
                    <a:pt x="22085" y="6397"/>
                    <a:pt x="22158" y="6296"/>
                    <a:pt x="22231" y="6194"/>
                  </a:cubicBezTo>
                  <a:cubicBezTo>
                    <a:pt x="22263" y="6154"/>
                    <a:pt x="22292" y="6107"/>
                    <a:pt x="22321" y="6067"/>
                  </a:cubicBezTo>
                  <a:lnTo>
                    <a:pt x="22361" y="6013"/>
                  </a:lnTo>
                  <a:cubicBezTo>
                    <a:pt x="22437" y="5897"/>
                    <a:pt x="22506" y="5780"/>
                    <a:pt x="22575" y="5668"/>
                  </a:cubicBezTo>
                  <a:cubicBezTo>
                    <a:pt x="22590" y="5643"/>
                    <a:pt x="22601" y="5617"/>
                    <a:pt x="22619" y="5592"/>
                  </a:cubicBezTo>
                  <a:cubicBezTo>
                    <a:pt x="22651" y="5534"/>
                    <a:pt x="22688" y="5472"/>
                    <a:pt x="22720" y="5418"/>
                  </a:cubicBezTo>
                  <a:cubicBezTo>
                    <a:pt x="22757" y="5345"/>
                    <a:pt x="22793" y="5280"/>
                    <a:pt x="22826" y="5211"/>
                  </a:cubicBezTo>
                  <a:cubicBezTo>
                    <a:pt x="22829" y="5200"/>
                    <a:pt x="22833" y="5193"/>
                    <a:pt x="22836" y="5178"/>
                  </a:cubicBezTo>
                  <a:cubicBezTo>
                    <a:pt x="22880" y="5087"/>
                    <a:pt x="22920" y="5000"/>
                    <a:pt x="22956" y="4910"/>
                  </a:cubicBezTo>
                  <a:lnTo>
                    <a:pt x="22982" y="4830"/>
                  </a:lnTo>
                  <a:cubicBezTo>
                    <a:pt x="23014" y="4754"/>
                    <a:pt x="23036" y="4674"/>
                    <a:pt x="23065" y="4598"/>
                  </a:cubicBezTo>
                  <a:cubicBezTo>
                    <a:pt x="23080" y="4554"/>
                    <a:pt x="23098" y="4507"/>
                    <a:pt x="23109" y="4463"/>
                  </a:cubicBezTo>
                  <a:cubicBezTo>
                    <a:pt x="23119" y="4434"/>
                    <a:pt x="23119" y="4413"/>
                    <a:pt x="23127" y="4384"/>
                  </a:cubicBezTo>
                  <a:cubicBezTo>
                    <a:pt x="23145" y="4318"/>
                    <a:pt x="23159" y="4253"/>
                    <a:pt x="23174" y="4184"/>
                  </a:cubicBezTo>
                  <a:cubicBezTo>
                    <a:pt x="23181" y="4140"/>
                    <a:pt x="23196" y="4093"/>
                    <a:pt x="23207" y="4050"/>
                  </a:cubicBezTo>
                  <a:cubicBezTo>
                    <a:pt x="23210" y="4021"/>
                    <a:pt x="23210" y="3995"/>
                    <a:pt x="23214" y="3966"/>
                  </a:cubicBezTo>
                  <a:cubicBezTo>
                    <a:pt x="23225" y="3908"/>
                    <a:pt x="23228" y="3850"/>
                    <a:pt x="23232" y="3792"/>
                  </a:cubicBezTo>
                  <a:cubicBezTo>
                    <a:pt x="23236" y="3749"/>
                    <a:pt x="23243" y="3709"/>
                    <a:pt x="23243" y="3669"/>
                  </a:cubicBezTo>
                  <a:cubicBezTo>
                    <a:pt x="23243" y="3636"/>
                    <a:pt x="23239" y="3611"/>
                    <a:pt x="23239" y="3578"/>
                  </a:cubicBezTo>
                  <a:cubicBezTo>
                    <a:pt x="23239" y="3524"/>
                    <a:pt x="23232" y="3469"/>
                    <a:pt x="23228" y="3411"/>
                  </a:cubicBezTo>
                  <a:cubicBezTo>
                    <a:pt x="23210" y="3382"/>
                    <a:pt x="23214" y="3346"/>
                    <a:pt x="23210" y="331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1442038" y="1107539"/>
              <a:ext cx="735921" cy="438941"/>
            </a:xfrm>
            <a:custGeom>
              <a:avLst/>
              <a:gdLst/>
              <a:ahLst/>
              <a:cxnLst/>
              <a:rect l="l" t="t" r="r" b="b"/>
              <a:pathLst>
                <a:path w="25246" h="15058" extrusionOk="0">
                  <a:moveTo>
                    <a:pt x="22006" y="1375"/>
                  </a:moveTo>
                  <a:cubicBezTo>
                    <a:pt x="18773" y="0"/>
                    <a:pt x="11930" y="1640"/>
                    <a:pt x="6756" y="5033"/>
                  </a:cubicBezTo>
                  <a:cubicBezTo>
                    <a:pt x="1579" y="8425"/>
                    <a:pt x="1" y="12300"/>
                    <a:pt x="3237" y="13679"/>
                  </a:cubicBezTo>
                  <a:cubicBezTo>
                    <a:pt x="6470" y="15057"/>
                    <a:pt x="13313" y="13417"/>
                    <a:pt x="18487" y="10025"/>
                  </a:cubicBezTo>
                  <a:cubicBezTo>
                    <a:pt x="23664" y="6633"/>
                    <a:pt x="25246" y="2754"/>
                    <a:pt x="22006" y="1375"/>
                  </a:cubicBezTo>
                  <a:close/>
                  <a:moveTo>
                    <a:pt x="15693" y="8835"/>
                  </a:moveTo>
                  <a:cubicBezTo>
                    <a:pt x="12743" y="10769"/>
                    <a:pt x="8970" y="11756"/>
                    <a:pt x="7272" y="11037"/>
                  </a:cubicBezTo>
                  <a:cubicBezTo>
                    <a:pt x="5574" y="10315"/>
                    <a:pt x="6600" y="8156"/>
                    <a:pt x="9547" y="6223"/>
                  </a:cubicBezTo>
                  <a:cubicBezTo>
                    <a:pt x="12496" y="4292"/>
                    <a:pt x="16273" y="3302"/>
                    <a:pt x="17971" y="4024"/>
                  </a:cubicBezTo>
                  <a:cubicBezTo>
                    <a:pt x="19666" y="4746"/>
                    <a:pt x="18643" y="6905"/>
                    <a:pt x="15693" y="883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17"/>
          <p:cNvSpPr txBox="1">
            <a:spLocks noGrp="1"/>
          </p:cNvSpPr>
          <p:nvPr>
            <p:ph type="title"/>
          </p:nvPr>
        </p:nvSpPr>
        <p:spPr>
          <a:xfrm>
            <a:off x="4716000" y="2417050"/>
            <a:ext cx="3712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78" name="Google Shape;278;p17"/>
          <p:cNvSpPr txBox="1">
            <a:spLocks noGrp="1"/>
          </p:cNvSpPr>
          <p:nvPr>
            <p:ph type="title" idx="2" hasCustomPrompt="1"/>
          </p:nvPr>
        </p:nvSpPr>
        <p:spPr>
          <a:xfrm>
            <a:off x="7244400" y="1191100"/>
            <a:ext cx="1184100" cy="1179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9" name="Google Shape;279;p17"/>
          <p:cNvSpPr txBox="1">
            <a:spLocks noGrp="1"/>
          </p:cNvSpPr>
          <p:nvPr>
            <p:ph type="subTitle" idx="1"/>
          </p:nvPr>
        </p:nvSpPr>
        <p:spPr>
          <a:xfrm>
            <a:off x="4716000" y="3411250"/>
            <a:ext cx="3712500" cy="411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6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4"/>
          <p:cNvSpPr/>
          <p:nvPr/>
        </p:nvSpPr>
        <p:spPr>
          <a:xfrm>
            <a:off x="6115774" y="172639"/>
            <a:ext cx="330790" cy="48462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464075" y="2773989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8254087" y="365239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2449409" y="4709796"/>
            <a:ext cx="1678117" cy="155454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2449330" y="122151"/>
            <a:ext cx="1468124" cy="155446"/>
          </a:xfrm>
          <a:custGeom>
            <a:avLst/>
            <a:gdLst/>
            <a:ahLst/>
            <a:cxnLst/>
            <a:rect l="l" t="t" r="r" b="b"/>
            <a:pathLst>
              <a:path w="46860" h="4889" extrusionOk="0">
                <a:moveTo>
                  <a:pt x="1" y="1"/>
                </a:moveTo>
                <a:lnTo>
                  <a:pt x="46859" y="1"/>
                </a:lnTo>
                <a:lnTo>
                  <a:pt x="46859" y="4888"/>
                </a:lnTo>
                <a:lnTo>
                  <a:pt x="1" y="48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76206" y="152994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8171569" y="409394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6563970" y="4322239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8428895" y="2285489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9" name="Google Shape;409;p24"/>
          <p:cNvGrpSpPr/>
          <p:nvPr/>
        </p:nvGrpSpPr>
        <p:grpSpPr>
          <a:xfrm>
            <a:off x="278217" y="3992025"/>
            <a:ext cx="998410" cy="923544"/>
            <a:chOff x="2506538" y="1118529"/>
            <a:chExt cx="507064" cy="468994"/>
          </a:xfrm>
        </p:grpSpPr>
        <p:sp>
          <p:nvSpPr>
            <p:cNvPr id="410" name="Google Shape;410;p24"/>
            <p:cNvSpPr/>
            <p:nvPr/>
          </p:nvSpPr>
          <p:spPr>
            <a:xfrm>
              <a:off x="2739009" y="1181872"/>
              <a:ext cx="274593" cy="405651"/>
            </a:xfrm>
            <a:custGeom>
              <a:avLst/>
              <a:gdLst/>
              <a:ahLst/>
              <a:cxnLst/>
              <a:rect l="l" t="t" r="r" b="b"/>
              <a:pathLst>
                <a:path w="9420" h="13916" extrusionOk="0">
                  <a:moveTo>
                    <a:pt x="6677" y="1"/>
                  </a:moveTo>
                  <a:lnTo>
                    <a:pt x="1" y="5966"/>
                  </a:lnTo>
                  <a:lnTo>
                    <a:pt x="2744" y="13915"/>
                  </a:lnTo>
                  <a:lnTo>
                    <a:pt x="9420" y="794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2506538" y="1292496"/>
              <a:ext cx="312459" cy="295027"/>
            </a:xfrm>
            <a:custGeom>
              <a:avLst/>
              <a:gdLst/>
              <a:ahLst/>
              <a:cxnLst/>
              <a:rect l="l" t="t" r="r" b="b"/>
              <a:pathLst>
                <a:path w="10719" h="10121" extrusionOk="0">
                  <a:moveTo>
                    <a:pt x="7976" y="2171"/>
                  </a:moveTo>
                  <a:lnTo>
                    <a:pt x="1" y="1"/>
                  </a:lnTo>
                  <a:lnTo>
                    <a:pt x="2748" y="7947"/>
                  </a:lnTo>
                  <a:lnTo>
                    <a:pt x="10719" y="10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4"/>
            <p:cNvSpPr/>
            <p:nvPr/>
          </p:nvSpPr>
          <p:spPr>
            <a:xfrm>
              <a:off x="2506538" y="1118529"/>
              <a:ext cx="427106" cy="237252"/>
            </a:xfrm>
            <a:custGeom>
              <a:avLst/>
              <a:gdLst/>
              <a:ahLst/>
              <a:cxnLst/>
              <a:rect l="l" t="t" r="r" b="b"/>
              <a:pathLst>
                <a:path w="14652" h="8139" extrusionOk="0">
                  <a:moveTo>
                    <a:pt x="6677" y="0"/>
                  </a:moveTo>
                  <a:lnTo>
                    <a:pt x="1" y="5969"/>
                  </a:lnTo>
                  <a:lnTo>
                    <a:pt x="7976" y="8139"/>
                  </a:lnTo>
                  <a:lnTo>
                    <a:pt x="14652" y="217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" name="Google Shape;41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24"/>
          <p:cNvSpPr txBox="1">
            <a:spLocks noGrp="1"/>
          </p:cNvSpPr>
          <p:nvPr>
            <p:ph type="subTitle" idx="1"/>
          </p:nvPr>
        </p:nvSpPr>
        <p:spPr>
          <a:xfrm>
            <a:off x="1095513" y="1796850"/>
            <a:ext cx="3066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15" name="Google Shape;415;p24"/>
          <p:cNvSpPr txBox="1">
            <a:spLocks noGrp="1"/>
          </p:cNvSpPr>
          <p:nvPr>
            <p:ph type="subTitle" idx="2"/>
          </p:nvPr>
        </p:nvSpPr>
        <p:spPr>
          <a:xfrm>
            <a:off x="1095513" y="2323052"/>
            <a:ext cx="3066900" cy="12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24"/>
          <p:cNvSpPr>
            <a:spLocks noGrp="1"/>
          </p:cNvSpPr>
          <p:nvPr>
            <p:ph type="pic" idx="3"/>
          </p:nvPr>
        </p:nvSpPr>
        <p:spPr>
          <a:xfrm>
            <a:off x="4352788" y="1676400"/>
            <a:ext cx="3695700" cy="200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6"/>
          <p:cNvSpPr txBox="1">
            <a:spLocks noGrp="1"/>
          </p:cNvSpPr>
          <p:nvPr>
            <p:ph type="body" idx="1"/>
          </p:nvPr>
        </p:nvSpPr>
        <p:spPr>
          <a:xfrm>
            <a:off x="1141125" y="1794375"/>
            <a:ext cx="33387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7" name="Google Shape;437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26"/>
          <p:cNvSpPr txBox="1">
            <a:spLocks noGrp="1"/>
          </p:cNvSpPr>
          <p:nvPr>
            <p:ph type="body" idx="2"/>
          </p:nvPr>
        </p:nvSpPr>
        <p:spPr>
          <a:xfrm>
            <a:off x="4664201" y="1794375"/>
            <a:ext cx="33387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9" name="Google Shape;439;p26"/>
          <p:cNvSpPr/>
          <p:nvPr/>
        </p:nvSpPr>
        <p:spPr>
          <a:xfrm>
            <a:off x="6115774" y="172639"/>
            <a:ext cx="330790" cy="48462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311675" y="2773989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6"/>
          <p:cNvSpPr/>
          <p:nvPr/>
        </p:nvSpPr>
        <p:spPr>
          <a:xfrm>
            <a:off x="8177887" y="365239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6"/>
          <p:cNvSpPr/>
          <p:nvPr/>
        </p:nvSpPr>
        <p:spPr>
          <a:xfrm>
            <a:off x="2449409" y="4709796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6"/>
          <p:cNvSpPr/>
          <p:nvPr/>
        </p:nvSpPr>
        <p:spPr>
          <a:xfrm>
            <a:off x="2449330" y="122151"/>
            <a:ext cx="1468124" cy="155446"/>
          </a:xfrm>
          <a:custGeom>
            <a:avLst/>
            <a:gdLst/>
            <a:ahLst/>
            <a:cxnLst/>
            <a:rect l="l" t="t" r="r" b="b"/>
            <a:pathLst>
              <a:path w="46860" h="4889" extrusionOk="0">
                <a:moveTo>
                  <a:pt x="1" y="1"/>
                </a:moveTo>
                <a:lnTo>
                  <a:pt x="46859" y="1"/>
                </a:lnTo>
                <a:lnTo>
                  <a:pt x="46859" y="4888"/>
                </a:lnTo>
                <a:lnTo>
                  <a:pt x="1" y="48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6"/>
          <p:cNvSpPr/>
          <p:nvPr/>
        </p:nvSpPr>
        <p:spPr>
          <a:xfrm>
            <a:off x="76206" y="152994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6"/>
          <p:cNvSpPr/>
          <p:nvPr/>
        </p:nvSpPr>
        <p:spPr>
          <a:xfrm>
            <a:off x="8171569" y="409394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6"/>
          <p:cNvSpPr/>
          <p:nvPr/>
        </p:nvSpPr>
        <p:spPr>
          <a:xfrm>
            <a:off x="6563970" y="4322239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8428895" y="2285489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8" name="Google Shape;448;p26"/>
          <p:cNvGrpSpPr/>
          <p:nvPr/>
        </p:nvGrpSpPr>
        <p:grpSpPr>
          <a:xfrm>
            <a:off x="125817" y="3992025"/>
            <a:ext cx="998410" cy="923544"/>
            <a:chOff x="2506538" y="1118529"/>
            <a:chExt cx="507064" cy="468994"/>
          </a:xfrm>
        </p:grpSpPr>
        <p:sp>
          <p:nvSpPr>
            <p:cNvPr id="449" name="Google Shape;449;p26"/>
            <p:cNvSpPr/>
            <p:nvPr/>
          </p:nvSpPr>
          <p:spPr>
            <a:xfrm>
              <a:off x="2739009" y="1181872"/>
              <a:ext cx="274593" cy="405651"/>
            </a:xfrm>
            <a:custGeom>
              <a:avLst/>
              <a:gdLst/>
              <a:ahLst/>
              <a:cxnLst/>
              <a:rect l="l" t="t" r="r" b="b"/>
              <a:pathLst>
                <a:path w="9420" h="13916" extrusionOk="0">
                  <a:moveTo>
                    <a:pt x="6677" y="1"/>
                  </a:moveTo>
                  <a:lnTo>
                    <a:pt x="1" y="5966"/>
                  </a:lnTo>
                  <a:lnTo>
                    <a:pt x="2744" y="13915"/>
                  </a:lnTo>
                  <a:lnTo>
                    <a:pt x="9420" y="794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2506538" y="1292496"/>
              <a:ext cx="312459" cy="295027"/>
            </a:xfrm>
            <a:custGeom>
              <a:avLst/>
              <a:gdLst/>
              <a:ahLst/>
              <a:cxnLst/>
              <a:rect l="l" t="t" r="r" b="b"/>
              <a:pathLst>
                <a:path w="10719" h="10121" extrusionOk="0">
                  <a:moveTo>
                    <a:pt x="7976" y="2171"/>
                  </a:moveTo>
                  <a:lnTo>
                    <a:pt x="1" y="1"/>
                  </a:lnTo>
                  <a:lnTo>
                    <a:pt x="2748" y="7947"/>
                  </a:lnTo>
                  <a:lnTo>
                    <a:pt x="10719" y="10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2506538" y="1118529"/>
              <a:ext cx="427106" cy="237252"/>
            </a:xfrm>
            <a:custGeom>
              <a:avLst/>
              <a:gdLst/>
              <a:ahLst/>
              <a:cxnLst/>
              <a:rect l="l" t="t" r="r" b="b"/>
              <a:pathLst>
                <a:path w="14652" h="8139" extrusionOk="0">
                  <a:moveTo>
                    <a:pt x="6677" y="0"/>
                  </a:moveTo>
                  <a:lnTo>
                    <a:pt x="1" y="5969"/>
                  </a:lnTo>
                  <a:lnTo>
                    <a:pt x="7976" y="8139"/>
                  </a:lnTo>
                  <a:lnTo>
                    <a:pt x="14652" y="217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27"/>
          <p:cNvSpPr txBox="1">
            <a:spLocks noGrp="1"/>
          </p:cNvSpPr>
          <p:nvPr>
            <p:ph type="subTitle" idx="1"/>
          </p:nvPr>
        </p:nvSpPr>
        <p:spPr>
          <a:xfrm>
            <a:off x="720000" y="2424100"/>
            <a:ext cx="24342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5" name="Google Shape;455;p27"/>
          <p:cNvSpPr txBox="1">
            <a:spLocks noGrp="1"/>
          </p:cNvSpPr>
          <p:nvPr>
            <p:ph type="subTitle" idx="2"/>
          </p:nvPr>
        </p:nvSpPr>
        <p:spPr>
          <a:xfrm>
            <a:off x="720000" y="2950299"/>
            <a:ext cx="24342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7"/>
          <p:cNvSpPr txBox="1">
            <a:spLocks noGrp="1"/>
          </p:cNvSpPr>
          <p:nvPr>
            <p:ph type="subTitle" idx="3"/>
          </p:nvPr>
        </p:nvSpPr>
        <p:spPr>
          <a:xfrm>
            <a:off x="3357354" y="2950299"/>
            <a:ext cx="24342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7"/>
          <p:cNvSpPr txBox="1">
            <a:spLocks noGrp="1"/>
          </p:cNvSpPr>
          <p:nvPr>
            <p:ph type="subTitle" idx="4"/>
          </p:nvPr>
        </p:nvSpPr>
        <p:spPr>
          <a:xfrm>
            <a:off x="5994708" y="2950299"/>
            <a:ext cx="24342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27"/>
          <p:cNvSpPr txBox="1">
            <a:spLocks noGrp="1"/>
          </p:cNvSpPr>
          <p:nvPr>
            <p:ph type="subTitle" idx="5"/>
          </p:nvPr>
        </p:nvSpPr>
        <p:spPr>
          <a:xfrm>
            <a:off x="3357354" y="2424100"/>
            <a:ext cx="24342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6"/>
          </p:nvPr>
        </p:nvSpPr>
        <p:spPr>
          <a:xfrm>
            <a:off x="5994708" y="2424100"/>
            <a:ext cx="24342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60" name="Google Shape;460;p27"/>
          <p:cNvGrpSpPr/>
          <p:nvPr/>
        </p:nvGrpSpPr>
        <p:grpSpPr>
          <a:xfrm>
            <a:off x="194005" y="4680658"/>
            <a:ext cx="2723273" cy="155452"/>
            <a:chOff x="2434537" y="2460245"/>
            <a:chExt cx="2020532" cy="113510"/>
          </a:xfrm>
        </p:grpSpPr>
        <p:sp>
          <p:nvSpPr>
            <p:cNvPr id="461" name="Google Shape;461;p27"/>
            <p:cNvSpPr/>
            <p:nvPr/>
          </p:nvSpPr>
          <p:spPr>
            <a:xfrm>
              <a:off x="2675549" y="2460245"/>
              <a:ext cx="1779520" cy="113510"/>
            </a:xfrm>
            <a:custGeom>
              <a:avLst/>
              <a:gdLst/>
              <a:ahLst/>
              <a:cxnLst/>
              <a:rect l="l" t="t" r="r" b="b"/>
              <a:pathLst>
                <a:path w="61047" h="3894" extrusionOk="0">
                  <a:moveTo>
                    <a:pt x="1" y="0"/>
                  </a:moveTo>
                  <a:lnTo>
                    <a:pt x="61046" y="0"/>
                  </a:lnTo>
                  <a:lnTo>
                    <a:pt x="61046" y="3893"/>
                  </a:lnTo>
                  <a:lnTo>
                    <a:pt x="1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2434537" y="2460245"/>
              <a:ext cx="127473" cy="113510"/>
            </a:xfrm>
            <a:custGeom>
              <a:avLst/>
              <a:gdLst/>
              <a:ahLst/>
              <a:cxnLst/>
              <a:rect l="l" t="t" r="r" b="b"/>
              <a:pathLst>
                <a:path w="4373" h="3894" extrusionOk="0">
                  <a:moveTo>
                    <a:pt x="0" y="0"/>
                  </a:moveTo>
                  <a:lnTo>
                    <a:pt x="4372" y="0"/>
                  </a:lnTo>
                  <a:lnTo>
                    <a:pt x="4372" y="3893"/>
                  </a:lnTo>
                  <a:lnTo>
                    <a:pt x="0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27"/>
          <p:cNvSpPr/>
          <p:nvPr/>
        </p:nvSpPr>
        <p:spPr>
          <a:xfrm>
            <a:off x="157137" y="703989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4" name="Google Shape;464;p27"/>
          <p:cNvGrpSpPr/>
          <p:nvPr/>
        </p:nvGrpSpPr>
        <p:grpSpPr>
          <a:xfrm>
            <a:off x="8320598" y="930782"/>
            <a:ext cx="593041" cy="155445"/>
            <a:chOff x="1447343" y="1933009"/>
            <a:chExt cx="942682" cy="245181"/>
          </a:xfrm>
        </p:grpSpPr>
        <p:sp>
          <p:nvSpPr>
            <p:cNvPr id="465" name="Google Shape;465;p27"/>
            <p:cNvSpPr/>
            <p:nvPr/>
          </p:nvSpPr>
          <p:spPr>
            <a:xfrm>
              <a:off x="1807987" y="1933009"/>
              <a:ext cx="582038" cy="245181"/>
            </a:xfrm>
            <a:custGeom>
              <a:avLst/>
              <a:gdLst/>
              <a:ahLst/>
              <a:cxnLst/>
              <a:rect l="l" t="t" r="r" b="b"/>
              <a:pathLst>
                <a:path w="19967" h="8411" extrusionOk="0">
                  <a:moveTo>
                    <a:pt x="0" y="1"/>
                  </a:moveTo>
                  <a:lnTo>
                    <a:pt x="19967" y="1"/>
                  </a:lnTo>
                  <a:lnTo>
                    <a:pt x="19967" y="8411"/>
                  </a:lnTo>
                  <a:lnTo>
                    <a:pt x="0" y="841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7"/>
            <p:cNvSpPr/>
            <p:nvPr/>
          </p:nvSpPr>
          <p:spPr>
            <a:xfrm>
              <a:off x="1447343" y="1996352"/>
              <a:ext cx="582038" cy="118378"/>
            </a:xfrm>
            <a:custGeom>
              <a:avLst/>
              <a:gdLst/>
              <a:ahLst/>
              <a:cxnLst/>
              <a:rect l="l" t="t" r="r" b="b"/>
              <a:pathLst>
                <a:path w="19967" h="4061" extrusionOk="0">
                  <a:moveTo>
                    <a:pt x="0" y="1"/>
                  </a:moveTo>
                  <a:lnTo>
                    <a:pt x="19966" y="1"/>
                  </a:lnTo>
                  <a:lnTo>
                    <a:pt x="19966" y="4061"/>
                  </a:lnTo>
                  <a:lnTo>
                    <a:pt x="0" y="40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7" name="Google Shape;467;p27"/>
          <p:cNvSpPr/>
          <p:nvPr/>
        </p:nvSpPr>
        <p:spPr>
          <a:xfrm>
            <a:off x="5660284" y="98571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7"/>
          <p:cNvSpPr/>
          <p:nvPr/>
        </p:nvSpPr>
        <p:spPr>
          <a:xfrm>
            <a:off x="150819" y="3523856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5755206" y="438106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7"/>
          <p:cNvSpPr/>
          <p:nvPr/>
        </p:nvSpPr>
        <p:spPr>
          <a:xfrm>
            <a:off x="8576944" y="164389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7"/>
          <p:cNvSpPr/>
          <p:nvPr/>
        </p:nvSpPr>
        <p:spPr>
          <a:xfrm>
            <a:off x="-250167" y="2155863"/>
            <a:ext cx="484647" cy="484620"/>
          </a:xfrm>
          <a:custGeom>
            <a:avLst/>
            <a:gdLst/>
            <a:ahLst/>
            <a:cxnLst/>
            <a:rect l="l" t="t" r="r" b="b"/>
            <a:pathLst>
              <a:path w="12635" h="12631" extrusionOk="0">
                <a:moveTo>
                  <a:pt x="6317" y="9321"/>
                </a:moveTo>
                <a:lnTo>
                  <a:pt x="9634" y="12630"/>
                </a:lnTo>
                <a:lnTo>
                  <a:pt x="12634" y="9633"/>
                </a:lnTo>
                <a:lnTo>
                  <a:pt x="9318" y="6317"/>
                </a:lnTo>
                <a:lnTo>
                  <a:pt x="12634" y="3005"/>
                </a:lnTo>
                <a:lnTo>
                  <a:pt x="9634" y="0"/>
                </a:lnTo>
                <a:lnTo>
                  <a:pt x="6317" y="3317"/>
                </a:lnTo>
                <a:lnTo>
                  <a:pt x="3001" y="0"/>
                </a:lnTo>
                <a:lnTo>
                  <a:pt x="1" y="3005"/>
                </a:lnTo>
                <a:lnTo>
                  <a:pt x="3313" y="6317"/>
                </a:lnTo>
                <a:lnTo>
                  <a:pt x="1" y="9633"/>
                </a:lnTo>
                <a:lnTo>
                  <a:pt x="3001" y="1263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7"/>
          <p:cNvSpPr/>
          <p:nvPr/>
        </p:nvSpPr>
        <p:spPr>
          <a:xfrm>
            <a:off x="8719371" y="3072963"/>
            <a:ext cx="372134" cy="329192"/>
          </a:xfrm>
          <a:custGeom>
            <a:avLst/>
            <a:gdLst/>
            <a:ahLst/>
            <a:cxnLst/>
            <a:rect l="l" t="t" r="r" b="b"/>
            <a:pathLst>
              <a:path w="16238" h="14347" extrusionOk="0">
                <a:moveTo>
                  <a:pt x="16237" y="0"/>
                </a:moveTo>
                <a:lnTo>
                  <a:pt x="12424" y="7169"/>
                </a:lnTo>
                <a:lnTo>
                  <a:pt x="8603" y="14346"/>
                </a:lnTo>
                <a:lnTo>
                  <a:pt x="4300" y="7452"/>
                </a:lnTo>
                <a:lnTo>
                  <a:pt x="1" y="562"/>
                </a:lnTo>
                <a:lnTo>
                  <a:pt x="8121" y="27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27"/>
          <p:cNvGrpSpPr/>
          <p:nvPr/>
        </p:nvGrpSpPr>
        <p:grpSpPr>
          <a:xfrm>
            <a:off x="7915117" y="4028700"/>
            <a:ext cx="998410" cy="923544"/>
            <a:chOff x="2506538" y="1118529"/>
            <a:chExt cx="507064" cy="468994"/>
          </a:xfrm>
        </p:grpSpPr>
        <p:sp>
          <p:nvSpPr>
            <p:cNvPr id="474" name="Google Shape;474;p27"/>
            <p:cNvSpPr/>
            <p:nvPr/>
          </p:nvSpPr>
          <p:spPr>
            <a:xfrm>
              <a:off x="2739009" y="1181872"/>
              <a:ext cx="274593" cy="405651"/>
            </a:xfrm>
            <a:custGeom>
              <a:avLst/>
              <a:gdLst/>
              <a:ahLst/>
              <a:cxnLst/>
              <a:rect l="l" t="t" r="r" b="b"/>
              <a:pathLst>
                <a:path w="9420" h="13916" extrusionOk="0">
                  <a:moveTo>
                    <a:pt x="6677" y="1"/>
                  </a:moveTo>
                  <a:lnTo>
                    <a:pt x="1" y="5966"/>
                  </a:lnTo>
                  <a:lnTo>
                    <a:pt x="2744" y="13915"/>
                  </a:lnTo>
                  <a:lnTo>
                    <a:pt x="9420" y="794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2506538" y="1292496"/>
              <a:ext cx="312459" cy="295027"/>
            </a:xfrm>
            <a:custGeom>
              <a:avLst/>
              <a:gdLst/>
              <a:ahLst/>
              <a:cxnLst/>
              <a:rect l="l" t="t" r="r" b="b"/>
              <a:pathLst>
                <a:path w="10719" h="10121" extrusionOk="0">
                  <a:moveTo>
                    <a:pt x="7976" y="2171"/>
                  </a:moveTo>
                  <a:lnTo>
                    <a:pt x="1" y="1"/>
                  </a:lnTo>
                  <a:lnTo>
                    <a:pt x="2748" y="7947"/>
                  </a:lnTo>
                  <a:lnTo>
                    <a:pt x="10719" y="10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2506538" y="1118529"/>
              <a:ext cx="427106" cy="237252"/>
            </a:xfrm>
            <a:custGeom>
              <a:avLst/>
              <a:gdLst/>
              <a:ahLst/>
              <a:cxnLst/>
              <a:rect l="l" t="t" r="r" b="b"/>
              <a:pathLst>
                <a:path w="14652" h="8139" extrusionOk="0">
                  <a:moveTo>
                    <a:pt x="6677" y="0"/>
                  </a:moveTo>
                  <a:lnTo>
                    <a:pt x="1" y="5969"/>
                  </a:lnTo>
                  <a:lnTo>
                    <a:pt x="7976" y="8139"/>
                  </a:lnTo>
                  <a:lnTo>
                    <a:pt x="14652" y="217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28"/>
          <p:cNvGrpSpPr/>
          <p:nvPr/>
        </p:nvGrpSpPr>
        <p:grpSpPr>
          <a:xfrm>
            <a:off x="1316930" y="4775833"/>
            <a:ext cx="2723273" cy="155452"/>
            <a:chOff x="2434537" y="2460245"/>
            <a:chExt cx="2020532" cy="113510"/>
          </a:xfrm>
        </p:grpSpPr>
        <p:sp>
          <p:nvSpPr>
            <p:cNvPr id="479" name="Google Shape;479;p28"/>
            <p:cNvSpPr/>
            <p:nvPr/>
          </p:nvSpPr>
          <p:spPr>
            <a:xfrm>
              <a:off x="2675549" y="2460245"/>
              <a:ext cx="1779520" cy="113510"/>
            </a:xfrm>
            <a:custGeom>
              <a:avLst/>
              <a:gdLst/>
              <a:ahLst/>
              <a:cxnLst/>
              <a:rect l="l" t="t" r="r" b="b"/>
              <a:pathLst>
                <a:path w="61047" h="3894" extrusionOk="0">
                  <a:moveTo>
                    <a:pt x="1" y="0"/>
                  </a:moveTo>
                  <a:lnTo>
                    <a:pt x="61046" y="0"/>
                  </a:lnTo>
                  <a:lnTo>
                    <a:pt x="61046" y="3893"/>
                  </a:lnTo>
                  <a:lnTo>
                    <a:pt x="1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2434537" y="2460245"/>
              <a:ext cx="127473" cy="113510"/>
            </a:xfrm>
            <a:custGeom>
              <a:avLst/>
              <a:gdLst/>
              <a:ahLst/>
              <a:cxnLst/>
              <a:rect l="l" t="t" r="r" b="b"/>
              <a:pathLst>
                <a:path w="4373" h="3894" extrusionOk="0">
                  <a:moveTo>
                    <a:pt x="0" y="0"/>
                  </a:moveTo>
                  <a:lnTo>
                    <a:pt x="4372" y="0"/>
                  </a:lnTo>
                  <a:lnTo>
                    <a:pt x="4372" y="3893"/>
                  </a:lnTo>
                  <a:lnTo>
                    <a:pt x="0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28"/>
          <p:cNvSpPr/>
          <p:nvPr/>
        </p:nvSpPr>
        <p:spPr>
          <a:xfrm>
            <a:off x="8714273" y="3245403"/>
            <a:ext cx="615389" cy="484617"/>
          </a:xfrm>
          <a:custGeom>
            <a:avLst/>
            <a:gdLst/>
            <a:ahLst/>
            <a:cxnLst/>
            <a:rect l="l" t="t" r="r" b="b"/>
            <a:pathLst>
              <a:path w="17961" h="14100" extrusionOk="0">
                <a:moveTo>
                  <a:pt x="0" y="0"/>
                </a:moveTo>
                <a:lnTo>
                  <a:pt x="9390" y="14100"/>
                </a:lnTo>
                <a:lnTo>
                  <a:pt x="17960" y="375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2" name="Google Shape;482;p28"/>
          <p:cNvGrpSpPr/>
          <p:nvPr/>
        </p:nvGrpSpPr>
        <p:grpSpPr>
          <a:xfrm>
            <a:off x="5443836" y="234782"/>
            <a:ext cx="593041" cy="155445"/>
            <a:chOff x="1447343" y="1933009"/>
            <a:chExt cx="942682" cy="245181"/>
          </a:xfrm>
        </p:grpSpPr>
        <p:sp>
          <p:nvSpPr>
            <p:cNvPr id="483" name="Google Shape;483;p28"/>
            <p:cNvSpPr/>
            <p:nvPr/>
          </p:nvSpPr>
          <p:spPr>
            <a:xfrm>
              <a:off x="1807987" y="1933009"/>
              <a:ext cx="582038" cy="245181"/>
            </a:xfrm>
            <a:custGeom>
              <a:avLst/>
              <a:gdLst/>
              <a:ahLst/>
              <a:cxnLst/>
              <a:rect l="l" t="t" r="r" b="b"/>
              <a:pathLst>
                <a:path w="19967" h="8411" extrusionOk="0">
                  <a:moveTo>
                    <a:pt x="0" y="1"/>
                  </a:moveTo>
                  <a:lnTo>
                    <a:pt x="19967" y="1"/>
                  </a:lnTo>
                  <a:lnTo>
                    <a:pt x="19967" y="8411"/>
                  </a:lnTo>
                  <a:lnTo>
                    <a:pt x="0" y="841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1447343" y="1996352"/>
              <a:ext cx="582038" cy="118378"/>
            </a:xfrm>
            <a:custGeom>
              <a:avLst/>
              <a:gdLst/>
              <a:ahLst/>
              <a:cxnLst/>
              <a:rect l="l" t="t" r="r" b="b"/>
              <a:pathLst>
                <a:path w="19967" h="4061" extrusionOk="0">
                  <a:moveTo>
                    <a:pt x="0" y="1"/>
                  </a:moveTo>
                  <a:lnTo>
                    <a:pt x="19966" y="1"/>
                  </a:lnTo>
                  <a:lnTo>
                    <a:pt x="19966" y="4061"/>
                  </a:lnTo>
                  <a:lnTo>
                    <a:pt x="0" y="40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5" name="Google Shape;485;p28"/>
          <p:cNvSpPr/>
          <p:nvPr/>
        </p:nvSpPr>
        <p:spPr>
          <a:xfrm>
            <a:off x="5767002" y="4532262"/>
            <a:ext cx="1682944" cy="155443"/>
          </a:xfrm>
          <a:custGeom>
            <a:avLst/>
            <a:gdLst/>
            <a:ahLst/>
            <a:cxnLst/>
            <a:rect l="l" t="t" r="r" b="b"/>
            <a:pathLst>
              <a:path w="52229" h="4768" extrusionOk="0">
                <a:moveTo>
                  <a:pt x="0" y="0"/>
                </a:moveTo>
                <a:lnTo>
                  <a:pt x="52229" y="0"/>
                </a:lnTo>
                <a:lnTo>
                  <a:pt x="52229" y="4768"/>
                </a:lnTo>
                <a:lnTo>
                  <a:pt x="0" y="476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8"/>
          <p:cNvSpPr/>
          <p:nvPr/>
        </p:nvSpPr>
        <p:spPr>
          <a:xfrm>
            <a:off x="176306" y="303679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8"/>
          <p:cNvSpPr/>
          <p:nvPr/>
        </p:nvSpPr>
        <p:spPr>
          <a:xfrm>
            <a:off x="8286319" y="41994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8"/>
          <p:cNvSpPr/>
          <p:nvPr/>
        </p:nvSpPr>
        <p:spPr>
          <a:xfrm>
            <a:off x="147308" y="4398263"/>
            <a:ext cx="484647" cy="484620"/>
          </a:xfrm>
          <a:custGeom>
            <a:avLst/>
            <a:gdLst/>
            <a:ahLst/>
            <a:cxnLst/>
            <a:rect l="l" t="t" r="r" b="b"/>
            <a:pathLst>
              <a:path w="12635" h="12631" extrusionOk="0">
                <a:moveTo>
                  <a:pt x="6317" y="9321"/>
                </a:moveTo>
                <a:lnTo>
                  <a:pt x="9634" y="12630"/>
                </a:lnTo>
                <a:lnTo>
                  <a:pt x="12634" y="9633"/>
                </a:lnTo>
                <a:lnTo>
                  <a:pt x="9318" y="6317"/>
                </a:lnTo>
                <a:lnTo>
                  <a:pt x="12634" y="3005"/>
                </a:lnTo>
                <a:lnTo>
                  <a:pt x="9634" y="0"/>
                </a:lnTo>
                <a:lnTo>
                  <a:pt x="6317" y="3317"/>
                </a:lnTo>
                <a:lnTo>
                  <a:pt x="3001" y="0"/>
                </a:lnTo>
                <a:lnTo>
                  <a:pt x="1" y="3005"/>
                </a:lnTo>
                <a:lnTo>
                  <a:pt x="3313" y="6317"/>
                </a:lnTo>
                <a:lnTo>
                  <a:pt x="1" y="9633"/>
                </a:lnTo>
                <a:lnTo>
                  <a:pt x="3001" y="1263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8"/>
          <p:cNvSpPr/>
          <p:nvPr/>
        </p:nvSpPr>
        <p:spPr>
          <a:xfrm>
            <a:off x="8306996" y="2002776"/>
            <a:ext cx="372134" cy="329192"/>
          </a:xfrm>
          <a:custGeom>
            <a:avLst/>
            <a:gdLst/>
            <a:ahLst/>
            <a:cxnLst/>
            <a:rect l="l" t="t" r="r" b="b"/>
            <a:pathLst>
              <a:path w="16238" h="14347" extrusionOk="0">
                <a:moveTo>
                  <a:pt x="16237" y="0"/>
                </a:moveTo>
                <a:lnTo>
                  <a:pt x="12424" y="7169"/>
                </a:lnTo>
                <a:lnTo>
                  <a:pt x="8603" y="14346"/>
                </a:lnTo>
                <a:lnTo>
                  <a:pt x="4300" y="7452"/>
                </a:lnTo>
                <a:lnTo>
                  <a:pt x="1" y="562"/>
                </a:lnTo>
                <a:lnTo>
                  <a:pt x="8121" y="27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0" name="Google Shape;490;p28"/>
          <p:cNvGrpSpPr/>
          <p:nvPr/>
        </p:nvGrpSpPr>
        <p:grpSpPr>
          <a:xfrm>
            <a:off x="-412199" y="1279418"/>
            <a:ext cx="932706" cy="621774"/>
            <a:chOff x="1442038" y="1107539"/>
            <a:chExt cx="735921" cy="493393"/>
          </a:xfrm>
        </p:grpSpPr>
        <p:sp>
          <p:nvSpPr>
            <p:cNvPr id="491" name="Google Shape;491;p28"/>
            <p:cNvSpPr/>
            <p:nvPr/>
          </p:nvSpPr>
          <p:spPr>
            <a:xfrm>
              <a:off x="1630289" y="1217843"/>
              <a:ext cx="387987" cy="261038"/>
            </a:xfrm>
            <a:custGeom>
              <a:avLst/>
              <a:gdLst/>
              <a:ahLst/>
              <a:cxnLst/>
              <a:rect l="l" t="t" r="r" b="b"/>
              <a:pathLst>
                <a:path w="13310" h="8955" extrusionOk="0">
                  <a:moveTo>
                    <a:pt x="12257" y="926"/>
                  </a:moveTo>
                  <a:cubicBezTo>
                    <a:pt x="12145" y="635"/>
                    <a:pt x="11898" y="399"/>
                    <a:pt x="11517" y="236"/>
                  </a:cubicBezTo>
                  <a:cubicBezTo>
                    <a:pt x="11419" y="196"/>
                    <a:pt x="11310" y="160"/>
                    <a:pt x="11194" y="127"/>
                  </a:cubicBezTo>
                  <a:cubicBezTo>
                    <a:pt x="11158" y="116"/>
                    <a:pt x="11118" y="109"/>
                    <a:pt x="11078" y="98"/>
                  </a:cubicBezTo>
                  <a:cubicBezTo>
                    <a:pt x="10994" y="80"/>
                    <a:pt x="10918" y="62"/>
                    <a:pt x="10831" y="51"/>
                  </a:cubicBezTo>
                  <a:cubicBezTo>
                    <a:pt x="10784" y="40"/>
                    <a:pt x="10730" y="37"/>
                    <a:pt x="10679" y="33"/>
                  </a:cubicBezTo>
                  <a:cubicBezTo>
                    <a:pt x="10595" y="22"/>
                    <a:pt x="10516" y="15"/>
                    <a:pt x="10428" y="8"/>
                  </a:cubicBezTo>
                  <a:cubicBezTo>
                    <a:pt x="10370" y="4"/>
                    <a:pt x="10312" y="4"/>
                    <a:pt x="10251" y="4"/>
                  </a:cubicBezTo>
                  <a:cubicBezTo>
                    <a:pt x="10204" y="4"/>
                    <a:pt x="10160" y="0"/>
                    <a:pt x="10113" y="0"/>
                  </a:cubicBezTo>
                  <a:cubicBezTo>
                    <a:pt x="10080" y="0"/>
                    <a:pt x="10044" y="4"/>
                    <a:pt x="10011" y="4"/>
                  </a:cubicBezTo>
                  <a:cubicBezTo>
                    <a:pt x="9921" y="4"/>
                    <a:pt x="9830" y="8"/>
                    <a:pt x="9735" y="15"/>
                  </a:cubicBezTo>
                  <a:cubicBezTo>
                    <a:pt x="9688" y="19"/>
                    <a:pt x="9645" y="15"/>
                    <a:pt x="9598" y="19"/>
                  </a:cubicBezTo>
                  <a:cubicBezTo>
                    <a:pt x="9561" y="22"/>
                    <a:pt x="9525" y="26"/>
                    <a:pt x="9496" y="26"/>
                  </a:cubicBezTo>
                  <a:cubicBezTo>
                    <a:pt x="9431" y="33"/>
                    <a:pt x="9362" y="40"/>
                    <a:pt x="9296" y="51"/>
                  </a:cubicBezTo>
                  <a:cubicBezTo>
                    <a:pt x="9246" y="55"/>
                    <a:pt x="9199" y="58"/>
                    <a:pt x="9151" y="62"/>
                  </a:cubicBezTo>
                  <a:cubicBezTo>
                    <a:pt x="9097" y="73"/>
                    <a:pt x="9042" y="80"/>
                    <a:pt x="8988" y="87"/>
                  </a:cubicBezTo>
                  <a:cubicBezTo>
                    <a:pt x="8934" y="95"/>
                    <a:pt x="8872" y="106"/>
                    <a:pt x="8818" y="113"/>
                  </a:cubicBezTo>
                  <a:lnTo>
                    <a:pt x="8723" y="127"/>
                  </a:lnTo>
                  <a:cubicBezTo>
                    <a:pt x="8625" y="146"/>
                    <a:pt x="8524" y="164"/>
                    <a:pt x="8426" y="185"/>
                  </a:cubicBezTo>
                  <a:cubicBezTo>
                    <a:pt x="8393" y="189"/>
                    <a:pt x="8360" y="200"/>
                    <a:pt x="8324" y="204"/>
                  </a:cubicBezTo>
                  <a:cubicBezTo>
                    <a:pt x="8317" y="204"/>
                    <a:pt x="8306" y="207"/>
                    <a:pt x="8299" y="207"/>
                  </a:cubicBezTo>
                  <a:cubicBezTo>
                    <a:pt x="8157" y="240"/>
                    <a:pt x="8016" y="273"/>
                    <a:pt x="7871" y="309"/>
                  </a:cubicBezTo>
                  <a:lnTo>
                    <a:pt x="7816" y="323"/>
                  </a:lnTo>
                  <a:cubicBezTo>
                    <a:pt x="7773" y="334"/>
                    <a:pt x="7725" y="345"/>
                    <a:pt x="7682" y="360"/>
                  </a:cubicBezTo>
                  <a:cubicBezTo>
                    <a:pt x="7598" y="381"/>
                    <a:pt x="7519" y="399"/>
                    <a:pt x="7435" y="425"/>
                  </a:cubicBezTo>
                  <a:cubicBezTo>
                    <a:pt x="7392" y="439"/>
                    <a:pt x="7341" y="458"/>
                    <a:pt x="7290" y="472"/>
                  </a:cubicBezTo>
                  <a:lnTo>
                    <a:pt x="7112" y="526"/>
                  </a:lnTo>
                  <a:lnTo>
                    <a:pt x="6978" y="566"/>
                  </a:lnTo>
                  <a:cubicBezTo>
                    <a:pt x="6895" y="595"/>
                    <a:pt x="6807" y="624"/>
                    <a:pt x="6728" y="653"/>
                  </a:cubicBezTo>
                  <a:lnTo>
                    <a:pt x="6564" y="708"/>
                  </a:lnTo>
                  <a:cubicBezTo>
                    <a:pt x="6546" y="715"/>
                    <a:pt x="6524" y="722"/>
                    <a:pt x="6506" y="730"/>
                  </a:cubicBezTo>
                  <a:cubicBezTo>
                    <a:pt x="6361" y="780"/>
                    <a:pt x="6220" y="839"/>
                    <a:pt x="6075" y="893"/>
                  </a:cubicBezTo>
                  <a:cubicBezTo>
                    <a:pt x="6053" y="904"/>
                    <a:pt x="6035" y="911"/>
                    <a:pt x="6013" y="915"/>
                  </a:cubicBezTo>
                  <a:cubicBezTo>
                    <a:pt x="6006" y="915"/>
                    <a:pt x="6006" y="915"/>
                    <a:pt x="6002" y="922"/>
                  </a:cubicBezTo>
                  <a:cubicBezTo>
                    <a:pt x="5821" y="995"/>
                    <a:pt x="5639" y="1071"/>
                    <a:pt x="5458" y="1147"/>
                  </a:cubicBezTo>
                  <a:cubicBezTo>
                    <a:pt x="5454" y="1151"/>
                    <a:pt x="5443" y="1151"/>
                    <a:pt x="5440" y="1158"/>
                  </a:cubicBezTo>
                  <a:cubicBezTo>
                    <a:pt x="5316" y="1212"/>
                    <a:pt x="5200" y="1270"/>
                    <a:pt x="5077" y="1325"/>
                  </a:cubicBezTo>
                  <a:cubicBezTo>
                    <a:pt x="5001" y="1361"/>
                    <a:pt x="4921" y="1394"/>
                    <a:pt x="4848" y="1430"/>
                  </a:cubicBezTo>
                  <a:cubicBezTo>
                    <a:pt x="4845" y="1430"/>
                    <a:pt x="4841" y="1434"/>
                    <a:pt x="4837" y="1434"/>
                  </a:cubicBezTo>
                  <a:cubicBezTo>
                    <a:pt x="4612" y="1542"/>
                    <a:pt x="4391" y="1658"/>
                    <a:pt x="4173" y="1778"/>
                  </a:cubicBezTo>
                  <a:cubicBezTo>
                    <a:pt x="4155" y="1785"/>
                    <a:pt x="4144" y="1796"/>
                    <a:pt x="4126" y="1804"/>
                  </a:cubicBezTo>
                  <a:cubicBezTo>
                    <a:pt x="4021" y="1865"/>
                    <a:pt x="3919" y="1923"/>
                    <a:pt x="3818" y="1981"/>
                  </a:cubicBezTo>
                  <a:cubicBezTo>
                    <a:pt x="3756" y="2018"/>
                    <a:pt x="3694" y="2050"/>
                    <a:pt x="3636" y="2087"/>
                  </a:cubicBezTo>
                  <a:cubicBezTo>
                    <a:pt x="3455" y="2195"/>
                    <a:pt x="3274" y="2304"/>
                    <a:pt x="3099" y="2420"/>
                  </a:cubicBezTo>
                  <a:cubicBezTo>
                    <a:pt x="3081" y="2435"/>
                    <a:pt x="3063" y="2446"/>
                    <a:pt x="3049" y="2457"/>
                  </a:cubicBezTo>
                  <a:cubicBezTo>
                    <a:pt x="3005" y="2489"/>
                    <a:pt x="2958" y="2522"/>
                    <a:pt x="2914" y="2547"/>
                  </a:cubicBezTo>
                  <a:cubicBezTo>
                    <a:pt x="2824" y="2613"/>
                    <a:pt x="2733" y="2671"/>
                    <a:pt x="2642" y="2736"/>
                  </a:cubicBezTo>
                  <a:cubicBezTo>
                    <a:pt x="2584" y="2776"/>
                    <a:pt x="2533" y="2816"/>
                    <a:pt x="2475" y="2856"/>
                  </a:cubicBezTo>
                  <a:cubicBezTo>
                    <a:pt x="2392" y="2917"/>
                    <a:pt x="2316" y="2976"/>
                    <a:pt x="2240" y="3034"/>
                  </a:cubicBezTo>
                  <a:cubicBezTo>
                    <a:pt x="2185" y="3074"/>
                    <a:pt x="2131" y="3121"/>
                    <a:pt x="2076" y="3161"/>
                  </a:cubicBezTo>
                  <a:cubicBezTo>
                    <a:pt x="2004" y="3219"/>
                    <a:pt x="1935" y="3273"/>
                    <a:pt x="1866" y="3335"/>
                  </a:cubicBezTo>
                  <a:cubicBezTo>
                    <a:pt x="1815" y="3378"/>
                    <a:pt x="1768" y="3418"/>
                    <a:pt x="1717" y="3465"/>
                  </a:cubicBezTo>
                  <a:cubicBezTo>
                    <a:pt x="1652" y="3520"/>
                    <a:pt x="1590" y="3578"/>
                    <a:pt x="1532" y="3632"/>
                  </a:cubicBezTo>
                  <a:cubicBezTo>
                    <a:pt x="1507" y="3654"/>
                    <a:pt x="1485" y="3672"/>
                    <a:pt x="1463" y="3698"/>
                  </a:cubicBezTo>
                  <a:cubicBezTo>
                    <a:pt x="1441" y="3716"/>
                    <a:pt x="1423" y="3737"/>
                    <a:pt x="1405" y="3756"/>
                  </a:cubicBezTo>
                  <a:cubicBezTo>
                    <a:pt x="1325" y="3832"/>
                    <a:pt x="1249" y="3904"/>
                    <a:pt x="1176" y="3981"/>
                  </a:cubicBezTo>
                  <a:cubicBezTo>
                    <a:pt x="1144" y="4017"/>
                    <a:pt x="1108" y="4050"/>
                    <a:pt x="1078" y="4086"/>
                  </a:cubicBezTo>
                  <a:cubicBezTo>
                    <a:pt x="981" y="4187"/>
                    <a:pt x="897" y="4285"/>
                    <a:pt x="814" y="4387"/>
                  </a:cubicBezTo>
                  <a:cubicBezTo>
                    <a:pt x="810" y="4391"/>
                    <a:pt x="806" y="4398"/>
                    <a:pt x="795" y="4405"/>
                  </a:cubicBezTo>
                  <a:lnTo>
                    <a:pt x="792" y="4409"/>
                  </a:lnTo>
                  <a:cubicBezTo>
                    <a:pt x="788" y="4416"/>
                    <a:pt x="781" y="4423"/>
                    <a:pt x="774" y="4430"/>
                  </a:cubicBezTo>
                  <a:cubicBezTo>
                    <a:pt x="708" y="4507"/>
                    <a:pt x="650" y="4586"/>
                    <a:pt x="596" y="4659"/>
                  </a:cubicBezTo>
                  <a:cubicBezTo>
                    <a:pt x="578" y="4684"/>
                    <a:pt x="560" y="4706"/>
                    <a:pt x="542" y="4735"/>
                  </a:cubicBezTo>
                  <a:cubicBezTo>
                    <a:pt x="520" y="4768"/>
                    <a:pt x="498" y="4797"/>
                    <a:pt x="473" y="4833"/>
                  </a:cubicBezTo>
                  <a:cubicBezTo>
                    <a:pt x="465" y="4851"/>
                    <a:pt x="454" y="4866"/>
                    <a:pt x="447" y="4880"/>
                  </a:cubicBezTo>
                  <a:cubicBezTo>
                    <a:pt x="396" y="4957"/>
                    <a:pt x="356" y="5029"/>
                    <a:pt x="317" y="5102"/>
                  </a:cubicBezTo>
                  <a:cubicBezTo>
                    <a:pt x="306" y="5120"/>
                    <a:pt x="288" y="5142"/>
                    <a:pt x="280" y="5167"/>
                  </a:cubicBezTo>
                  <a:cubicBezTo>
                    <a:pt x="273" y="5174"/>
                    <a:pt x="273" y="5178"/>
                    <a:pt x="269" y="5189"/>
                  </a:cubicBezTo>
                  <a:cubicBezTo>
                    <a:pt x="237" y="5250"/>
                    <a:pt x="211" y="5316"/>
                    <a:pt x="182" y="5374"/>
                  </a:cubicBezTo>
                  <a:cubicBezTo>
                    <a:pt x="175" y="5396"/>
                    <a:pt x="161" y="5421"/>
                    <a:pt x="153" y="5443"/>
                  </a:cubicBezTo>
                  <a:cubicBezTo>
                    <a:pt x="153" y="5446"/>
                    <a:pt x="153" y="5446"/>
                    <a:pt x="146" y="5450"/>
                  </a:cubicBezTo>
                  <a:cubicBezTo>
                    <a:pt x="128" y="5494"/>
                    <a:pt x="121" y="5533"/>
                    <a:pt x="106" y="5573"/>
                  </a:cubicBezTo>
                  <a:cubicBezTo>
                    <a:pt x="92" y="5610"/>
                    <a:pt x="81" y="5650"/>
                    <a:pt x="66" y="5686"/>
                  </a:cubicBezTo>
                  <a:lnTo>
                    <a:pt x="66" y="5697"/>
                  </a:lnTo>
                  <a:cubicBezTo>
                    <a:pt x="55" y="5722"/>
                    <a:pt x="55" y="5751"/>
                    <a:pt x="48" y="5773"/>
                  </a:cubicBezTo>
                  <a:cubicBezTo>
                    <a:pt x="37" y="5813"/>
                    <a:pt x="26" y="5860"/>
                    <a:pt x="19" y="5900"/>
                  </a:cubicBezTo>
                  <a:lnTo>
                    <a:pt x="19" y="5918"/>
                  </a:lnTo>
                  <a:cubicBezTo>
                    <a:pt x="15" y="5947"/>
                    <a:pt x="15" y="5969"/>
                    <a:pt x="12" y="5994"/>
                  </a:cubicBezTo>
                  <a:cubicBezTo>
                    <a:pt x="8" y="6031"/>
                    <a:pt x="1" y="6067"/>
                    <a:pt x="1" y="6099"/>
                  </a:cubicBezTo>
                  <a:lnTo>
                    <a:pt x="1" y="6132"/>
                  </a:lnTo>
                  <a:cubicBezTo>
                    <a:pt x="1" y="6158"/>
                    <a:pt x="1" y="6183"/>
                    <a:pt x="5" y="6208"/>
                  </a:cubicBezTo>
                  <a:cubicBezTo>
                    <a:pt x="5" y="6237"/>
                    <a:pt x="5" y="6259"/>
                    <a:pt x="12" y="6284"/>
                  </a:cubicBezTo>
                  <a:cubicBezTo>
                    <a:pt x="12" y="6299"/>
                    <a:pt x="15" y="6317"/>
                    <a:pt x="19" y="6332"/>
                  </a:cubicBezTo>
                  <a:cubicBezTo>
                    <a:pt x="23" y="6353"/>
                    <a:pt x="30" y="6379"/>
                    <a:pt x="34" y="6404"/>
                  </a:cubicBezTo>
                  <a:cubicBezTo>
                    <a:pt x="37" y="6422"/>
                    <a:pt x="37" y="6441"/>
                    <a:pt x="41" y="6459"/>
                  </a:cubicBezTo>
                  <a:cubicBezTo>
                    <a:pt x="52" y="6495"/>
                    <a:pt x="66" y="6528"/>
                    <a:pt x="77" y="6560"/>
                  </a:cubicBezTo>
                  <a:lnTo>
                    <a:pt x="1140" y="8955"/>
                  </a:lnTo>
                  <a:cubicBezTo>
                    <a:pt x="1122" y="8908"/>
                    <a:pt x="1108" y="8853"/>
                    <a:pt x="1093" y="8799"/>
                  </a:cubicBezTo>
                  <a:cubicBezTo>
                    <a:pt x="1089" y="8773"/>
                    <a:pt x="1086" y="8748"/>
                    <a:pt x="1082" y="8726"/>
                  </a:cubicBezTo>
                  <a:lnTo>
                    <a:pt x="1068" y="8603"/>
                  </a:lnTo>
                  <a:cubicBezTo>
                    <a:pt x="1068" y="8574"/>
                    <a:pt x="1064" y="8552"/>
                    <a:pt x="1064" y="8527"/>
                  </a:cubicBezTo>
                  <a:cubicBezTo>
                    <a:pt x="1064" y="8480"/>
                    <a:pt x="1068" y="8436"/>
                    <a:pt x="1071" y="8389"/>
                  </a:cubicBezTo>
                  <a:cubicBezTo>
                    <a:pt x="1078" y="8363"/>
                    <a:pt x="1078" y="8338"/>
                    <a:pt x="1082" y="8313"/>
                  </a:cubicBezTo>
                  <a:cubicBezTo>
                    <a:pt x="1089" y="8266"/>
                    <a:pt x="1100" y="8218"/>
                    <a:pt x="1115" y="8168"/>
                  </a:cubicBezTo>
                  <a:cubicBezTo>
                    <a:pt x="1118" y="8139"/>
                    <a:pt x="1122" y="8113"/>
                    <a:pt x="1133" y="8091"/>
                  </a:cubicBezTo>
                  <a:cubicBezTo>
                    <a:pt x="1140" y="8048"/>
                    <a:pt x="1158" y="8008"/>
                    <a:pt x="1173" y="7968"/>
                  </a:cubicBezTo>
                  <a:cubicBezTo>
                    <a:pt x="1187" y="7928"/>
                    <a:pt x="1198" y="7892"/>
                    <a:pt x="1213" y="7848"/>
                  </a:cubicBezTo>
                  <a:cubicBezTo>
                    <a:pt x="1224" y="7823"/>
                    <a:pt x="1242" y="7794"/>
                    <a:pt x="1249" y="7768"/>
                  </a:cubicBezTo>
                  <a:cubicBezTo>
                    <a:pt x="1278" y="7710"/>
                    <a:pt x="1303" y="7645"/>
                    <a:pt x="1336" y="7583"/>
                  </a:cubicBezTo>
                  <a:cubicBezTo>
                    <a:pt x="1351" y="7554"/>
                    <a:pt x="1369" y="7529"/>
                    <a:pt x="1380" y="7500"/>
                  </a:cubicBezTo>
                  <a:cubicBezTo>
                    <a:pt x="1423" y="7427"/>
                    <a:pt x="1467" y="7355"/>
                    <a:pt x="1514" y="7279"/>
                  </a:cubicBezTo>
                  <a:cubicBezTo>
                    <a:pt x="1543" y="7228"/>
                    <a:pt x="1576" y="7184"/>
                    <a:pt x="1608" y="7134"/>
                  </a:cubicBezTo>
                  <a:cubicBezTo>
                    <a:pt x="1626" y="7104"/>
                    <a:pt x="1644" y="7083"/>
                    <a:pt x="1663" y="7057"/>
                  </a:cubicBezTo>
                  <a:cubicBezTo>
                    <a:pt x="1717" y="6977"/>
                    <a:pt x="1775" y="6901"/>
                    <a:pt x="1840" y="6829"/>
                  </a:cubicBezTo>
                  <a:cubicBezTo>
                    <a:pt x="1844" y="6825"/>
                    <a:pt x="1848" y="6814"/>
                    <a:pt x="1851" y="6811"/>
                  </a:cubicBezTo>
                  <a:cubicBezTo>
                    <a:pt x="1859" y="6803"/>
                    <a:pt x="1866" y="6796"/>
                    <a:pt x="1869" y="6789"/>
                  </a:cubicBezTo>
                  <a:cubicBezTo>
                    <a:pt x="1953" y="6687"/>
                    <a:pt x="2040" y="6593"/>
                    <a:pt x="2134" y="6495"/>
                  </a:cubicBezTo>
                  <a:cubicBezTo>
                    <a:pt x="2167" y="6462"/>
                    <a:pt x="2196" y="6426"/>
                    <a:pt x="2232" y="6393"/>
                  </a:cubicBezTo>
                  <a:cubicBezTo>
                    <a:pt x="2305" y="6321"/>
                    <a:pt x="2377" y="6245"/>
                    <a:pt x="2461" y="6168"/>
                  </a:cubicBezTo>
                  <a:cubicBezTo>
                    <a:pt x="2501" y="6125"/>
                    <a:pt x="2548" y="6085"/>
                    <a:pt x="2588" y="6045"/>
                  </a:cubicBezTo>
                  <a:cubicBezTo>
                    <a:pt x="2646" y="5991"/>
                    <a:pt x="2711" y="5933"/>
                    <a:pt x="2777" y="5878"/>
                  </a:cubicBezTo>
                  <a:cubicBezTo>
                    <a:pt x="2827" y="5831"/>
                    <a:pt x="2878" y="5791"/>
                    <a:pt x="2929" y="5744"/>
                  </a:cubicBezTo>
                  <a:cubicBezTo>
                    <a:pt x="2994" y="5686"/>
                    <a:pt x="3067" y="5631"/>
                    <a:pt x="3136" y="5573"/>
                  </a:cubicBezTo>
                  <a:cubicBezTo>
                    <a:pt x="3190" y="5533"/>
                    <a:pt x="3241" y="5486"/>
                    <a:pt x="3295" y="5446"/>
                  </a:cubicBezTo>
                  <a:cubicBezTo>
                    <a:pt x="3372" y="5388"/>
                    <a:pt x="3448" y="5327"/>
                    <a:pt x="3531" y="5269"/>
                  </a:cubicBezTo>
                  <a:lnTo>
                    <a:pt x="3694" y="5145"/>
                  </a:lnTo>
                  <a:cubicBezTo>
                    <a:pt x="3782" y="5084"/>
                    <a:pt x="3876" y="5018"/>
                    <a:pt x="3967" y="4960"/>
                  </a:cubicBezTo>
                  <a:cubicBezTo>
                    <a:pt x="4028" y="4920"/>
                    <a:pt x="4090" y="4873"/>
                    <a:pt x="4152" y="4833"/>
                  </a:cubicBezTo>
                  <a:cubicBezTo>
                    <a:pt x="4329" y="4721"/>
                    <a:pt x="4507" y="4608"/>
                    <a:pt x="4689" y="4499"/>
                  </a:cubicBezTo>
                  <a:cubicBezTo>
                    <a:pt x="4747" y="4463"/>
                    <a:pt x="4808" y="4430"/>
                    <a:pt x="4870" y="4394"/>
                  </a:cubicBezTo>
                  <a:cubicBezTo>
                    <a:pt x="4986" y="4325"/>
                    <a:pt x="5106" y="4256"/>
                    <a:pt x="5226" y="4191"/>
                  </a:cubicBezTo>
                  <a:cubicBezTo>
                    <a:pt x="5443" y="4071"/>
                    <a:pt x="5668" y="3955"/>
                    <a:pt x="5890" y="3846"/>
                  </a:cubicBezTo>
                  <a:cubicBezTo>
                    <a:pt x="5966" y="3810"/>
                    <a:pt x="6042" y="3774"/>
                    <a:pt x="6125" y="3737"/>
                  </a:cubicBezTo>
                  <a:cubicBezTo>
                    <a:pt x="6249" y="3676"/>
                    <a:pt x="6368" y="3618"/>
                    <a:pt x="6492" y="3567"/>
                  </a:cubicBezTo>
                  <a:cubicBezTo>
                    <a:pt x="6684" y="3484"/>
                    <a:pt x="6873" y="3404"/>
                    <a:pt x="7065" y="3327"/>
                  </a:cubicBezTo>
                  <a:lnTo>
                    <a:pt x="7130" y="3302"/>
                  </a:lnTo>
                  <a:cubicBezTo>
                    <a:pt x="7294" y="3237"/>
                    <a:pt x="7457" y="3175"/>
                    <a:pt x="7617" y="3121"/>
                  </a:cubicBezTo>
                  <a:cubicBezTo>
                    <a:pt x="7671" y="3103"/>
                    <a:pt x="7725" y="3084"/>
                    <a:pt x="7783" y="3059"/>
                  </a:cubicBezTo>
                  <a:cubicBezTo>
                    <a:pt x="7910" y="3015"/>
                    <a:pt x="8037" y="2976"/>
                    <a:pt x="8164" y="2932"/>
                  </a:cubicBezTo>
                  <a:lnTo>
                    <a:pt x="8342" y="2878"/>
                  </a:lnTo>
                  <a:cubicBezTo>
                    <a:pt x="8473" y="2838"/>
                    <a:pt x="8607" y="2801"/>
                    <a:pt x="8734" y="2769"/>
                  </a:cubicBezTo>
                  <a:cubicBezTo>
                    <a:pt x="8778" y="2758"/>
                    <a:pt x="8825" y="2743"/>
                    <a:pt x="8868" y="2732"/>
                  </a:cubicBezTo>
                  <a:cubicBezTo>
                    <a:pt x="9042" y="2689"/>
                    <a:pt x="9209" y="2649"/>
                    <a:pt x="9376" y="2616"/>
                  </a:cubicBezTo>
                  <a:cubicBezTo>
                    <a:pt x="9409" y="2605"/>
                    <a:pt x="9445" y="2602"/>
                    <a:pt x="9478" y="2598"/>
                  </a:cubicBezTo>
                  <a:cubicBezTo>
                    <a:pt x="9608" y="2569"/>
                    <a:pt x="9739" y="2547"/>
                    <a:pt x="9870" y="2526"/>
                  </a:cubicBezTo>
                  <a:cubicBezTo>
                    <a:pt x="9931" y="2515"/>
                    <a:pt x="9986" y="2508"/>
                    <a:pt x="10040" y="2497"/>
                  </a:cubicBezTo>
                  <a:cubicBezTo>
                    <a:pt x="10142" y="2486"/>
                    <a:pt x="10247" y="2471"/>
                    <a:pt x="10349" y="2457"/>
                  </a:cubicBezTo>
                  <a:cubicBezTo>
                    <a:pt x="10414" y="2449"/>
                    <a:pt x="10479" y="2442"/>
                    <a:pt x="10548" y="2435"/>
                  </a:cubicBezTo>
                  <a:cubicBezTo>
                    <a:pt x="10628" y="2424"/>
                    <a:pt x="10711" y="2420"/>
                    <a:pt x="10791" y="2417"/>
                  </a:cubicBezTo>
                  <a:cubicBezTo>
                    <a:pt x="10886" y="2413"/>
                    <a:pt x="10976" y="2406"/>
                    <a:pt x="11067" y="2406"/>
                  </a:cubicBezTo>
                  <a:lnTo>
                    <a:pt x="11310" y="2406"/>
                  </a:lnTo>
                  <a:cubicBezTo>
                    <a:pt x="11368" y="2406"/>
                    <a:pt x="11426" y="2413"/>
                    <a:pt x="11484" y="2413"/>
                  </a:cubicBezTo>
                  <a:cubicBezTo>
                    <a:pt x="11571" y="2417"/>
                    <a:pt x="11655" y="2424"/>
                    <a:pt x="11731" y="2435"/>
                  </a:cubicBezTo>
                  <a:cubicBezTo>
                    <a:pt x="11782" y="2439"/>
                    <a:pt x="11836" y="2442"/>
                    <a:pt x="11883" y="2453"/>
                  </a:cubicBezTo>
                  <a:cubicBezTo>
                    <a:pt x="11970" y="2468"/>
                    <a:pt x="12054" y="2486"/>
                    <a:pt x="12130" y="2504"/>
                  </a:cubicBezTo>
                  <a:cubicBezTo>
                    <a:pt x="12170" y="2511"/>
                    <a:pt x="12210" y="2515"/>
                    <a:pt x="12246" y="2529"/>
                  </a:cubicBezTo>
                  <a:cubicBezTo>
                    <a:pt x="12362" y="2562"/>
                    <a:pt x="12471" y="2598"/>
                    <a:pt x="12569" y="2638"/>
                  </a:cubicBezTo>
                  <a:cubicBezTo>
                    <a:pt x="12950" y="2801"/>
                    <a:pt x="13197" y="3037"/>
                    <a:pt x="13309" y="332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1492497" y="1188751"/>
              <a:ext cx="677533" cy="412181"/>
            </a:xfrm>
            <a:custGeom>
              <a:avLst/>
              <a:gdLst/>
              <a:ahLst/>
              <a:cxnLst/>
              <a:rect l="l" t="t" r="r" b="b"/>
              <a:pathLst>
                <a:path w="23243" h="14140" extrusionOk="0">
                  <a:moveTo>
                    <a:pt x="23210" y="3317"/>
                  </a:moveTo>
                  <a:cubicBezTo>
                    <a:pt x="23207" y="3281"/>
                    <a:pt x="23196" y="3248"/>
                    <a:pt x="23192" y="3212"/>
                  </a:cubicBezTo>
                  <a:cubicBezTo>
                    <a:pt x="23185" y="3157"/>
                    <a:pt x="23174" y="3106"/>
                    <a:pt x="23159" y="3052"/>
                  </a:cubicBezTo>
                  <a:lnTo>
                    <a:pt x="23149" y="2972"/>
                  </a:lnTo>
                  <a:cubicBezTo>
                    <a:pt x="23127" y="2903"/>
                    <a:pt x="23105" y="2831"/>
                    <a:pt x="23080" y="2765"/>
                  </a:cubicBezTo>
                  <a:lnTo>
                    <a:pt x="21810" y="1"/>
                  </a:lnTo>
                  <a:cubicBezTo>
                    <a:pt x="21846" y="91"/>
                    <a:pt x="21871" y="189"/>
                    <a:pt x="21897" y="287"/>
                  </a:cubicBezTo>
                  <a:cubicBezTo>
                    <a:pt x="21908" y="334"/>
                    <a:pt x="21919" y="389"/>
                    <a:pt x="21926" y="443"/>
                  </a:cubicBezTo>
                  <a:cubicBezTo>
                    <a:pt x="21937" y="512"/>
                    <a:pt x="21944" y="581"/>
                    <a:pt x="21951" y="650"/>
                  </a:cubicBezTo>
                  <a:cubicBezTo>
                    <a:pt x="21955" y="705"/>
                    <a:pt x="21958" y="755"/>
                    <a:pt x="21958" y="813"/>
                  </a:cubicBezTo>
                  <a:cubicBezTo>
                    <a:pt x="21958" y="879"/>
                    <a:pt x="21958" y="951"/>
                    <a:pt x="21951" y="1024"/>
                  </a:cubicBezTo>
                  <a:cubicBezTo>
                    <a:pt x="21944" y="1085"/>
                    <a:pt x="21940" y="1144"/>
                    <a:pt x="21933" y="1202"/>
                  </a:cubicBezTo>
                  <a:cubicBezTo>
                    <a:pt x="21922" y="1274"/>
                    <a:pt x="21908" y="1347"/>
                    <a:pt x="21897" y="1419"/>
                  </a:cubicBezTo>
                  <a:cubicBezTo>
                    <a:pt x="21882" y="1481"/>
                    <a:pt x="21868" y="1550"/>
                    <a:pt x="21850" y="1619"/>
                  </a:cubicBezTo>
                  <a:cubicBezTo>
                    <a:pt x="21831" y="1688"/>
                    <a:pt x="21810" y="1760"/>
                    <a:pt x="21788" y="1833"/>
                  </a:cubicBezTo>
                  <a:cubicBezTo>
                    <a:pt x="21763" y="1909"/>
                    <a:pt x="21737" y="1985"/>
                    <a:pt x="21704" y="2065"/>
                  </a:cubicBezTo>
                  <a:cubicBezTo>
                    <a:pt x="21661" y="2178"/>
                    <a:pt x="21614" y="2294"/>
                    <a:pt x="21559" y="2413"/>
                  </a:cubicBezTo>
                  <a:lnTo>
                    <a:pt x="21545" y="2439"/>
                  </a:lnTo>
                  <a:cubicBezTo>
                    <a:pt x="21487" y="2566"/>
                    <a:pt x="21418" y="2693"/>
                    <a:pt x="21342" y="2827"/>
                  </a:cubicBezTo>
                  <a:cubicBezTo>
                    <a:pt x="21327" y="2852"/>
                    <a:pt x="21316" y="2874"/>
                    <a:pt x="21298" y="2903"/>
                  </a:cubicBezTo>
                  <a:cubicBezTo>
                    <a:pt x="21218" y="3034"/>
                    <a:pt x="21135" y="3168"/>
                    <a:pt x="21044" y="3306"/>
                  </a:cubicBezTo>
                  <a:cubicBezTo>
                    <a:pt x="21015" y="3346"/>
                    <a:pt x="20982" y="3393"/>
                    <a:pt x="20953" y="3433"/>
                  </a:cubicBezTo>
                  <a:cubicBezTo>
                    <a:pt x="20881" y="3538"/>
                    <a:pt x="20801" y="3636"/>
                    <a:pt x="20725" y="3741"/>
                  </a:cubicBezTo>
                  <a:cubicBezTo>
                    <a:pt x="20689" y="3792"/>
                    <a:pt x="20652" y="3836"/>
                    <a:pt x="20612" y="3886"/>
                  </a:cubicBezTo>
                  <a:cubicBezTo>
                    <a:pt x="20504" y="4021"/>
                    <a:pt x="20395" y="4159"/>
                    <a:pt x="20271" y="4293"/>
                  </a:cubicBezTo>
                  <a:cubicBezTo>
                    <a:pt x="20264" y="4307"/>
                    <a:pt x="20250" y="4318"/>
                    <a:pt x="20239" y="4333"/>
                  </a:cubicBezTo>
                  <a:cubicBezTo>
                    <a:pt x="20119" y="4471"/>
                    <a:pt x="19985" y="4608"/>
                    <a:pt x="19850" y="4746"/>
                  </a:cubicBezTo>
                  <a:cubicBezTo>
                    <a:pt x="19829" y="4772"/>
                    <a:pt x="19811" y="4794"/>
                    <a:pt x="19785" y="4815"/>
                  </a:cubicBezTo>
                  <a:cubicBezTo>
                    <a:pt x="19655" y="4946"/>
                    <a:pt x="19513" y="5084"/>
                    <a:pt x="19375" y="5214"/>
                  </a:cubicBezTo>
                  <a:cubicBezTo>
                    <a:pt x="19277" y="5305"/>
                    <a:pt x="19176" y="5396"/>
                    <a:pt x="19074" y="5487"/>
                  </a:cubicBezTo>
                  <a:cubicBezTo>
                    <a:pt x="18987" y="5563"/>
                    <a:pt x="18903" y="5643"/>
                    <a:pt x="18813" y="5719"/>
                  </a:cubicBezTo>
                  <a:cubicBezTo>
                    <a:pt x="18704" y="5809"/>
                    <a:pt x="18588" y="5900"/>
                    <a:pt x="18475" y="5991"/>
                  </a:cubicBezTo>
                  <a:cubicBezTo>
                    <a:pt x="18381" y="6067"/>
                    <a:pt x="18290" y="6140"/>
                    <a:pt x="18196" y="6219"/>
                  </a:cubicBezTo>
                  <a:cubicBezTo>
                    <a:pt x="18076" y="6310"/>
                    <a:pt x="17949" y="6404"/>
                    <a:pt x="17826" y="6495"/>
                  </a:cubicBezTo>
                  <a:cubicBezTo>
                    <a:pt x="17728" y="6568"/>
                    <a:pt x="17634" y="6644"/>
                    <a:pt x="17528" y="6716"/>
                  </a:cubicBezTo>
                  <a:cubicBezTo>
                    <a:pt x="17398" y="6811"/>
                    <a:pt x="17256" y="6902"/>
                    <a:pt x="17118" y="6999"/>
                  </a:cubicBezTo>
                  <a:cubicBezTo>
                    <a:pt x="17002" y="7079"/>
                    <a:pt x="16890" y="7163"/>
                    <a:pt x="16766" y="7239"/>
                  </a:cubicBezTo>
                  <a:cubicBezTo>
                    <a:pt x="16520" y="7399"/>
                    <a:pt x="16277" y="7551"/>
                    <a:pt x="16026" y="7707"/>
                  </a:cubicBezTo>
                  <a:cubicBezTo>
                    <a:pt x="15983" y="7732"/>
                    <a:pt x="15936" y="7761"/>
                    <a:pt x="15885" y="7787"/>
                  </a:cubicBezTo>
                  <a:cubicBezTo>
                    <a:pt x="15645" y="7932"/>
                    <a:pt x="15402" y="8073"/>
                    <a:pt x="15155" y="8208"/>
                  </a:cubicBezTo>
                  <a:cubicBezTo>
                    <a:pt x="15116" y="8229"/>
                    <a:pt x="15079" y="8248"/>
                    <a:pt x="15039" y="8273"/>
                  </a:cubicBezTo>
                  <a:cubicBezTo>
                    <a:pt x="14687" y="8462"/>
                    <a:pt x="14339" y="8643"/>
                    <a:pt x="13987" y="8821"/>
                  </a:cubicBezTo>
                  <a:cubicBezTo>
                    <a:pt x="13944" y="8839"/>
                    <a:pt x="13904" y="8861"/>
                    <a:pt x="13864" y="8879"/>
                  </a:cubicBezTo>
                  <a:cubicBezTo>
                    <a:pt x="13574" y="9020"/>
                    <a:pt x="13280" y="9155"/>
                    <a:pt x="12982" y="9289"/>
                  </a:cubicBezTo>
                  <a:cubicBezTo>
                    <a:pt x="12935" y="9311"/>
                    <a:pt x="12888" y="9329"/>
                    <a:pt x="12837" y="9351"/>
                  </a:cubicBezTo>
                  <a:cubicBezTo>
                    <a:pt x="12572" y="9470"/>
                    <a:pt x="12307" y="9579"/>
                    <a:pt x="12039" y="9688"/>
                  </a:cubicBezTo>
                  <a:cubicBezTo>
                    <a:pt x="11995" y="9706"/>
                    <a:pt x="11955" y="9724"/>
                    <a:pt x="11908" y="9735"/>
                  </a:cubicBezTo>
                  <a:cubicBezTo>
                    <a:pt x="11672" y="9826"/>
                    <a:pt x="11440" y="9917"/>
                    <a:pt x="11204" y="10004"/>
                  </a:cubicBezTo>
                  <a:cubicBezTo>
                    <a:pt x="11168" y="10018"/>
                    <a:pt x="11139" y="10033"/>
                    <a:pt x="11103" y="10040"/>
                  </a:cubicBezTo>
                  <a:cubicBezTo>
                    <a:pt x="10860" y="10127"/>
                    <a:pt x="10617" y="10207"/>
                    <a:pt x="10377" y="10290"/>
                  </a:cubicBezTo>
                  <a:cubicBezTo>
                    <a:pt x="10323" y="10308"/>
                    <a:pt x="10261" y="10327"/>
                    <a:pt x="10207" y="10345"/>
                  </a:cubicBezTo>
                  <a:cubicBezTo>
                    <a:pt x="9989" y="10414"/>
                    <a:pt x="9771" y="10479"/>
                    <a:pt x="9561" y="10544"/>
                  </a:cubicBezTo>
                  <a:cubicBezTo>
                    <a:pt x="9535" y="10552"/>
                    <a:pt x="9510" y="10559"/>
                    <a:pt x="9488" y="10566"/>
                  </a:cubicBezTo>
                  <a:cubicBezTo>
                    <a:pt x="9252" y="10635"/>
                    <a:pt x="9020" y="10697"/>
                    <a:pt x="8788" y="10758"/>
                  </a:cubicBezTo>
                  <a:cubicBezTo>
                    <a:pt x="8733" y="10769"/>
                    <a:pt x="8675" y="10784"/>
                    <a:pt x="8621" y="10798"/>
                  </a:cubicBezTo>
                  <a:cubicBezTo>
                    <a:pt x="8400" y="10853"/>
                    <a:pt x="8182" y="10907"/>
                    <a:pt x="7964" y="10951"/>
                  </a:cubicBezTo>
                  <a:cubicBezTo>
                    <a:pt x="7950" y="10958"/>
                    <a:pt x="7932" y="10962"/>
                    <a:pt x="7913" y="10962"/>
                  </a:cubicBezTo>
                  <a:cubicBezTo>
                    <a:pt x="7678" y="11012"/>
                    <a:pt x="7442" y="11056"/>
                    <a:pt x="7210" y="11096"/>
                  </a:cubicBezTo>
                  <a:cubicBezTo>
                    <a:pt x="7159" y="11107"/>
                    <a:pt x="7104" y="11114"/>
                    <a:pt x="7057" y="11125"/>
                  </a:cubicBezTo>
                  <a:cubicBezTo>
                    <a:pt x="6814" y="11165"/>
                    <a:pt x="6575" y="11201"/>
                    <a:pt x="6339" y="11234"/>
                  </a:cubicBezTo>
                  <a:lnTo>
                    <a:pt x="6245" y="11248"/>
                  </a:lnTo>
                  <a:cubicBezTo>
                    <a:pt x="5969" y="11284"/>
                    <a:pt x="5697" y="11310"/>
                    <a:pt x="5432" y="11332"/>
                  </a:cubicBezTo>
                  <a:cubicBezTo>
                    <a:pt x="5406" y="11332"/>
                    <a:pt x="5381" y="11339"/>
                    <a:pt x="5356" y="11339"/>
                  </a:cubicBezTo>
                  <a:cubicBezTo>
                    <a:pt x="5214" y="11346"/>
                    <a:pt x="5080" y="11357"/>
                    <a:pt x="4942" y="11361"/>
                  </a:cubicBezTo>
                  <a:cubicBezTo>
                    <a:pt x="4888" y="11364"/>
                    <a:pt x="4829" y="11364"/>
                    <a:pt x="4775" y="11364"/>
                  </a:cubicBezTo>
                  <a:cubicBezTo>
                    <a:pt x="4670" y="11368"/>
                    <a:pt x="4565" y="11368"/>
                    <a:pt x="4467" y="11368"/>
                  </a:cubicBezTo>
                  <a:lnTo>
                    <a:pt x="4245" y="11368"/>
                  </a:lnTo>
                  <a:cubicBezTo>
                    <a:pt x="4180" y="11368"/>
                    <a:pt x="4111" y="11368"/>
                    <a:pt x="4049" y="11364"/>
                  </a:cubicBezTo>
                  <a:cubicBezTo>
                    <a:pt x="3973" y="11361"/>
                    <a:pt x="3901" y="11361"/>
                    <a:pt x="3828" y="11357"/>
                  </a:cubicBezTo>
                  <a:cubicBezTo>
                    <a:pt x="3763" y="11350"/>
                    <a:pt x="3701" y="11350"/>
                    <a:pt x="3639" y="11346"/>
                  </a:cubicBezTo>
                  <a:cubicBezTo>
                    <a:pt x="3567" y="11342"/>
                    <a:pt x="3494" y="11332"/>
                    <a:pt x="3422" y="11328"/>
                  </a:cubicBezTo>
                  <a:cubicBezTo>
                    <a:pt x="3364" y="11324"/>
                    <a:pt x="3306" y="11321"/>
                    <a:pt x="3248" y="11310"/>
                  </a:cubicBezTo>
                  <a:cubicBezTo>
                    <a:pt x="3175" y="11303"/>
                    <a:pt x="3106" y="11292"/>
                    <a:pt x="3034" y="11284"/>
                  </a:cubicBezTo>
                  <a:cubicBezTo>
                    <a:pt x="2979" y="11274"/>
                    <a:pt x="2921" y="11270"/>
                    <a:pt x="2867" y="11259"/>
                  </a:cubicBezTo>
                  <a:cubicBezTo>
                    <a:pt x="2794" y="11248"/>
                    <a:pt x="2725" y="11234"/>
                    <a:pt x="2656" y="11219"/>
                  </a:cubicBezTo>
                  <a:cubicBezTo>
                    <a:pt x="2605" y="11212"/>
                    <a:pt x="2551" y="11201"/>
                    <a:pt x="2504" y="11186"/>
                  </a:cubicBezTo>
                  <a:cubicBezTo>
                    <a:pt x="2431" y="11176"/>
                    <a:pt x="2362" y="11157"/>
                    <a:pt x="2293" y="11139"/>
                  </a:cubicBezTo>
                  <a:cubicBezTo>
                    <a:pt x="2250" y="11125"/>
                    <a:pt x="2203" y="11114"/>
                    <a:pt x="2159" y="11103"/>
                  </a:cubicBezTo>
                  <a:cubicBezTo>
                    <a:pt x="2079" y="11078"/>
                    <a:pt x="2014" y="11056"/>
                    <a:pt x="1941" y="11034"/>
                  </a:cubicBezTo>
                  <a:cubicBezTo>
                    <a:pt x="1905" y="11020"/>
                    <a:pt x="1869" y="11012"/>
                    <a:pt x="1833" y="11001"/>
                  </a:cubicBezTo>
                  <a:cubicBezTo>
                    <a:pt x="1727" y="10965"/>
                    <a:pt x="1622" y="10925"/>
                    <a:pt x="1524" y="10885"/>
                  </a:cubicBezTo>
                  <a:cubicBezTo>
                    <a:pt x="733" y="10548"/>
                    <a:pt x="229" y="10062"/>
                    <a:pt x="0" y="9474"/>
                  </a:cubicBezTo>
                  <a:lnTo>
                    <a:pt x="1270" y="12239"/>
                  </a:lnTo>
                  <a:cubicBezTo>
                    <a:pt x="1506" y="12830"/>
                    <a:pt x="2003" y="13316"/>
                    <a:pt x="2794" y="13650"/>
                  </a:cubicBezTo>
                  <a:cubicBezTo>
                    <a:pt x="2892" y="13690"/>
                    <a:pt x="2997" y="13734"/>
                    <a:pt x="3102" y="13770"/>
                  </a:cubicBezTo>
                  <a:cubicBezTo>
                    <a:pt x="3139" y="13781"/>
                    <a:pt x="3175" y="13792"/>
                    <a:pt x="3215" y="13806"/>
                  </a:cubicBezTo>
                  <a:cubicBezTo>
                    <a:pt x="3287" y="13828"/>
                    <a:pt x="3356" y="13850"/>
                    <a:pt x="3433" y="13871"/>
                  </a:cubicBezTo>
                  <a:cubicBezTo>
                    <a:pt x="3476" y="13886"/>
                    <a:pt x="3527" y="13897"/>
                    <a:pt x="3574" y="13908"/>
                  </a:cubicBezTo>
                  <a:cubicBezTo>
                    <a:pt x="3639" y="13926"/>
                    <a:pt x="3708" y="13944"/>
                    <a:pt x="3781" y="13958"/>
                  </a:cubicBezTo>
                  <a:cubicBezTo>
                    <a:pt x="3832" y="13969"/>
                    <a:pt x="3886" y="13977"/>
                    <a:pt x="3941" y="13991"/>
                  </a:cubicBezTo>
                  <a:cubicBezTo>
                    <a:pt x="4010" y="14006"/>
                    <a:pt x="4075" y="14017"/>
                    <a:pt x="4147" y="14027"/>
                  </a:cubicBezTo>
                  <a:cubicBezTo>
                    <a:pt x="4202" y="14035"/>
                    <a:pt x="4263" y="14046"/>
                    <a:pt x="4318" y="14049"/>
                  </a:cubicBezTo>
                  <a:cubicBezTo>
                    <a:pt x="4383" y="14060"/>
                    <a:pt x="4456" y="14067"/>
                    <a:pt x="4528" y="14078"/>
                  </a:cubicBezTo>
                  <a:cubicBezTo>
                    <a:pt x="4590" y="14082"/>
                    <a:pt x="4648" y="14089"/>
                    <a:pt x="4706" y="14096"/>
                  </a:cubicBezTo>
                  <a:cubicBezTo>
                    <a:pt x="4779" y="14100"/>
                    <a:pt x="4851" y="14107"/>
                    <a:pt x="4924" y="14114"/>
                  </a:cubicBezTo>
                  <a:cubicBezTo>
                    <a:pt x="4989" y="14118"/>
                    <a:pt x="5051" y="14122"/>
                    <a:pt x="5116" y="14122"/>
                  </a:cubicBezTo>
                  <a:cubicBezTo>
                    <a:pt x="5189" y="14125"/>
                    <a:pt x="5265" y="14133"/>
                    <a:pt x="5337" y="14133"/>
                  </a:cubicBezTo>
                  <a:cubicBezTo>
                    <a:pt x="5399" y="14133"/>
                    <a:pt x="5468" y="14136"/>
                    <a:pt x="5533" y="14136"/>
                  </a:cubicBezTo>
                  <a:cubicBezTo>
                    <a:pt x="5588" y="14136"/>
                    <a:pt x="5642" y="14140"/>
                    <a:pt x="5697" y="14140"/>
                  </a:cubicBezTo>
                  <a:lnTo>
                    <a:pt x="5755" y="14140"/>
                  </a:lnTo>
                  <a:cubicBezTo>
                    <a:pt x="5853" y="14140"/>
                    <a:pt x="5958" y="14136"/>
                    <a:pt x="6063" y="14136"/>
                  </a:cubicBezTo>
                  <a:cubicBezTo>
                    <a:pt x="6118" y="14136"/>
                    <a:pt x="6172" y="14133"/>
                    <a:pt x="6230" y="14133"/>
                  </a:cubicBezTo>
                  <a:cubicBezTo>
                    <a:pt x="6368" y="14125"/>
                    <a:pt x="6502" y="14118"/>
                    <a:pt x="6644" y="14107"/>
                  </a:cubicBezTo>
                  <a:cubicBezTo>
                    <a:pt x="6665" y="14107"/>
                    <a:pt x="6687" y="14104"/>
                    <a:pt x="6716" y="14104"/>
                  </a:cubicBezTo>
                  <a:lnTo>
                    <a:pt x="6720" y="14104"/>
                  </a:lnTo>
                  <a:cubicBezTo>
                    <a:pt x="6981" y="14085"/>
                    <a:pt x="7253" y="14053"/>
                    <a:pt x="7533" y="14017"/>
                  </a:cubicBezTo>
                  <a:cubicBezTo>
                    <a:pt x="7551" y="14013"/>
                    <a:pt x="7572" y="14013"/>
                    <a:pt x="7591" y="14013"/>
                  </a:cubicBezTo>
                  <a:cubicBezTo>
                    <a:pt x="7601" y="14013"/>
                    <a:pt x="7612" y="14009"/>
                    <a:pt x="7623" y="14009"/>
                  </a:cubicBezTo>
                  <a:cubicBezTo>
                    <a:pt x="7859" y="13977"/>
                    <a:pt x="8099" y="13940"/>
                    <a:pt x="8338" y="13900"/>
                  </a:cubicBezTo>
                  <a:cubicBezTo>
                    <a:pt x="8360" y="13897"/>
                    <a:pt x="8385" y="13897"/>
                    <a:pt x="8411" y="13890"/>
                  </a:cubicBezTo>
                  <a:cubicBezTo>
                    <a:pt x="8440" y="13886"/>
                    <a:pt x="8465" y="13879"/>
                    <a:pt x="8494" y="13871"/>
                  </a:cubicBezTo>
                  <a:cubicBezTo>
                    <a:pt x="8723" y="13831"/>
                    <a:pt x="8958" y="13788"/>
                    <a:pt x="9194" y="13737"/>
                  </a:cubicBezTo>
                  <a:lnTo>
                    <a:pt x="9205" y="13737"/>
                  </a:lnTo>
                  <a:cubicBezTo>
                    <a:pt x="9220" y="13734"/>
                    <a:pt x="9231" y="13734"/>
                    <a:pt x="9241" y="13726"/>
                  </a:cubicBezTo>
                  <a:cubicBezTo>
                    <a:pt x="9459" y="13683"/>
                    <a:pt x="9677" y="13628"/>
                    <a:pt x="9898" y="13574"/>
                  </a:cubicBezTo>
                  <a:cubicBezTo>
                    <a:pt x="9931" y="13563"/>
                    <a:pt x="9956" y="13559"/>
                    <a:pt x="9989" y="13552"/>
                  </a:cubicBezTo>
                  <a:cubicBezTo>
                    <a:pt x="10018" y="13545"/>
                    <a:pt x="10043" y="13538"/>
                    <a:pt x="10065" y="13527"/>
                  </a:cubicBezTo>
                  <a:cubicBezTo>
                    <a:pt x="10297" y="13469"/>
                    <a:pt x="10529" y="13407"/>
                    <a:pt x="10765" y="13338"/>
                  </a:cubicBezTo>
                  <a:cubicBezTo>
                    <a:pt x="10769" y="13338"/>
                    <a:pt x="10776" y="13334"/>
                    <a:pt x="10783" y="13334"/>
                  </a:cubicBezTo>
                  <a:cubicBezTo>
                    <a:pt x="10802" y="13327"/>
                    <a:pt x="10820" y="13320"/>
                    <a:pt x="10841" y="13316"/>
                  </a:cubicBezTo>
                  <a:cubicBezTo>
                    <a:pt x="11059" y="13251"/>
                    <a:pt x="11273" y="13182"/>
                    <a:pt x="11491" y="13117"/>
                  </a:cubicBezTo>
                  <a:cubicBezTo>
                    <a:pt x="11524" y="13106"/>
                    <a:pt x="11556" y="13099"/>
                    <a:pt x="11585" y="13084"/>
                  </a:cubicBezTo>
                  <a:cubicBezTo>
                    <a:pt x="11607" y="13073"/>
                    <a:pt x="11636" y="13066"/>
                    <a:pt x="11658" y="13055"/>
                  </a:cubicBezTo>
                  <a:cubicBezTo>
                    <a:pt x="11897" y="12979"/>
                    <a:pt x="12140" y="12892"/>
                    <a:pt x="12384" y="12808"/>
                  </a:cubicBezTo>
                  <a:cubicBezTo>
                    <a:pt x="12394" y="12801"/>
                    <a:pt x="12402" y="12801"/>
                    <a:pt x="12413" y="12797"/>
                  </a:cubicBezTo>
                  <a:cubicBezTo>
                    <a:pt x="12434" y="12790"/>
                    <a:pt x="12460" y="12779"/>
                    <a:pt x="12485" y="12772"/>
                  </a:cubicBezTo>
                  <a:cubicBezTo>
                    <a:pt x="12721" y="12685"/>
                    <a:pt x="12950" y="12598"/>
                    <a:pt x="13185" y="12504"/>
                  </a:cubicBezTo>
                  <a:cubicBezTo>
                    <a:pt x="13218" y="12489"/>
                    <a:pt x="13247" y="12482"/>
                    <a:pt x="13276" y="12467"/>
                  </a:cubicBezTo>
                  <a:cubicBezTo>
                    <a:pt x="13291" y="12464"/>
                    <a:pt x="13305" y="12453"/>
                    <a:pt x="13320" y="12449"/>
                  </a:cubicBezTo>
                  <a:cubicBezTo>
                    <a:pt x="13584" y="12340"/>
                    <a:pt x="13853" y="12231"/>
                    <a:pt x="14118" y="12112"/>
                  </a:cubicBezTo>
                  <a:cubicBezTo>
                    <a:pt x="14143" y="12104"/>
                    <a:pt x="14165" y="12090"/>
                    <a:pt x="14194" y="12083"/>
                  </a:cubicBezTo>
                  <a:cubicBezTo>
                    <a:pt x="14216" y="12072"/>
                    <a:pt x="14238" y="12057"/>
                    <a:pt x="14263" y="12050"/>
                  </a:cubicBezTo>
                  <a:cubicBezTo>
                    <a:pt x="14557" y="11919"/>
                    <a:pt x="14851" y="11782"/>
                    <a:pt x="15141" y="11640"/>
                  </a:cubicBezTo>
                  <a:cubicBezTo>
                    <a:pt x="15159" y="11633"/>
                    <a:pt x="15181" y="11622"/>
                    <a:pt x="15199" y="11615"/>
                  </a:cubicBezTo>
                  <a:cubicBezTo>
                    <a:pt x="15217" y="11604"/>
                    <a:pt x="15243" y="11593"/>
                    <a:pt x="15261" y="11582"/>
                  </a:cubicBezTo>
                  <a:cubicBezTo>
                    <a:pt x="15613" y="11404"/>
                    <a:pt x="15968" y="11223"/>
                    <a:pt x="16313" y="11034"/>
                  </a:cubicBezTo>
                  <a:cubicBezTo>
                    <a:pt x="16331" y="11023"/>
                    <a:pt x="16353" y="11012"/>
                    <a:pt x="16371" y="11001"/>
                  </a:cubicBezTo>
                  <a:cubicBezTo>
                    <a:pt x="16389" y="10994"/>
                    <a:pt x="16407" y="10980"/>
                    <a:pt x="16425" y="10969"/>
                  </a:cubicBezTo>
                  <a:cubicBezTo>
                    <a:pt x="16668" y="10835"/>
                    <a:pt x="16915" y="10693"/>
                    <a:pt x="17158" y="10548"/>
                  </a:cubicBezTo>
                  <a:lnTo>
                    <a:pt x="17296" y="10468"/>
                  </a:lnTo>
                  <a:cubicBezTo>
                    <a:pt x="17546" y="10316"/>
                    <a:pt x="17793" y="10160"/>
                    <a:pt x="18040" y="10000"/>
                  </a:cubicBezTo>
                  <a:cubicBezTo>
                    <a:pt x="18065" y="9982"/>
                    <a:pt x="18098" y="9964"/>
                    <a:pt x="18127" y="9946"/>
                  </a:cubicBezTo>
                  <a:cubicBezTo>
                    <a:pt x="18218" y="9888"/>
                    <a:pt x="18305" y="9822"/>
                    <a:pt x="18396" y="9761"/>
                  </a:cubicBezTo>
                  <a:cubicBezTo>
                    <a:pt x="18530" y="9663"/>
                    <a:pt x="18671" y="9572"/>
                    <a:pt x="18802" y="9478"/>
                  </a:cubicBezTo>
                  <a:cubicBezTo>
                    <a:pt x="18907" y="9405"/>
                    <a:pt x="19001" y="9329"/>
                    <a:pt x="19103" y="9256"/>
                  </a:cubicBezTo>
                  <a:cubicBezTo>
                    <a:pt x="19223" y="9166"/>
                    <a:pt x="19350" y="9071"/>
                    <a:pt x="19469" y="8981"/>
                  </a:cubicBezTo>
                  <a:cubicBezTo>
                    <a:pt x="19564" y="8901"/>
                    <a:pt x="19658" y="8828"/>
                    <a:pt x="19749" y="8752"/>
                  </a:cubicBezTo>
                  <a:cubicBezTo>
                    <a:pt x="19861" y="8661"/>
                    <a:pt x="19977" y="8571"/>
                    <a:pt x="20086" y="8480"/>
                  </a:cubicBezTo>
                  <a:cubicBezTo>
                    <a:pt x="20177" y="8404"/>
                    <a:pt x="20264" y="8327"/>
                    <a:pt x="20348" y="8248"/>
                  </a:cubicBezTo>
                  <a:cubicBezTo>
                    <a:pt x="20453" y="8157"/>
                    <a:pt x="20554" y="8066"/>
                    <a:pt x="20649" y="7975"/>
                  </a:cubicBezTo>
                  <a:cubicBezTo>
                    <a:pt x="20670" y="7954"/>
                    <a:pt x="20696" y="7932"/>
                    <a:pt x="20721" y="7914"/>
                  </a:cubicBezTo>
                  <a:cubicBezTo>
                    <a:pt x="20837" y="7801"/>
                    <a:pt x="20950" y="7692"/>
                    <a:pt x="21059" y="7576"/>
                  </a:cubicBezTo>
                  <a:lnTo>
                    <a:pt x="21128" y="7511"/>
                  </a:lnTo>
                  <a:cubicBezTo>
                    <a:pt x="21265" y="7370"/>
                    <a:pt x="21396" y="7232"/>
                    <a:pt x="21519" y="7094"/>
                  </a:cubicBezTo>
                  <a:cubicBezTo>
                    <a:pt x="21527" y="7079"/>
                    <a:pt x="21541" y="7068"/>
                    <a:pt x="21548" y="7058"/>
                  </a:cubicBezTo>
                  <a:cubicBezTo>
                    <a:pt x="21639" y="6956"/>
                    <a:pt x="21726" y="6851"/>
                    <a:pt x="21810" y="6753"/>
                  </a:cubicBezTo>
                  <a:cubicBezTo>
                    <a:pt x="21835" y="6716"/>
                    <a:pt x="21864" y="6684"/>
                    <a:pt x="21890" y="6648"/>
                  </a:cubicBezTo>
                  <a:cubicBezTo>
                    <a:pt x="21929" y="6597"/>
                    <a:pt x="21966" y="6553"/>
                    <a:pt x="22002" y="6502"/>
                  </a:cubicBezTo>
                  <a:cubicBezTo>
                    <a:pt x="22085" y="6397"/>
                    <a:pt x="22158" y="6296"/>
                    <a:pt x="22231" y="6194"/>
                  </a:cubicBezTo>
                  <a:cubicBezTo>
                    <a:pt x="22263" y="6154"/>
                    <a:pt x="22292" y="6107"/>
                    <a:pt x="22321" y="6067"/>
                  </a:cubicBezTo>
                  <a:lnTo>
                    <a:pt x="22361" y="6013"/>
                  </a:lnTo>
                  <a:cubicBezTo>
                    <a:pt x="22437" y="5897"/>
                    <a:pt x="22506" y="5780"/>
                    <a:pt x="22575" y="5668"/>
                  </a:cubicBezTo>
                  <a:cubicBezTo>
                    <a:pt x="22590" y="5643"/>
                    <a:pt x="22601" y="5617"/>
                    <a:pt x="22619" y="5592"/>
                  </a:cubicBezTo>
                  <a:cubicBezTo>
                    <a:pt x="22651" y="5534"/>
                    <a:pt x="22688" y="5472"/>
                    <a:pt x="22720" y="5418"/>
                  </a:cubicBezTo>
                  <a:cubicBezTo>
                    <a:pt x="22757" y="5345"/>
                    <a:pt x="22793" y="5280"/>
                    <a:pt x="22826" y="5211"/>
                  </a:cubicBezTo>
                  <a:cubicBezTo>
                    <a:pt x="22829" y="5200"/>
                    <a:pt x="22833" y="5193"/>
                    <a:pt x="22836" y="5178"/>
                  </a:cubicBezTo>
                  <a:cubicBezTo>
                    <a:pt x="22880" y="5087"/>
                    <a:pt x="22920" y="5000"/>
                    <a:pt x="22956" y="4910"/>
                  </a:cubicBezTo>
                  <a:lnTo>
                    <a:pt x="22982" y="4830"/>
                  </a:lnTo>
                  <a:cubicBezTo>
                    <a:pt x="23014" y="4754"/>
                    <a:pt x="23036" y="4674"/>
                    <a:pt x="23065" y="4598"/>
                  </a:cubicBezTo>
                  <a:cubicBezTo>
                    <a:pt x="23080" y="4554"/>
                    <a:pt x="23098" y="4507"/>
                    <a:pt x="23109" y="4463"/>
                  </a:cubicBezTo>
                  <a:cubicBezTo>
                    <a:pt x="23119" y="4434"/>
                    <a:pt x="23119" y="4413"/>
                    <a:pt x="23127" y="4384"/>
                  </a:cubicBezTo>
                  <a:cubicBezTo>
                    <a:pt x="23145" y="4318"/>
                    <a:pt x="23159" y="4253"/>
                    <a:pt x="23174" y="4184"/>
                  </a:cubicBezTo>
                  <a:cubicBezTo>
                    <a:pt x="23181" y="4140"/>
                    <a:pt x="23196" y="4093"/>
                    <a:pt x="23207" y="4050"/>
                  </a:cubicBezTo>
                  <a:cubicBezTo>
                    <a:pt x="23210" y="4021"/>
                    <a:pt x="23210" y="3995"/>
                    <a:pt x="23214" y="3966"/>
                  </a:cubicBezTo>
                  <a:cubicBezTo>
                    <a:pt x="23225" y="3908"/>
                    <a:pt x="23228" y="3850"/>
                    <a:pt x="23232" y="3792"/>
                  </a:cubicBezTo>
                  <a:cubicBezTo>
                    <a:pt x="23236" y="3749"/>
                    <a:pt x="23243" y="3709"/>
                    <a:pt x="23243" y="3669"/>
                  </a:cubicBezTo>
                  <a:cubicBezTo>
                    <a:pt x="23243" y="3636"/>
                    <a:pt x="23239" y="3611"/>
                    <a:pt x="23239" y="3578"/>
                  </a:cubicBezTo>
                  <a:cubicBezTo>
                    <a:pt x="23239" y="3524"/>
                    <a:pt x="23232" y="3469"/>
                    <a:pt x="23228" y="3411"/>
                  </a:cubicBezTo>
                  <a:cubicBezTo>
                    <a:pt x="23210" y="3382"/>
                    <a:pt x="23214" y="3346"/>
                    <a:pt x="23210" y="331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1442038" y="1107539"/>
              <a:ext cx="735921" cy="438941"/>
            </a:xfrm>
            <a:custGeom>
              <a:avLst/>
              <a:gdLst/>
              <a:ahLst/>
              <a:cxnLst/>
              <a:rect l="l" t="t" r="r" b="b"/>
              <a:pathLst>
                <a:path w="25246" h="15058" extrusionOk="0">
                  <a:moveTo>
                    <a:pt x="22006" y="1375"/>
                  </a:moveTo>
                  <a:cubicBezTo>
                    <a:pt x="18773" y="0"/>
                    <a:pt x="11930" y="1640"/>
                    <a:pt x="6756" y="5033"/>
                  </a:cubicBezTo>
                  <a:cubicBezTo>
                    <a:pt x="1579" y="8425"/>
                    <a:pt x="1" y="12300"/>
                    <a:pt x="3237" y="13679"/>
                  </a:cubicBezTo>
                  <a:cubicBezTo>
                    <a:pt x="6470" y="15057"/>
                    <a:pt x="13313" y="13417"/>
                    <a:pt x="18487" y="10025"/>
                  </a:cubicBezTo>
                  <a:cubicBezTo>
                    <a:pt x="23664" y="6633"/>
                    <a:pt x="25246" y="2754"/>
                    <a:pt x="22006" y="1375"/>
                  </a:cubicBezTo>
                  <a:close/>
                  <a:moveTo>
                    <a:pt x="15693" y="8835"/>
                  </a:moveTo>
                  <a:cubicBezTo>
                    <a:pt x="12743" y="10769"/>
                    <a:pt x="8970" y="11756"/>
                    <a:pt x="7272" y="11037"/>
                  </a:cubicBezTo>
                  <a:cubicBezTo>
                    <a:pt x="5574" y="10315"/>
                    <a:pt x="6600" y="8156"/>
                    <a:pt x="9547" y="6223"/>
                  </a:cubicBezTo>
                  <a:cubicBezTo>
                    <a:pt x="12496" y="4292"/>
                    <a:pt x="16273" y="3302"/>
                    <a:pt x="17971" y="4024"/>
                  </a:cubicBezTo>
                  <a:cubicBezTo>
                    <a:pt x="19666" y="4746"/>
                    <a:pt x="18643" y="6905"/>
                    <a:pt x="15693" y="883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4" name="Google Shape;494;p28"/>
          <p:cNvSpPr txBox="1">
            <a:spLocks noGrp="1"/>
          </p:cNvSpPr>
          <p:nvPr>
            <p:ph type="subTitle" idx="1"/>
          </p:nvPr>
        </p:nvSpPr>
        <p:spPr>
          <a:xfrm>
            <a:off x="2591400" y="1660124"/>
            <a:ext cx="4799700" cy="45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5" name="Google Shape;495;p28"/>
          <p:cNvSpPr txBox="1">
            <a:spLocks noGrp="1"/>
          </p:cNvSpPr>
          <p:nvPr>
            <p:ph type="subTitle" idx="2"/>
          </p:nvPr>
        </p:nvSpPr>
        <p:spPr>
          <a:xfrm>
            <a:off x="2591400" y="2727499"/>
            <a:ext cx="4799700" cy="45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6" name="Google Shape;496;p28"/>
          <p:cNvSpPr txBox="1">
            <a:spLocks noGrp="1"/>
          </p:cNvSpPr>
          <p:nvPr>
            <p:ph type="subTitle" idx="3"/>
          </p:nvPr>
        </p:nvSpPr>
        <p:spPr>
          <a:xfrm>
            <a:off x="2591400" y="3794725"/>
            <a:ext cx="4799700" cy="45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7" name="Google Shape;497;p28"/>
          <p:cNvSpPr txBox="1">
            <a:spLocks noGrp="1"/>
          </p:cNvSpPr>
          <p:nvPr>
            <p:ph type="subTitle" idx="4"/>
          </p:nvPr>
        </p:nvSpPr>
        <p:spPr>
          <a:xfrm>
            <a:off x="2591400" y="1276025"/>
            <a:ext cx="47997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8"/>
          <p:cNvSpPr txBox="1">
            <a:spLocks noGrp="1"/>
          </p:cNvSpPr>
          <p:nvPr>
            <p:ph type="subTitle" idx="5"/>
          </p:nvPr>
        </p:nvSpPr>
        <p:spPr>
          <a:xfrm>
            <a:off x="2591400" y="2343331"/>
            <a:ext cx="47997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28"/>
          <p:cNvSpPr txBox="1">
            <a:spLocks noGrp="1"/>
          </p:cNvSpPr>
          <p:nvPr>
            <p:ph type="subTitle" idx="6"/>
          </p:nvPr>
        </p:nvSpPr>
        <p:spPr>
          <a:xfrm>
            <a:off x="2591400" y="3410637"/>
            <a:ext cx="47997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31"/>
          <p:cNvGrpSpPr/>
          <p:nvPr/>
        </p:nvGrpSpPr>
        <p:grpSpPr>
          <a:xfrm>
            <a:off x="194005" y="4680658"/>
            <a:ext cx="2723273" cy="155452"/>
            <a:chOff x="2434537" y="2460245"/>
            <a:chExt cx="2020532" cy="113510"/>
          </a:xfrm>
        </p:grpSpPr>
        <p:sp>
          <p:nvSpPr>
            <p:cNvPr id="556" name="Google Shape;556;p31"/>
            <p:cNvSpPr/>
            <p:nvPr/>
          </p:nvSpPr>
          <p:spPr>
            <a:xfrm>
              <a:off x="2675549" y="2460245"/>
              <a:ext cx="1779520" cy="113510"/>
            </a:xfrm>
            <a:custGeom>
              <a:avLst/>
              <a:gdLst/>
              <a:ahLst/>
              <a:cxnLst/>
              <a:rect l="l" t="t" r="r" b="b"/>
              <a:pathLst>
                <a:path w="61047" h="3894" extrusionOk="0">
                  <a:moveTo>
                    <a:pt x="1" y="0"/>
                  </a:moveTo>
                  <a:lnTo>
                    <a:pt x="61046" y="0"/>
                  </a:lnTo>
                  <a:lnTo>
                    <a:pt x="61046" y="3893"/>
                  </a:lnTo>
                  <a:lnTo>
                    <a:pt x="1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2434537" y="2460245"/>
              <a:ext cx="127473" cy="113510"/>
            </a:xfrm>
            <a:custGeom>
              <a:avLst/>
              <a:gdLst/>
              <a:ahLst/>
              <a:cxnLst/>
              <a:rect l="l" t="t" r="r" b="b"/>
              <a:pathLst>
                <a:path w="4373" h="3894" extrusionOk="0">
                  <a:moveTo>
                    <a:pt x="0" y="0"/>
                  </a:moveTo>
                  <a:lnTo>
                    <a:pt x="4372" y="0"/>
                  </a:lnTo>
                  <a:lnTo>
                    <a:pt x="4372" y="3893"/>
                  </a:lnTo>
                  <a:lnTo>
                    <a:pt x="0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31"/>
          <p:cNvSpPr/>
          <p:nvPr/>
        </p:nvSpPr>
        <p:spPr>
          <a:xfrm>
            <a:off x="322537" y="341614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1"/>
          <p:cNvSpPr/>
          <p:nvPr/>
        </p:nvSpPr>
        <p:spPr>
          <a:xfrm>
            <a:off x="5660284" y="98571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31"/>
          <p:cNvSpPr/>
          <p:nvPr/>
        </p:nvSpPr>
        <p:spPr>
          <a:xfrm>
            <a:off x="67369" y="2540131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1"/>
          <p:cNvSpPr/>
          <p:nvPr/>
        </p:nvSpPr>
        <p:spPr>
          <a:xfrm>
            <a:off x="7285406" y="43512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1"/>
          <p:cNvSpPr/>
          <p:nvPr/>
        </p:nvSpPr>
        <p:spPr>
          <a:xfrm>
            <a:off x="8323956" y="10081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1"/>
          <p:cNvSpPr/>
          <p:nvPr/>
        </p:nvSpPr>
        <p:spPr>
          <a:xfrm>
            <a:off x="-250167" y="1440938"/>
            <a:ext cx="484647" cy="484620"/>
          </a:xfrm>
          <a:custGeom>
            <a:avLst/>
            <a:gdLst/>
            <a:ahLst/>
            <a:cxnLst/>
            <a:rect l="l" t="t" r="r" b="b"/>
            <a:pathLst>
              <a:path w="12635" h="12631" extrusionOk="0">
                <a:moveTo>
                  <a:pt x="6317" y="9321"/>
                </a:moveTo>
                <a:lnTo>
                  <a:pt x="9634" y="12630"/>
                </a:lnTo>
                <a:lnTo>
                  <a:pt x="12634" y="9633"/>
                </a:lnTo>
                <a:lnTo>
                  <a:pt x="9318" y="6317"/>
                </a:lnTo>
                <a:lnTo>
                  <a:pt x="12634" y="3005"/>
                </a:lnTo>
                <a:lnTo>
                  <a:pt x="9634" y="0"/>
                </a:lnTo>
                <a:lnTo>
                  <a:pt x="6317" y="3317"/>
                </a:lnTo>
                <a:lnTo>
                  <a:pt x="3001" y="0"/>
                </a:lnTo>
                <a:lnTo>
                  <a:pt x="1" y="3005"/>
                </a:lnTo>
                <a:lnTo>
                  <a:pt x="3313" y="6317"/>
                </a:lnTo>
                <a:lnTo>
                  <a:pt x="1" y="9633"/>
                </a:lnTo>
                <a:lnTo>
                  <a:pt x="3001" y="1263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31"/>
          <p:cNvSpPr/>
          <p:nvPr/>
        </p:nvSpPr>
        <p:spPr>
          <a:xfrm>
            <a:off x="8537746" y="2362638"/>
            <a:ext cx="372134" cy="329192"/>
          </a:xfrm>
          <a:custGeom>
            <a:avLst/>
            <a:gdLst/>
            <a:ahLst/>
            <a:cxnLst/>
            <a:rect l="l" t="t" r="r" b="b"/>
            <a:pathLst>
              <a:path w="16238" h="14347" extrusionOk="0">
                <a:moveTo>
                  <a:pt x="16237" y="0"/>
                </a:moveTo>
                <a:lnTo>
                  <a:pt x="12424" y="7169"/>
                </a:lnTo>
                <a:lnTo>
                  <a:pt x="8603" y="14346"/>
                </a:lnTo>
                <a:lnTo>
                  <a:pt x="4300" y="7452"/>
                </a:lnTo>
                <a:lnTo>
                  <a:pt x="1" y="562"/>
                </a:lnTo>
                <a:lnTo>
                  <a:pt x="8121" y="27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5" name="Google Shape;565;p31"/>
          <p:cNvGrpSpPr/>
          <p:nvPr/>
        </p:nvGrpSpPr>
        <p:grpSpPr>
          <a:xfrm>
            <a:off x="-557646" y="533019"/>
            <a:ext cx="10197404" cy="4704038"/>
            <a:chOff x="-557646" y="533019"/>
            <a:chExt cx="10197404" cy="4704038"/>
          </a:xfrm>
        </p:grpSpPr>
        <p:sp>
          <p:nvSpPr>
            <p:cNvPr id="566" name="Google Shape;566;p31"/>
            <p:cNvSpPr/>
            <p:nvPr/>
          </p:nvSpPr>
          <p:spPr>
            <a:xfrm>
              <a:off x="1254881" y="3255788"/>
              <a:ext cx="512513" cy="518647"/>
            </a:xfrm>
            <a:custGeom>
              <a:avLst/>
              <a:gdLst/>
              <a:ahLst/>
              <a:cxnLst/>
              <a:rect l="l" t="t" r="r" b="b"/>
              <a:pathLst>
                <a:path w="3927" h="3974" extrusionOk="0">
                  <a:moveTo>
                    <a:pt x="546" y="2005"/>
                  </a:moveTo>
                  <a:lnTo>
                    <a:pt x="1602" y="1388"/>
                  </a:lnTo>
                  <a:lnTo>
                    <a:pt x="3926" y="0"/>
                  </a:lnTo>
                  <a:lnTo>
                    <a:pt x="2657" y="3309"/>
                  </a:lnTo>
                  <a:lnTo>
                    <a:pt x="1187" y="3973"/>
                  </a:lnTo>
                  <a:cubicBezTo>
                    <a:pt x="724" y="3890"/>
                    <a:pt x="511" y="3653"/>
                    <a:pt x="273" y="3084"/>
                  </a:cubicBezTo>
                  <a:cubicBezTo>
                    <a:pt x="1" y="2515"/>
                    <a:pt x="546" y="2005"/>
                    <a:pt x="546" y="2005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1"/>
            <p:cNvSpPr/>
            <p:nvPr/>
          </p:nvSpPr>
          <p:spPr>
            <a:xfrm>
              <a:off x="-557646" y="2059269"/>
              <a:ext cx="2746061" cy="3177788"/>
            </a:xfrm>
            <a:custGeom>
              <a:avLst/>
              <a:gdLst/>
              <a:ahLst/>
              <a:cxnLst/>
              <a:rect l="l" t="t" r="r" b="b"/>
              <a:pathLst>
                <a:path w="21041" h="24349" extrusionOk="0">
                  <a:moveTo>
                    <a:pt x="19653" y="2088"/>
                  </a:moveTo>
                  <a:lnTo>
                    <a:pt x="19676" y="5777"/>
                  </a:lnTo>
                  <a:cubicBezTo>
                    <a:pt x="19202" y="5788"/>
                    <a:pt x="19024" y="6524"/>
                    <a:pt x="18929" y="6879"/>
                  </a:cubicBezTo>
                  <a:cubicBezTo>
                    <a:pt x="18739" y="7627"/>
                    <a:pt x="18822" y="8077"/>
                    <a:pt x="17957" y="8338"/>
                  </a:cubicBezTo>
                  <a:cubicBezTo>
                    <a:pt x="16854" y="8682"/>
                    <a:pt x="15763" y="9014"/>
                    <a:pt x="14660" y="9346"/>
                  </a:cubicBezTo>
                  <a:cubicBezTo>
                    <a:pt x="14458" y="9406"/>
                    <a:pt x="14245" y="9465"/>
                    <a:pt x="14078" y="9607"/>
                  </a:cubicBezTo>
                  <a:cubicBezTo>
                    <a:pt x="13770" y="9821"/>
                    <a:pt x="13592" y="10200"/>
                    <a:pt x="13474" y="10556"/>
                  </a:cubicBezTo>
                  <a:cubicBezTo>
                    <a:pt x="13308" y="11054"/>
                    <a:pt x="13236" y="11588"/>
                    <a:pt x="13225" y="12121"/>
                  </a:cubicBezTo>
                  <a:cubicBezTo>
                    <a:pt x="13142" y="13817"/>
                    <a:pt x="13948" y="13556"/>
                    <a:pt x="14731" y="15074"/>
                  </a:cubicBezTo>
                  <a:cubicBezTo>
                    <a:pt x="15300" y="16154"/>
                    <a:pt x="11884" y="18455"/>
                    <a:pt x="11552" y="19368"/>
                  </a:cubicBezTo>
                  <a:cubicBezTo>
                    <a:pt x="10959" y="20909"/>
                    <a:pt x="10497" y="22439"/>
                    <a:pt x="9904" y="23993"/>
                  </a:cubicBezTo>
                  <a:lnTo>
                    <a:pt x="1" y="24349"/>
                  </a:lnTo>
                  <a:cubicBezTo>
                    <a:pt x="1" y="24349"/>
                    <a:pt x="6121" y="16438"/>
                    <a:pt x="6547" y="15869"/>
                  </a:cubicBezTo>
                  <a:cubicBezTo>
                    <a:pt x="6986" y="15312"/>
                    <a:pt x="8623" y="10354"/>
                    <a:pt x="8623" y="10354"/>
                  </a:cubicBezTo>
                  <a:cubicBezTo>
                    <a:pt x="8623" y="10354"/>
                    <a:pt x="9145" y="7247"/>
                    <a:pt x="9299" y="6879"/>
                  </a:cubicBezTo>
                  <a:cubicBezTo>
                    <a:pt x="9441" y="6500"/>
                    <a:pt x="11647" y="4092"/>
                    <a:pt x="11647" y="4092"/>
                  </a:cubicBezTo>
                  <a:lnTo>
                    <a:pt x="13402" y="1317"/>
                  </a:lnTo>
                  <a:lnTo>
                    <a:pt x="17921" y="36"/>
                  </a:lnTo>
                  <a:cubicBezTo>
                    <a:pt x="17921" y="36"/>
                    <a:pt x="20981" y="1"/>
                    <a:pt x="20993" y="511"/>
                  </a:cubicBezTo>
                  <a:cubicBezTo>
                    <a:pt x="21040" y="1958"/>
                    <a:pt x="20281" y="1721"/>
                    <a:pt x="19653" y="2088"/>
                  </a:cubicBezTo>
                  <a:close/>
                </a:path>
              </a:pathLst>
            </a:custGeom>
            <a:solidFill>
              <a:srgbClr val="F8A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1"/>
            <p:cNvSpPr/>
            <p:nvPr/>
          </p:nvSpPr>
          <p:spPr>
            <a:xfrm>
              <a:off x="891149" y="2501960"/>
              <a:ext cx="628536" cy="769356"/>
            </a:xfrm>
            <a:custGeom>
              <a:avLst/>
              <a:gdLst/>
              <a:ahLst/>
              <a:cxnLst/>
              <a:rect l="l" t="t" r="r" b="b"/>
              <a:pathLst>
                <a:path w="4816" h="5895" extrusionOk="0">
                  <a:moveTo>
                    <a:pt x="1" y="5895"/>
                  </a:moveTo>
                  <a:lnTo>
                    <a:pt x="1756" y="2100"/>
                  </a:lnTo>
                  <a:lnTo>
                    <a:pt x="4816" y="1"/>
                  </a:lnTo>
                  <a:lnTo>
                    <a:pt x="3843" y="3072"/>
                  </a:ln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1"/>
            <p:cNvSpPr/>
            <p:nvPr/>
          </p:nvSpPr>
          <p:spPr>
            <a:xfrm>
              <a:off x="1341540" y="2899756"/>
              <a:ext cx="452087" cy="707495"/>
            </a:xfrm>
            <a:custGeom>
              <a:avLst/>
              <a:gdLst/>
              <a:ahLst/>
              <a:cxnLst/>
              <a:rect l="l" t="t" r="r" b="b"/>
              <a:pathLst>
                <a:path w="3464" h="5421" extrusionOk="0">
                  <a:moveTo>
                    <a:pt x="867" y="2218"/>
                  </a:moveTo>
                  <a:lnTo>
                    <a:pt x="1388" y="428"/>
                  </a:lnTo>
                  <a:lnTo>
                    <a:pt x="1780" y="902"/>
                  </a:lnTo>
                  <a:lnTo>
                    <a:pt x="3464" y="1"/>
                  </a:lnTo>
                  <a:lnTo>
                    <a:pt x="3428" y="2384"/>
                  </a:lnTo>
                  <a:lnTo>
                    <a:pt x="1471" y="5254"/>
                  </a:lnTo>
                  <a:cubicBezTo>
                    <a:pt x="1021" y="5421"/>
                    <a:pt x="463" y="4851"/>
                    <a:pt x="238" y="4211"/>
                  </a:cubicBezTo>
                  <a:cubicBezTo>
                    <a:pt x="1" y="3547"/>
                    <a:pt x="867" y="2218"/>
                    <a:pt x="867" y="2218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1"/>
            <p:cNvSpPr/>
            <p:nvPr/>
          </p:nvSpPr>
          <p:spPr>
            <a:xfrm>
              <a:off x="6965086" y="2059269"/>
              <a:ext cx="2674672" cy="3131326"/>
            </a:xfrm>
            <a:custGeom>
              <a:avLst/>
              <a:gdLst/>
              <a:ahLst/>
              <a:cxnLst/>
              <a:rect l="l" t="t" r="r" b="b"/>
              <a:pathLst>
                <a:path w="20494" h="23993" extrusionOk="0">
                  <a:moveTo>
                    <a:pt x="1364" y="2088"/>
                  </a:moveTo>
                  <a:lnTo>
                    <a:pt x="1352" y="5777"/>
                  </a:lnTo>
                  <a:cubicBezTo>
                    <a:pt x="1827" y="5788"/>
                    <a:pt x="2004" y="6524"/>
                    <a:pt x="2087" y="6879"/>
                  </a:cubicBezTo>
                  <a:cubicBezTo>
                    <a:pt x="2277" y="7627"/>
                    <a:pt x="2194" y="8077"/>
                    <a:pt x="3072" y="8338"/>
                  </a:cubicBezTo>
                  <a:cubicBezTo>
                    <a:pt x="4163" y="8682"/>
                    <a:pt x="5266" y="9014"/>
                    <a:pt x="6357" y="9346"/>
                  </a:cubicBezTo>
                  <a:cubicBezTo>
                    <a:pt x="6570" y="9406"/>
                    <a:pt x="6772" y="9465"/>
                    <a:pt x="6938" y="9607"/>
                  </a:cubicBezTo>
                  <a:cubicBezTo>
                    <a:pt x="7247" y="9821"/>
                    <a:pt x="7424" y="10200"/>
                    <a:pt x="7543" y="10556"/>
                  </a:cubicBezTo>
                  <a:cubicBezTo>
                    <a:pt x="7709" y="11054"/>
                    <a:pt x="7780" y="11588"/>
                    <a:pt x="7804" y="12121"/>
                  </a:cubicBezTo>
                  <a:cubicBezTo>
                    <a:pt x="7875" y="13817"/>
                    <a:pt x="7069" y="13556"/>
                    <a:pt x="6286" y="15074"/>
                  </a:cubicBezTo>
                  <a:cubicBezTo>
                    <a:pt x="5728" y="16154"/>
                    <a:pt x="9132" y="18455"/>
                    <a:pt x="9476" y="19368"/>
                  </a:cubicBezTo>
                  <a:cubicBezTo>
                    <a:pt x="10069" y="20909"/>
                    <a:pt x="10532" y="22439"/>
                    <a:pt x="11125" y="23993"/>
                  </a:cubicBezTo>
                  <a:lnTo>
                    <a:pt x="20494" y="23685"/>
                  </a:lnTo>
                  <a:cubicBezTo>
                    <a:pt x="20494" y="23685"/>
                    <a:pt x="14896" y="16438"/>
                    <a:pt x="14469" y="15869"/>
                  </a:cubicBezTo>
                  <a:cubicBezTo>
                    <a:pt x="14042" y="15312"/>
                    <a:pt x="12394" y="10354"/>
                    <a:pt x="12394" y="10354"/>
                  </a:cubicBezTo>
                  <a:cubicBezTo>
                    <a:pt x="12394" y="10354"/>
                    <a:pt x="11872" y="7247"/>
                    <a:pt x="11730" y="6879"/>
                  </a:cubicBezTo>
                  <a:cubicBezTo>
                    <a:pt x="11575" y="6500"/>
                    <a:pt x="9369" y="4092"/>
                    <a:pt x="9369" y="4092"/>
                  </a:cubicBezTo>
                  <a:lnTo>
                    <a:pt x="7626" y="1317"/>
                  </a:lnTo>
                  <a:lnTo>
                    <a:pt x="3096" y="36"/>
                  </a:lnTo>
                  <a:cubicBezTo>
                    <a:pt x="3096" y="36"/>
                    <a:pt x="48" y="1"/>
                    <a:pt x="36" y="511"/>
                  </a:cubicBezTo>
                  <a:cubicBezTo>
                    <a:pt x="0" y="1958"/>
                    <a:pt x="759" y="1721"/>
                    <a:pt x="1364" y="2088"/>
                  </a:cubicBezTo>
                  <a:close/>
                </a:path>
              </a:pathLst>
            </a:custGeom>
            <a:solidFill>
              <a:srgbClr val="F8A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1"/>
            <p:cNvSpPr/>
            <p:nvPr/>
          </p:nvSpPr>
          <p:spPr>
            <a:xfrm>
              <a:off x="7632124" y="2501960"/>
              <a:ext cx="630102" cy="769356"/>
            </a:xfrm>
            <a:custGeom>
              <a:avLst/>
              <a:gdLst/>
              <a:ahLst/>
              <a:cxnLst/>
              <a:rect l="l" t="t" r="r" b="b"/>
              <a:pathLst>
                <a:path w="4828" h="5895" extrusionOk="0">
                  <a:moveTo>
                    <a:pt x="4828" y="5895"/>
                  </a:moveTo>
                  <a:lnTo>
                    <a:pt x="3072" y="2100"/>
                  </a:lnTo>
                  <a:lnTo>
                    <a:pt x="1" y="1"/>
                  </a:lnTo>
                  <a:lnTo>
                    <a:pt x="985" y="3072"/>
                  </a:ln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7384546" y="3255788"/>
              <a:ext cx="510816" cy="518647"/>
            </a:xfrm>
            <a:custGeom>
              <a:avLst/>
              <a:gdLst/>
              <a:ahLst/>
              <a:cxnLst/>
              <a:rect l="l" t="t" r="r" b="b"/>
              <a:pathLst>
                <a:path w="3914" h="3974" extrusionOk="0">
                  <a:moveTo>
                    <a:pt x="3380" y="2005"/>
                  </a:moveTo>
                  <a:lnTo>
                    <a:pt x="2337" y="1388"/>
                  </a:lnTo>
                  <a:lnTo>
                    <a:pt x="0" y="0"/>
                  </a:lnTo>
                  <a:lnTo>
                    <a:pt x="1281" y="3309"/>
                  </a:lnTo>
                  <a:lnTo>
                    <a:pt x="2752" y="3973"/>
                  </a:lnTo>
                  <a:cubicBezTo>
                    <a:pt x="3202" y="3890"/>
                    <a:pt x="3428" y="3653"/>
                    <a:pt x="3665" y="3084"/>
                  </a:cubicBezTo>
                  <a:cubicBezTo>
                    <a:pt x="3914" y="2515"/>
                    <a:pt x="3380" y="2005"/>
                    <a:pt x="3380" y="2005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7359749" y="2899756"/>
              <a:ext cx="448954" cy="707495"/>
            </a:xfrm>
            <a:custGeom>
              <a:avLst/>
              <a:gdLst/>
              <a:ahLst/>
              <a:cxnLst/>
              <a:rect l="l" t="t" r="r" b="b"/>
              <a:pathLst>
                <a:path w="3440" h="5421" extrusionOk="0">
                  <a:moveTo>
                    <a:pt x="2598" y="2218"/>
                  </a:moveTo>
                  <a:lnTo>
                    <a:pt x="2076" y="428"/>
                  </a:lnTo>
                  <a:lnTo>
                    <a:pt x="1673" y="902"/>
                  </a:lnTo>
                  <a:lnTo>
                    <a:pt x="0" y="1"/>
                  </a:lnTo>
                  <a:lnTo>
                    <a:pt x="36" y="2384"/>
                  </a:lnTo>
                  <a:lnTo>
                    <a:pt x="1993" y="5254"/>
                  </a:lnTo>
                  <a:cubicBezTo>
                    <a:pt x="2432" y="5421"/>
                    <a:pt x="3001" y="4851"/>
                    <a:pt x="3214" y="4211"/>
                  </a:cubicBezTo>
                  <a:cubicBezTo>
                    <a:pt x="3440" y="3547"/>
                    <a:pt x="2598" y="2218"/>
                    <a:pt x="2598" y="2218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4" name="Google Shape;574;p31"/>
            <p:cNvGrpSpPr/>
            <p:nvPr/>
          </p:nvGrpSpPr>
          <p:grpSpPr>
            <a:xfrm>
              <a:off x="1119671" y="533019"/>
              <a:ext cx="6908222" cy="3339398"/>
              <a:chOff x="1119671" y="902113"/>
              <a:chExt cx="6908222" cy="3339398"/>
            </a:xfrm>
          </p:grpSpPr>
          <p:grpSp>
            <p:nvGrpSpPr>
              <p:cNvPr id="575" name="Google Shape;575;p31"/>
              <p:cNvGrpSpPr/>
              <p:nvPr/>
            </p:nvGrpSpPr>
            <p:grpSpPr>
              <a:xfrm>
                <a:off x="1119671" y="902113"/>
                <a:ext cx="6908222" cy="3339398"/>
                <a:chOff x="4958140" y="1141062"/>
                <a:chExt cx="3206267" cy="1427825"/>
              </a:xfrm>
            </p:grpSpPr>
            <p:sp>
              <p:nvSpPr>
                <p:cNvPr id="576" name="Google Shape;576;p31"/>
                <p:cNvSpPr/>
                <p:nvPr/>
              </p:nvSpPr>
              <p:spPr>
                <a:xfrm>
                  <a:off x="7124597" y="1141062"/>
                  <a:ext cx="1039810" cy="142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71" h="48982" extrusionOk="0">
                      <a:moveTo>
                        <a:pt x="1" y="24491"/>
                      </a:moveTo>
                      <a:lnTo>
                        <a:pt x="35670" y="48981"/>
                      </a:lnTo>
                      <a:lnTo>
                        <a:pt x="3567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50000">
                      <a:schemeClr val="accent2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31"/>
                <p:cNvSpPr/>
                <p:nvPr/>
              </p:nvSpPr>
              <p:spPr>
                <a:xfrm>
                  <a:off x="4958140" y="1141062"/>
                  <a:ext cx="3206267" cy="1224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992" h="41998" extrusionOk="0">
                      <a:moveTo>
                        <a:pt x="109991" y="0"/>
                      </a:moveTo>
                      <a:lnTo>
                        <a:pt x="1" y="0"/>
                      </a:lnTo>
                      <a:lnTo>
                        <a:pt x="53082" y="41997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50000">
                      <a:schemeClr val="accent2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31"/>
                <p:cNvSpPr/>
                <p:nvPr/>
              </p:nvSpPr>
              <p:spPr>
                <a:xfrm>
                  <a:off x="4958140" y="1362748"/>
                  <a:ext cx="3206267" cy="1206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992" h="41377" extrusionOk="0">
                      <a:moveTo>
                        <a:pt x="1" y="41376"/>
                      </a:moveTo>
                      <a:lnTo>
                        <a:pt x="109991" y="41376"/>
                      </a:lnTo>
                      <a:lnTo>
                        <a:pt x="530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50000">
                      <a:schemeClr val="accent2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31"/>
                <p:cNvSpPr/>
                <p:nvPr/>
              </p:nvSpPr>
              <p:spPr>
                <a:xfrm>
                  <a:off x="4958140" y="1141062"/>
                  <a:ext cx="998766" cy="142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3" h="48982" extrusionOk="0">
                      <a:moveTo>
                        <a:pt x="1" y="0"/>
                      </a:moveTo>
                      <a:lnTo>
                        <a:pt x="1" y="48981"/>
                      </a:lnTo>
                      <a:lnTo>
                        <a:pt x="34262" y="2310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50000">
                      <a:schemeClr val="accent2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80" name="Google Shape;580;p31"/>
              <p:cNvSpPr/>
              <p:nvPr/>
            </p:nvSpPr>
            <p:spPr>
              <a:xfrm>
                <a:off x="1326430" y="1069035"/>
                <a:ext cx="6493974" cy="3004949"/>
              </a:xfrm>
              <a:custGeom>
                <a:avLst/>
                <a:gdLst/>
                <a:ahLst/>
                <a:cxnLst/>
                <a:rect l="l" t="t" r="r" b="b"/>
                <a:pathLst>
                  <a:path w="103399" h="44077" extrusionOk="0">
                    <a:moveTo>
                      <a:pt x="0" y="0"/>
                    </a:moveTo>
                    <a:lnTo>
                      <a:pt x="103398" y="0"/>
                    </a:lnTo>
                    <a:lnTo>
                      <a:pt x="103398" y="44076"/>
                    </a:lnTo>
                    <a:lnTo>
                      <a:pt x="0" y="4407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1" name="Google Shape;581;p31"/>
              <p:cNvGrpSpPr/>
              <p:nvPr/>
            </p:nvGrpSpPr>
            <p:grpSpPr>
              <a:xfrm>
                <a:off x="1326670" y="1071822"/>
                <a:ext cx="6494114" cy="3005024"/>
                <a:chOff x="4911821" y="1092935"/>
                <a:chExt cx="3252586" cy="1778121"/>
              </a:xfrm>
            </p:grpSpPr>
            <p:sp>
              <p:nvSpPr>
                <p:cNvPr id="582" name="Google Shape;582;p31"/>
                <p:cNvSpPr/>
                <p:nvPr/>
              </p:nvSpPr>
              <p:spPr>
                <a:xfrm>
                  <a:off x="4911821" y="1092935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31"/>
                <p:cNvSpPr/>
                <p:nvPr/>
              </p:nvSpPr>
              <p:spPr>
                <a:xfrm>
                  <a:off x="4911821" y="1106782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31"/>
                <p:cNvSpPr/>
                <p:nvPr/>
              </p:nvSpPr>
              <p:spPr>
                <a:xfrm>
                  <a:off x="4911821" y="1120657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31"/>
                <p:cNvSpPr/>
                <p:nvPr/>
              </p:nvSpPr>
              <p:spPr>
                <a:xfrm>
                  <a:off x="4911821" y="1134503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31"/>
                <p:cNvSpPr/>
                <p:nvPr/>
              </p:nvSpPr>
              <p:spPr>
                <a:xfrm>
                  <a:off x="4911821" y="1148466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31"/>
                <p:cNvSpPr/>
                <p:nvPr/>
              </p:nvSpPr>
              <p:spPr>
                <a:xfrm>
                  <a:off x="4911821" y="1162312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1"/>
                <p:cNvSpPr/>
                <p:nvPr/>
              </p:nvSpPr>
              <p:spPr>
                <a:xfrm>
                  <a:off x="4911821" y="1176159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1"/>
                <p:cNvSpPr/>
                <p:nvPr/>
              </p:nvSpPr>
              <p:spPr>
                <a:xfrm>
                  <a:off x="4911821" y="1189917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1"/>
                <p:cNvSpPr/>
                <p:nvPr/>
              </p:nvSpPr>
              <p:spPr>
                <a:xfrm>
                  <a:off x="4911821" y="1203764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1"/>
                <p:cNvSpPr/>
                <p:nvPr/>
              </p:nvSpPr>
              <p:spPr>
                <a:xfrm>
                  <a:off x="4911821" y="1217726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1"/>
                <p:cNvSpPr/>
                <p:nvPr/>
              </p:nvSpPr>
              <p:spPr>
                <a:xfrm>
                  <a:off x="4911821" y="1231602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1"/>
                <p:cNvSpPr/>
                <p:nvPr/>
              </p:nvSpPr>
              <p:spPr>
                <a:xfrm>
                  <a:off x="4911821" y="1245448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1"/>
                <p:cNvSpPr/>
                <p:nvPr/>
              </p:nvSpPr>
              <p:spPr>
                <a:xfrm>
                  <a:off x="4911821" y="1259294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1"/>
                <p:cNvSpPr/>
                <p:nvPr/>
              </p:nvSpPr>
              <p:spPr>
                <a:xfrm>
                  <a:off x="4911821" y="1273257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1"/>
                <p:cNvSpPr/>
                <p:nvPr/>
              </p:nvSpPr>
              <p:spPr>
                <a:xfrm>
                  <a:off x="4911821" y="1287103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1"/>
                <p:cNvSpPr/>
                <p:nvPr/>
              </p:nvSpPr>
              <p:spPr>
                <a:xfrm>
                  <a:off x="4911821" y="1300979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1"/>
                <p:cNvSpPr/>
                <p:nvPr/>
              </p:nvSpPr>
              <p:spPr>
                <a:xfrm>
                  <a:off x="4911821" y="1314825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31"/>
                <p:cNvSpPr/>
                <p:nvPr/>
              </p:nvSpPr>
              <p:spPr>
                <a:xfrm>
                  <a:off x="4911821" y="1328788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31"/>
                <p:cNvSpPr/>
                <p:nvPr/>
              </p:nvSpPr>
              <p:spPr>
                <a:xfrm>
                  <a:off x="4911821" y="1342634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31"/>
                <p:cNvSpPr/>
                <p:nvPr/>
              </p:nvSpPr>
              <p:spPr>
                <a:xfrm>
                  <a:off x="4911821" y="1356510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602;p31"/>
                <p:cNvSpPr/>
                <p:nvPr/>
              </p:nvSpPr>
              <p:spPr>
                <a:xfrm>
                  <a:off x="4911821" y="1370356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603;p31"/>
                <p:cNvSpPr/>
                <p:nvPr/>
              </p:nvSpPr>
              <p:spPr>
                <a:xfrm>
                  <a:off x="4911821" y="1384319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" name="Google Shape;604;p31"/>
                <p:cNvSpPr/>
                <p:nvPr/>
              </p:nvSpPr>
              <p:spPr>
                <a:xfrm>
                  <a:off x="4911821" y="1397961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" name="Google Shape;605;p31"/>
                <p:cNvSpPr/>
                <p:nvPr/>
              </p:nvSpPr>
              <p:spPr>
                <a:xfrm>
                  <a:off x="4911821" y="1411924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" name="Google Shape;606;p31"/>
                <p:cNvSpPr/>
                <p:nvPr/>
              </p:nvSpPr>
              <p:spPr>
                <a:xfrm>
                  <a:off x="4911821" y="1425770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31"/>
                <p:cNvSpPr/>
                <p:nvPr/>
              </p:nvSpPr>
              <p:spPr>
                <a:xfrm>
                  <a:off x="4911821" y="1439616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608;p31"/>
                <p:cNvSpPr/>
                <p:nvPr/>
              </p:nvSpPr>
              <p:spPr>
                <a:xfrm>
                  <a:off x="4911821" y="1453579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609;p31"/>
                <p:cNvSpPr/>
                <p:nvPr/>
              </p:nvSpPr>
              <p:spPr>
                <a:xfrm>
                  <a:off x="4911821" y="1467455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31"/>
                <p:cNvSpPr/>
                <p:nvPr/>
              </p:nvSpPr>
              <p:spPr>
                <a:xfrm>
                  <a:off x="4911821" y="1481301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" name="Google Shape;611;p31"/>
                <p:cNvSpPr/>
                <p:nvPr/>
              </p:nvSpPr>
              <p:spPr>
                <a:xfrm>
                  <a:off x="4911821" y="1495147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31"/>
                <p:cNvSpPr/>
                <p:nvPr/>
              </p:nvSpPr>
              <p:spPr>
                <a:xfrm>
                  <a:off x="4911821" y="1509110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31"/>
                <p:cNvSpPr/>
                <p:nvPr/>
              </p:nvSpPr>
              <p:spPr>
                <a:xfrm>
                  <a:off x="4911821" y="1522956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31"/>
                <p:cNvSpPr/>
                <p:nvPr/>
              </p:nvSpPr>
              <p:spPr>
                <a:xfrm>
                  <a:off x="4911821" y="1536832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31"/>
                <p:cNvSpPr/>
                <p:nvPr/>
              </p:nvSpPr>
              <p:spPr>
                <a:xfrm>
                  <a:off x="4911821" y="1550678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31"/>
                <p:cNvSpPr/>
                <p:nvPr/>
              </p:nvSpPr>
              <p:spPr>
                <a:xfrm>
                  <a:off x="4911821" y="1564641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31"/>
                <p:cNvSpPr/>
                <p:nvPr/>
              </p:nvSpPr>
              <p:spPr>
                <a:xfrm>
                  <a:off x="4911821" y="1578487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31"/>
                <p:cNvSpPr/>
                <p:nvPr/>
              </p:nvSpPr>
              <p:spPr>
                <a:xfrm>
                  <a:off x="4911821" y="1592333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31"/>
                <p:cNvSpPr/>
                <p:nvPr/>
              </p:nvSpPr>
              <p:spPr>
                <a:xfrm>
                  <a:off x="4911821" y="1606092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31"/>
                <p:cNvSpPr/>
                <p:nvPr/>
              </p:nvSpPr>
              <p:spPr>
                <a:xfrm>
                  <a:off x="4911821" y="1619938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31"/>
                <p:cNvSpPr/>
                <p:nvPr/>
              </p:nvSpPr>
              <p:spPr>
                <a:xfrm>
                  <a:off x="4911821" y="1633814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31"/>
                <p:cNvSpPr/>
                <p:nvPr/>
              </p:nvSpPr>
              <p:spPr>
                <a:xfrm>
                  <a:off x="4911821" y="1647776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31"/>
                <p:cNvSpPr/>
                <p:nvPr/>
              </p:nvSpPr>
              <p:spPr>
                <a:xfrm>
                  <a:off x="4911821" y="1661623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31"/>
                <p:cNvSpPr/>
                <p:nvPr/>
              </p:nvSpPr>
              <p:spPr>
                <a:xfrm>
                  <a:off x="4911821" y="1675469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31"/>
                <p:cNvSpPr/>
                <p:nvPr/>
              </p:nvSpPr>
              <p:spPr>
                <a:xfrm>
                  <a:off x="4911821" y="1689344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31"/>
                <p:cNvSpPr/>
                <p:nvPr/>
              </p:nvSpPr>
              <p:spPr>
                <a:xfrm>
                  <a:off x="4911821" y="1703307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1"/>
                <p:cNvSpPr/>
                <p:nvPr/>
              </p:nvSpPr>
              <p:spPr>
                <a:xfrm>
                  <a:off x="4911821" y="1717153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31"/>
                <p:cNvSpPr/>
                <p:nvPr/>
              </p:nvSpPr>
              <p:spPr>
                <a:xfrm>
                  <a:off x="4911821" y="1731204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1"/>
                <p:cNvSpPr/>
                <p:nvPr/>
              </p:nvSpPr>
              <p:spPr>
                <a:xfrm>
                  <a:off x="4911821" y="1745079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1"/>
                <p:cNvSpPr/>
                <p:nvPr/>
              </p:nvSpPr>
              <p:spPr>
                <a:xfrm>
                  <a:off x="4911821" y="1758925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31"/>
                <p:cNvSpPr/>
                <p:nvPr/>
              </p:nvSpPr>
              <p:spPr>
                <a:xfrm>
                  <a:off x="4911821" y="1772772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31"/>
                <p:cNvSpPr/>
                <p:nvPr/>
              </p:nvSpPr>
              <p:spPr>
                <a:xfrm>
                  <a:off x="4911821" y="1786734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31"/>
                <p:cNvSpPr/>
                <p:nvPr/>
              </p:nvSpPr>
              <p:spPr>
                <a:xfrm>
                  <a:off x="4911821" y="1800581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31"/>
                <p:cNvSpPr/>
                <p:nvPr/>
              </p:nvSpPr>
              <p:spPr>
                <a:xfrm>
                  <a:off x="4911821" y="1814456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31"/>
                <p:cNvSpPr/>
                <p:nvPr/>
              </p:nvSpPr>
              <p:spPr>
                <a:xfrm>
                  <a:off x="4911821" y="1828302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31"/>
                <p:cNvSpPr/>
                <p:nvPr/>
              </p:nvSpPr>
              <p:spPr>
                <a:xfrm>
                  <a:off x="4911821" y="1842265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31"/>
                <p:cNvSpPr/>
                <p:nvPr/>
              </p:nvSpPr>
              <p:spPr>
                <a:xfrm>
                  <a:off x="4911821" y="1856111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31"/>
                <p:cNvSpPr/>
                <p:nvPr/>
              </p:nvSpPr>
              <p:spPr>
                <a:xfrm>
                  <a:off x="4911821" y="1869987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31"/>
                <p:cNvSpPr/>
                <p:nvPr/>
              </p:nvSpPr>
              <p:spPr>
                <a:xfrm>
                  <a:off x="4911821" y="1883717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1"/>
                <p:cNvSpPr/>
                <p:nvPr/>
              </p:nvSpPr>
              <p:spPr>
                <a:xfrm>
                  <a:off x="4911821" y="1897592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31"/>
                <p:cNvSpPr/>
                <p:nvPr/>
              </p:nvSpPr>
              <p:spPr>
                <a:xfrm>
                  <a:off x="4911821" y="1911438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31"/>
                <p:cNvSpPr/>
                <p:nvPr/>
              </p:nvSpPr>
              <p:spPr>
                <a:xfrm>
                  <a:off x="4911821" y="1925401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31"/>
                <p:cNvSpPr/>
                <p:nvPr/>
              </p:nvSpPr>
              <p:spPr>
                <a:xfrm>
                  <a:off x="4911821" y="1939247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31"/>
                <p:cNvSpPr/>
                <p:nvPr/>
              </p:nvSpPr>
              <p:spPr>
                <a:xfrm>
                  <a:off x="4911821" y="1953094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31"/>
                <p:cNvSpPr/>
                <p:nvPr/>
              </p:nvSpPr>
              <p:spPr>
                <a:xfrm>
                  <a:off x="4911821" y="1966969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31"/>
                <p:cNvSpPr/>
                <p:nvPr/>
              </p:nvSpPr>
              <p:spPr>
                <a:xfrm>
                  <a:off x="4911821" y="1980932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31"/>
                <p:cNvSpPr/>
                <p:nvPr/>
              </p:nvSpPr>
              <p:spPr>
                <a:xfrm>
                  <a:off x="4911821" y="1994778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31"/>
                <p:cNvSpPr/>
                <p:nvPr/>
              </p:nvSpPr>
              <p:spPr>
                <a:xfrm>
                  <a:off x="4911821" y="2008624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31"/>
                <p:cNvSpPr/>
                <p:nvPr/>
              </p:nvSpPr>
              <p:spPr>
                <a:xfrm>
                  <a:off x="4911821" y="2022500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31"/>
                <p:cNvSpPr/>
                <p:nvPr/>
              </p:nvSpPr>
              <p:spPr>
                <a:xfrm>
                  <a:off x="4911821" y="2036433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1"/>
                <p:cNvSpPr/>
                <p:nvPr/>
              </p:nvSpPr>
              <p:spPr>
                <a:xfrm>
                  <a:off x="4911821" y="2050309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1"/>
                <p:cNvSpPr/>
                <p:nvPr/>
              </p:nvSpPr>
              <p:spPr>
                <a:xfrm>
                  <a:off x="4911821" y="2064155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1"/>
                <p:cNvSpPr/>
                <p:nvPr/>
              </p:nvSpPr>
              <p:spPr>
                <a:xfrm>
                  <a:off x="4911821" y="2078001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31"/>
                <p:cNvSpPr/>
                <p:nvPr/>
              </p:nvSpPr>
              <p:spPr>
                <a:xfrm>
                  <a:off x="4911821" y="2091760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31"/>
                <p:cNvSpPr/>
                <p:nvPr/>
              </p:nvSpPr>
              <p:spPr>
                <a:xfrm>
                  <a:off x="4911821" y="2105723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31"/>
                <p:cNvSpPr/>
                <p:nvPr/>
              </p:nvSpPr>
              <p:spPr>
                <a:xfrm>
                  <a:off x="4911821" y="2119569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31"/>
                <p:cNvSpPr/>
                <p:nvPr/>
              </p:nvSpPr>
              <p:spPr>
                <a:xfrm>
                  <a:off x="4911821" y="2133445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31"/>
                <p:cNvSpPr/>
                <p:nvPr/>
              </p:nvSpPr>
              <p:spPr>
                <a:xfrm>
                  <a:off x="4911821" y="2147291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9" name="Google Shape;659;p31"/>
                <p:cNvSpPr/>
                <p:nvPr/>
              </p:nvSpPr>
              <p:spPr>
                <a:xfrm>
                  <a:off x="4911821" y="2161254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31"/>
                <p:cNvSpPr/>
                <p:nvPr/>
              </p:nvSpPr>
              <p:spPr>
                <a:xfrm>
                  <a:off x="4911821" y="2175100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31"/>
                <p:cNvSpPr/>
                <p:nvPr/>
              </p:nvSpPr>
              <p:spPr>
                <a:xfrm>
                  <a:off x="4911821" y="2188946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31"/>
                <p:cNvSpPr/>
                <p:nvPr/>
              </p:nvSpPr>
              <p:spPr>
                <a:xfrm>
                  <a:off x="4911821" y="2202822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31"/>
                <p:cNvSpPr/>
                <p:nvPr/>
              </p:nvSpPr>
              <p:spPr>
                <a:xfrm>
                  <a:off x="4911821" y="2216784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31"/>
                <p:cNvSpPr/>
                <p:nvPr/>
              </p:nvSpPr>
              <p:spPr>
                <a:xfrm>
                  <a:off x="4911821" y="2230631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31"/>
                <p:cNvSpPr/>
                <p:nvPr/>
              </p:nvSpPr>
              <p:spPr>
                <a:xfrm>
                  <a:off x="4911821" y="2240367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31"/>
                <p:cNvSpPr/>
                <p:nvPr/>
              </p:nvSpPr>
              <p:spPr>
                <a:xfrm>
                  <a:off x="4911821" y="2254330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31"/>
                <p:cNvSpPr/>
                <p:nvPr/>
              </p:nvSpPr>
              <p:spPr>
                <a:xfrm>
                  <a:off x="4911821" y="2268176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31"/>
                <p:cNvSpPr/>
                <p:nvPr/>
              </p:nvSpPr>
              <p:spPr>
                <a:xfrm>
                  <a:off x="4911821" y="2282022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31"/>
                <p:cNvSpPr/>
                <p:nvPr/>
              </p:nvSpPr>
              <p:spPr>
                <a:xfrm>
                  <a:off x="4911821" y="2295898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31"/>
                <p:cNvSpPr/>
                <p:nvPr/>
              </p:nvSpPr>
              <p:spPr>
                <a:xfrm>
                  <a:off x="4911821" y="2309831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1" name="Google Shape;671;p31"/>
                <p:cNvSpPr/>
                <p:nvPr/>
              </p:nvSpPr>
              <p:spPr>
                <a:xfrm>
                  <a:off x="4911821" y="2323590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672;p31"/>
                <p:cNvSpPr/>
                <p:nvPr/>
              </p:nvSpPr>
              <p:spPr>
                <a:xfrm>
                  <a:off x="4911821" y="2337436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31"/>
                <p:cNvSpPr/>
                <p:nvPr/>
              </p:nvSpPr>
              <p:spPr>
                <a:xfrm>
                  <a:off x="4911821" y="2351312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674;p31"/>
                <p:cNvSpPr/>
                <p:nvPr/>
              </p:nvSpPr>
              <p:spPr>
                <a:xfrm>
                  <a:off x="4911821" y="2365275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675;p31"/>
                <p:cNvSpPr/>
                <p:nvPr/>
              </p:nvSpPr>
              <p:spPr>
                <a:xfrm>
                  <a:off x="4911821" y="2379121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31"/>
                <p:cNvSpPr/>
                <p:nvPr/>
              </p:nvSpPr>
              <p:spPr>
                <a:xfrm>
                  <a:off x="4911821" y="2392967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31"/>
                <p:cNvSpPr/>
                <p:nvPr/>
              </p:nvSpPr>
              <p:spPr>
                <a:xfrm>
                  <a:off x="4911821" y="2406842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31"/>
                <p:cNvSpPr/>
                <p:nvPr/>
              </p:nvSpPr>
              <p:spPr>
                <a:xfrm>
                  <a:off x="4911821" y="2420776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31"/>
                <p:cNvSpPr/>
                <p:nvPr/>
              </p:nvSpPr>
              <p:spPr>
                <a:xfrm>
                  <a:off x="4911821" y="2434652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31"/>
                <p:cNvSpPr/>
                <p:nvPr/>
              </p:nvSpPr>
              <p:spPr>
                <a:xfrm>
                  <a:off x="4911821" y="2448498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31"/>
                <p:cNvSpPr/>
                <p:nvPr/>
              </p:nvSpPr>
              <p:spPr>
                <a:xfrm>
                  <a:off x="4911821" y="2462344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31"/>
                <p:cNvSpPr/>
                <p:nvPr/>
              </p:nvSpPr>
              <p:spPr>
                <a:xfrm>
                  <a:off x="4911821" y="2476307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31"/>
                <p:cNvSpPr/>
                <p:nvPr/>
              </p:nvSpPr>
              <p:spPr>
                <a:xfrm>
                  <a:off x="4911821" y="2490182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31"/>
                <p:cNvSpPr/>
                <p:nvPr/>
              </p:nvSpPr>
              <p:spPr>
                <a:xfrm>
                  <a:off x="4911821" y="2504029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31"/>
                <p:cNvSpPr/>
                <p:nvPr/>
              </p:nvSpPr>
              <p:spPr>
                <a:xfrm>
                  <a:off x="4911821" y="2517875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31"/>
                <p:cNvSpPr/>
                <p:nvPr/>
              </p:nvSpPr>
              <p:spPr>
                <a:xfrm>
                  <a:off x="4911821" y="2531634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31"/>
                <p:cNvSpPr/>
                <p:nvPr/>
              </p:nvSpPr>
              <p:spPr>
                <a:xfrm>
                  <a:off x="4911821" y="2545596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31"/>
                <p:cNvSpPr/>
                <p:nvPr/>
              </p:nvSpPr>
              <p:spPr>
                <a:xfrm>
                  <a:off x="4911821" y="2559443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31"/>
                <p:cNvSpPr/>
                <p:nvPr/>
              </p:nvSpPr>
              <p:spPr>
                <a:xfrm>
                  <a:off x="4911821" y="2573289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31"/>
                <p:cNvSpPr/>
                <p:nvPr/>
              </p:nvSpPr>
              <p:spPr>
                <a:xfrm>
                  <a:off x="4911821" y="2587164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31"/>
                <p:cNvSpPr/>
                <p:nvPr/>
              </p:nvSpPr>
              <p:spPr>
                <a:xfrm>
                  <a:off x="4911821" y="2601127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31"/>
                <p:cNvSpPr/>
                <p:nvPr/>
              </p:nvSpPr>
              <p:spPr>
                <a:xfrm>
                  <a:off x="4911821" y="2614973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31"/>
                <p:cNvSpPr/>
                <p:nvPr/>
              </p:nvSpPr>
              <p:spPr>
                <a:xfrm>
                  <a:off x="4911821" y="2628820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31"/>
                <p:cNvSpPr/>
                <p:nvPr/>
              </p:nvSpPr>
              <p:spPr>
                <a:xfrm>
                  <a:off x="4911821" y="2642666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31"/>
                <p:cNvSpPr/>
                <p:nvPr/>
              </p:nvSpPr>
              <p:spPr>
                <a:xfrm>
                  <a:off x="4911821" y="2656629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31"/>
                <p:cNvSpPr/>
                <p:nvPr/>
              </p:nvSpPr>
              <p:spPr>
                <a:xfrm>
                  <a:off x="4911821" y="2670504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31"/>
                <p:cNvSpPr/>
                <p:nvPr/>
              </p:nvSpPr>
              <p:spPr>
                <a:xfrm>
                  <a:off x="4911821" y="2684350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31"/>
                <p:cNvSpPr/>
                <p:nvPr/>
              </p:nvSpPr>
              <p:spPr>
                <a:xfrm>
                  <a:off x="4911821" y="2698197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699;p31"/>
                <p:cNvSpPr/>
                <p:nvPr/>
              </p:nvSpPr>
              <p:spPr>
                <a:xfrm>
                  <a:off x="4911821" y="2712160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0" name="Google Shape;700;p31"/>
                <p:cNvSpPr/>
                <p:nvPr/>
              </p:nvSpPr>
              <p:spPr>
                <a:xfrm>
                  <a:off x="4911821" y="2726035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31"/>
                <p:cNvSpPr/>
                <p:nvPr/>
              </p:nvSpPr>
              <p:spPr>
                <a:xfrm>
                  <a:off x="4911821" y="2739765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31"/>
                <p:cNvSpPr/>
                <p:nvPr/>
              </p:nvSpPr>
              <p:spPr>
                <a:xfrm>
                  <a:off x="4911821" y="2753640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703;p31"/>
                <p:cNvSpPr/>
                <p:nvPr/>
              </p:nvSpPr>
              <p:spPr>
                <a:xfrm>
                  <a:off x="4911821" y="2767486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31"/>
                <p:cNvSpPr/>
                <p:nvPr/>
              </p:nvSpPr>
              <p:spPr>
                <a:xfrm>
                  <a:off x="4911821" y="2781449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31"/>
                <p:cNvSpPr/>
                <p:nvPr/>
              </p:nvSpPr>
              <p:spPr>
                <a:xfrm>
                  <a:off x="4911821" y="2795295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31"/>
                <p:cNvSpPr/>
                <p:nvPr/>
              </p:nvSpPr>
              <p:spPr>
                <a:xfrm>
                  <a:off x="4911821" y="2809142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9"/>
                      </a:lnTo>
                      <a:lnTo>
                        <a:pt x="111580" y="219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31"/>
                <p:cNvSpPr/>
                <p:nvPr/>
              </p:nvSpPr>
              <p:spPr>
                <a:xfrm>
                  <a:off x="4911821" y="2823017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8" name="Google Shape;708;p31"/>
                <p:cNvSpPr/>
                <p:nvPr/>
              </p:nvSpPr>
              <p:spPr>
                <a:xfrm>
                  <a:off x="4911821" y="2836980"/>
                  <a:ext cx="3252586" cy="6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8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31"/>
                <p:cNvSpPr/>
                <p:nvPr/>
              </p:nvSpPr>
              <p:spPr>
                <a:xfrm>
                  <a:off x="4911821" y="2850826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0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31"/>
                <p:cNvSpPr/>
                <p:nvPr/>
              </p:nvSpPr>
              <p:spPr>
                <a:xfrm>
                  <a:off x="4911821" y="2864672"/>
                  <a:ext cx="3252586" cy="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81" h="219" extrusionOk="0">
                      <a:moveTo>
                        <a:pt x="1" y="1"/>
                      </a:moveTo>
                      <a:lnTo>
                        <a:pt x="1" y="218"/>
                      </a:lnTo>
                      <a:lnTo>
                        <a:pt x="111580" y="218"/>
                      </a:lnTo>
                      <a:lnTo>
                        <a:pt x="1115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711" name="Google Shape;711;p31"/>
            <p:cNvSpPr/>
            <p:nvPr/>
          </p:nvSpPr>
          <p:spPr>
            <a:xfrm>
              <a:off x="7373714" y="2771333"/>
              <a:ext cx="1136220" cy="1691801"/>
            </a:xfrm>
            <a:custGeom>
              <a:avLst/>
              <a:gdLst/>
              <a:ahLst/>
              <a:cxnLst/>
              <a:rect l="l" t="t" r="r" b="b"/>
              <a:pathLst>
                <a:path w="8706" h="12963" extrusionOk="0">
                  <a:moveTo>
                    <a:pt x="8705" y="6654"/>
                  </a:moveTo>
                  <a:lnTo>
                    <a:pt x="5266" y="1554"/>
                  </a:lnTo>
                  <a:cubicBezTo>
                    <a:pt x="5266" y="1554"/>
                    <a:pt x="4744" y="913"/>
                    <a:pt x="4649" y="890"/>
                  </a:cubicBezTo>
                  <a:cubicBezTo>
                    <a:pt x="4566" y="854"/>
                    <a:pt x="1352" y="0"/>
                    <a:pt x="1281" y="0"/>
                  </a:cubicBezTo>
                  <a:cubicBezTo>
                    <a:pt x="1210" y="0"/>
                    <a:pt x="0" y="463"/>
                    <a:pt x="605" y="1518"/>
                  </a:cubicBezTo>
                  <a:cubicBezTo>
                    <a:pt x="1210" y="2586"/>
                    <a:pt x="2325" y="3155"/>
                    <a:pt x="2325" y="3155"/>
                  </a:cubicBezTo>
                  <a:lnTo>
                    <a:pt x="2930" y="5136"/>
                  </a:lnTo>
                  <a:cubicBezTo>
                    <a:pt x="2930" y="5136"/>
                    <a:pt x="676" y="10769"/>
                    <a:pt x="6559" y="12963"/>
                  </a:cubicBezTo>
                  <a:close/>
                </a:path>
              </a:pathLst>
            </a:custGeom>
            <a:solidFill>
              <a:srgbClr val="F8A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1"/>
            <p:cNvSpPr/>
            <p:nvPr/>
          </p:nvSpPr>
          <p:spPr>
            <a:xfrm>
              <a:off x="7469639" y="2775901"/>
              <a:ext cx="278769" cy="190545"/>
            </a:xfrm>
            <a:custGeom>
              <a:avLst/>
              <a:gdLst/>
              <a:ahLst/>
              <a:cxnLst/>
              <a:rect l="l" t="t" r="r" b="b"/>
              <a:pathLst>
                <a:path w="2136" h="1460" extrusionOk="0">
                  <a:moveTo>
                    <a:pt x="0" y="772"/>
                  </a:moveTo>
                  <a:cubicBezTo>
                    <a:pt x="0" y="772"/>
                    <a:pt x="95" y="286"/>
                    <a:pt x="736" y="1"/>
                  </a:cubicBezTo>
                  <a:cubicBezTo>
                    <a:pt x="1009" y="84"/>
                    <a:pt x="1566" y="226"/>
                    <a:pt x="2135" y="380"/>
                  </a:cubicBezTo>
                  <a:lnTo>
                    <a:pt x="2135" y="380"/>
                  </a:lnTo>
                  <a:lnTo>
                    <a:pt x="807" y="1460"/>
                  </a:lnTo>
                  <a:cubicBezTo>
                    <a:pt x="807" y="1460"/>
                    <a:pt x="321" y="1282"/>
                    <a:pt x="0" y="772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1"/>
            <p:cNvSpPr/>
            <p:nvPr/>
          </p:nvSpPr>
          <p:spPr>
            <a:xfrm>
              <a:off x="642005" y="2771333"/>
              <a:ext cx="1136220" cy="1691801"/>
            </a:xfrm>
            <a:custGeom>
              <a:avLst/>
              <a:gdLst/>
              <a:ahLst/>
              <a:cxnLst/>
              <a:rect l="l" t="t" r="r" b="b"/>
              <a:pathLst>
                <a:path w="8706" h="12963" extrusionOk="0">
                  <a:moveTo>
                    <a:pt x="0" y="6654"/>
                  </a:moveTo>
                  <a:lnTo>
                    <a:pt x="3440" y="1554"/>
                  </a:lnTo>
                  <a:cubicBezTo>
                    <a:pt x="3440" y="1554"/>
                    <a:pt x="3961" y="913"/>
                    <a:pt x="4044" y="890"/>
                  </a:cubicBezTo>
                  <a:cubicBezTo>
                    <a:pt x="4139" y="854"/>
                    <a:pt x="7353" y="0"/>
                    <a:pt x="7413" y="0"/>
                  </a:cubicBezTo>
                  <a:cubicBezTo>
                    <a:pt x="7484" y="0"/>
                    <a:pt x="8705" y="463"/>
                    <a:pt x="8089" y="1518"/>
                  </a:cubicBezTo>
                  <a:cubicBezTo>
                    <a:pt x="7484" y="2586"/>
                    <a:pt x="6369" y="3155"/>
                    <a:pt x="6369" y="3155"/>
                  </a:cubicBezTo>
                  <a:lnTo>
                    <a:pt x="5764" y="5136"/>
                  </a:lnTo>
                  <a:cubicBezTo>
                    <a:pt x="5764" y="5136"/>
                    <a:pt x="8017" y="10769"/>
                    <a:pt x="2135" y="12963"/>
                  </a:cubicBezTo>
                  <a:close/>
                </a:path>
              </a:pathLst>
            </a:custGeom>
            <a:solidFill>
              <a:srgbClr val="F8A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1"/>
            <p:cNvSpPr/>
            <p:nvPr/>
          </p:nvSpPr>
          <p:spPr>
            <a:xfrm>
              <a:off x="1401966" y="2775901"/>
              <a:ext cx="278769" cy="190545"/>
            </a:xfrm>
            <a:custGeom>
              <a:avLst/>
              <a:gdLst/>
              <a:ahLst/>
              <a:cxnLst/>
              <a:rect l="l" t="t" r="r" b="b"/>
              <a:pathLst>
                <a:path w="2136" h="1460" extrusionOk="0">
                  <a:moveTo>
                    <a:pt x="2135" y="772"/>
                  </a:moveTo>
                  <a:cubicBezTo>
                    <a:pt x="2135" y="772"/>
                    <a:pt x="2052" y="286"/>
                    <a:pt x="1412" y="1"/>
                  </a:cubicBezTo>
                  <a:cubicBezTo>
                    <a:pt x="1127" y="84"/>
                    <a:pt x="582" y="226"/>
                    <a:pt x="0" y="380"/>
                  </a:cubicBezTo>
                  <a:lnTo>
                    <a:pt x="0" y="380"/>
                  </a:lnTo>
                  <a:lnTo>
                    <a:pt x="1341" y="1460"/>
                  </a:lnTo>
                  <a:cubicBezTo>
                    <a:pt x="1352" y="1460"/>
                    <a:pt x="1827" y="1282"/>
                    <a:pt x="2135" y="772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5" name="Google Shape;715;p31"/>
          <p:cNvSpPr txBox="1">
            <a:spLocks noGrp="1"/>
          </p:cNvSpPr>
          <p:nvPr>
            <p:ph type="ctrTitle"/>
          </p:nvPr>
        </p:nvSpPr>
        <p:spPr>
          <a:xfrm>
            <a:off x="2430025" y="702879"/>
            <a:ext cx="42840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6" name="Google Shape;716;p31"/>
          <p:cNvSpPr txBox="1">
            <a:spLocks noGrp="1"/>
          </p:cNvSpPr>
          <p:nvPr>
            <p:ph type="subTitle" idx="1"/>
          </p:nvPr>
        </p:nvSpPr>
        <p:spPr>
          <a:xfrm>
            <a:off x="2425075" y="1522675"/>
            <a:ext cx="42939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17" name="Google Shape;717;p31"/>
          <p:cNvSpPr txBox="1"/>
          <p:nvPr/>
        </p:nvSpPr>
        <p:spPr>
          <a:xfrm>
            <a:off x="2155500" y="4003400"/>
            <a:ext cx="483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9" name="Google Shape;719;p32"/>
          <p:cNvGrpSpPr/>
          <p:nvPr/>
        </p:nvGrpSpPr>
        <p:grpSpPr>
          <a:xfrm>
            <a:off x="1119530" y="275608"/>
            <a:ext cx="2723273" cy="155452"/>
            <a:chOff x="2434537" y="2460245"/>
            <a:chExt cx="2020532" cy="113510"/>
          </a:xfrm>
        </p:grpSpPr>
        <p:sp>
          <p:nvSpPr>
            <p:cNvPr id="720" name="Google Shape;720;p32"/>
            <p:cNvSpPr/>
            <p:nvPr/>
          </p:nvSpPr>
          <p:spPr>
            <a:xfrm>
              <a:off x="2675549" y="2460245"/>
              <a:ext cx="1779520" cy="113510"/>
            </a:xfrm>
            <a:custGeom>
              <a:avLst/>
              <a:gdLst/>
              <a:ahLst/>
              <a:cxnLst/>
              <a:rect l="l" t="t" r="r" b="b"/>
              <a:pathLst>
                <a:path w="61047" h="3894" extrusionOk="0">
                  <a:moveTo>
                    <a:pt x="1" y="0"/>
                  </a:moveTo>
                  <a:lnTo>
                    <a:pt x="61046" y="0"/>
                  </a:lnTo>
                  <a:lnTo>
                    <a:pt x="61046" y="3893"/>
                  </a:lnTo>
                  <a:lnTo>
                    <a:pt x="1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2"/>
            <p:cNvSpPr/>
            <p:nvPr/>
          </p:nvSpPr>
          <p:spPr>
            <a:xfrm>
              <a:off x="2434537" y="2460245"/>
              <a:ext cx="127473" cy="113510"/>
            </a:xfrm>
            <a:custGeom>
              <a:avLst/>
              <a:gdLst/>
              <a:ahLst/>
              <a:cxnLst/>
              <a:rect l="l" t="t" r="r" b="b"/>
              <a:pathLst>
                <a:path w="4373" h="3894" extrusionOk="0">
                  <a:moveTo>
                    <a:pt x="0" y="0"/>
                  </a:moveTo>
                  <a:lnTo>
                    <a:pt x="4372" y="0"/>
                  </a:lnTo>
                  <a:lnTo>
                    <a:pt x="4372" y="3893"/>
                  </a:lnTo>
                  <a:lnTo>
                    <a:pt x="0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2" name="Google Shape;722;p32"/>
          <p:cNvSpPr/>
          <p:nvPr/>
        </p:nvSpPr>
        <p:spPr>
          <a:xfrm>
            <a:off x="350585" y="4322353"/>
            <a:ext cx="615389" cy="484617"/>
          </a:xfrm>
          <a:custGeom>
            <a:avLst/>
            <a:gdLst/>
            <a:ahLst/>
            <a:cxnLst/>
            <a:rect l="l" t="t" r="r" b="b"/>
            <a:pathLst>
              <a:path w="17961" h="14100" extrusionOk="0">
                <a:moveTo>
                  <a:pt x="0" y="0"/>
                </a:moveTo>
                <a:lnTo>
                  <a:pt x="9390" y="14100"/>
                </a:lnTo>
                <a:lnTo>
                  <a:pt x="17960" y="375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32"/>
          <p:cNvSpPr/>
          <p:nvPr/>
        </p:nvSpPr>
        <p:spPr>
          <a:xfrm>
            <a:off x="8455709" y="4261691"/>
            <a:ext cx="303767" cy="44803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2"/>
          <p:cNvSpPr/>
          <p:nvPr/>
        </p:nvSpPr>
        <p:spPr>
          <a:xfrm>
            <a:off x="332784" y="1173566"/>
            <a:ext cx="303767" cy="448036"/>
          </a:xfrm>
          <a:custGeom>
            <a:avLst/>
            <a:gdLst/>
            <a:ahLst/>
            <a:cxnLst/>
            <a:rect l="l" t="t" r="r" b="b"/>
            <a:pathLst>
              <a:path w="12628" h="18364" extrusionOk="0">
                <a:moveTo>
                  <a:pt x="1" y="1"/>
                </a:moveTo>
                <a:lnTo>
                  <a:pt x="1" y="18363"/>
                </a:lnTo>
                <a:lnTo>
                  <a:pt x="12627" y="11989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2"/>
          <p:cNvSpPr/>
          <p:nvPr/>
        </p:nvSpPr>
        <p:spPr>
          <a:xfrm>
            <a:off x="4822272" y="4770846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2"/>
          <p:cNvSpPr/>
          <p:nvPr/>
        </p:nvSpPr>
        <p:spPr>
          <a:xfrm>
            <a:off x="8471994" y="32273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32"/>
          <p:cNvSpPr/>
          <p:nvPr/>
        </p:nvSpPr>
        <p:spPr>
          <a:xfrm>
            <a:off x="3671156" y="462499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2"/>
          <p:cNvSpPr/>
          <p:nvPr/>
        </p:nvSpPr>
        <p:spPr>
          <a:xfrm>
            <a:off x="186344" y="288841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2"/>
          <p:cNvSpPr/>
          <p:nvPr/>
        </p:nvSpPr>
        <p:spPr>
          <a:xfrm>
            <a:off x="8614745" y="1060764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0" name="Google Shape;730;p32"/>
          <p:cNvGrpSpPr/>
          <p:nvPr/>
        </p:nvGrpSpPr>
        <p:grpSpPr>
          <a:xfrm>
            <a:off x="7017301" y="-69882"/>
            <a:ext cx="932706" cy="621774"/>
            <a:chOff x="1442038" y="1107539"/>
            <a:chExt cx="735921" cy="493393"/>
          </a:xfrm>
        </p:grpSpPr>
        <p:sp>
          <p:nvSpPr>
            <p:cNvPr id="731" name="Google Shape;731;p32"/>
            <p:cNvSpPr/>
            <p:nvPr/>
          </p:nvSpPr>
          <p:spPr>
            <a:xfrm>
              <a:off x="1630289" y="1217843"/>
              <a:ext cx="387987" cy="261038"/>
            </a:xfrm>
            <a:custGeom>
              <a:avLst/>
              <a:gdLst/>
              <a:ahLst/>
              <a:cxnLst/>
              <a:rect l="l" t="t" r="r" b="b"/>
              <a:pathLst>
                <a:path w="13310" h="8955" extrusionOk="0">
                  <a:moveTo>
                    <a:pt x="12257" y="926"/>
                  </a:moveTo>
                  <a:cubicBezTo>
                    <a:pt x="12145" y="635"/>
                    <a:pt x="11898" y="399"/>
                    <a:pt x="11517" y="236"/>
                  </a:cubicBezTo>
                  <a:cubicBezTo>
                    <a:pt x="11419" y="196"/>
                    <a:pt x="11310" y="160"/>
                    <a:pt x="11194" y="127"/>
                  </a:cubicBezTo>
                  <a:cubicBezTo>
                    <a:pt x="11158" y="116"/>
                    <a:pt x="11118" y="109"/>
                    <a:pt x="11078" y="98"/>
                  </a:cubicBezTo>
                  <a:cubicBezTo>
                    <a:pt x="10994" y="80"/>
                    <a:pt x="10918" y="62"/>
                    <a:pt x="10831" y="51"/>
                  </a:cubicBezTo>
                  <a:cubicBezTo>
                    <a:pt x="10784" y="40"/>
                    <a:pt x="10730" y="37"/>
                    <a:pt x="10679" y="33"/>
                  </a:cubicBezTo>
                  <a:cubicBezTo>
                    <a:pt x="10595" y="22"/>
                    <a:pt x="10516" y="15"/>
                    <a:pt x="10428" y="8"/>
                  </a:cubicBezTo>
                  <a:cubicBezTo>
                    <a:pt x="10370" y="4"/>
                    <a:pt x="10312" y="4"/>
                    <a:pt x="10251" y="4"/>
                  </a:cubicBezTo>
                  <a:cubicBezTo>
                    <a:pt x="10204" y="4"/>
                    <a:pt x="10160" y="0"/>
                    <a:pt x="10113" y="0"/>
                  </a:cubicBezTo>
                  <a:cubicBezTo>
                    <a:pt x="10080" y="0"/>
                    <a:pt x="10044" y="4"/>
                    <a:pt x="10011" y="4"/>
                  </a:cubicBezTo>
                  <a:cubicBezTo>
                    <a:pt x="9921" y="4"/>
                    <a:pt x="9830" y="8"/>
                    <a:pt x="9735" y="15"/>
                  </a:cubicBezTo>
                  <a:cubicBezTo>
                    <a:pt x="9688" y="19"/>
                    <a:pt x="9645" y="15"/>
                    <a:pt x="9598" y="19"/>
                  </a:cubicBezTo>
                  <a:cubicBezTo>
                    <a:pt x="9561" y="22"/>
                    <a:pt x="9525" y="26"/>
                    <a:pt x="9496" y="26"/>
                  </a:cubicBezTo>
                  <a:cubicBezTo>
                    <a:pt x="9431" y="33"/>
                    <a:pt x="9362" y="40"/>
                    <a:pt x="9296" y="51"/>
                  </a:cubicBezTo>
                  <a:cubicBezTo>
                    <a:pt x="9246" y="55"/>
                    <a:pt x="9199" y="58"/>
                    <a:pt x="9151" y="62"/>
                  </a:cubicBezTo>
                  <a:cubicBezTo>
                    <a:pt x="9097" y="73"/>
                    <a:pt x="9042" y="80"/>
                    <a:pt x="8988" y="87"/>
                  </a:cubicBezTo>
                  <a:cubicBezTo>
                    <a:pt x="8934" y="95"/>
                    <a:pt x="8872" y="106"/>
                    <a:pt x="8818" y="113"/>
                  </a:cubicBezTo>
                  <a:lnTo>
                    <a:pt x="8723" y="127"/>
                  </a:lnTo>
                  <a:cubicBezTo>
                    <a:pt x="8625" y="146"/>
                    <a:pt x="8524" y="164"/>
                    <a:pt x="8426" y="185"/>
                  </a:cubicBezTo>
                  <a:cubicBezTo>
                    <a:pt x="8393" y="189"/>
                    <a:pt x="8360" y="200"/>
                    <a:pt x="8324" y="204"/>
                  </a:cubicBezTo>
                  <a:cubicBezTo>
                    <a:pt x="8317" y="204"/>
                    <a:pt x="8306" y="207"/>
                    <a:pt x="8299" y="207"/>
                  </a:cubicBezTo>
                  <a:cubicBezTo>
                    <a:pt x="8157" y="240"/>
                    <a:pt x="8016" y="273"/>
                    <a:pt x="7871" y="309"/>
                  </a:cubicBezTo>
                  <a:lnTo>
                    <a:pt x="7816" y="323"/>
                  </a:lnTo>
                  <a:cubicBezTo>
                    <a:pt x="7773" y="334"/>
                    <a:pt x="7725" y="345"/>
                    <a:pt x="7682" y="360"/>
                  </a:cubicBezTo>
                  <a:cubicBezTo>
                    <a:pt x="7598" y="381"/>
                    <a:pt x="7519" y="399"/>
                    <a:pt x="7435" y="425"/>
                  </a:cubicBezTo>
                  <a:cubicBezTo>
                    <a:pt x="7392" y="439"/>
                    <a:pt x="7341" y="458"/>
                    <a:pt x="7290" y="472"/>
                  </a:cubicBezTo>
                  <a:lnTo>
                    <a:pt x="7112" y="526"/>
                  </a:lnTo>
                  <a:lnTo>
                    <a:pt x="6978" y="566"/>
                  </a:lnTo>
                  <a:cubicBezTo>
                    <a:pt x="6895" y="595"/>
                    <a:pt x="6807" y="624"/>
                    <a:pt x="6728" y="653"/>
                  </a:cubicBezTo>
                  <a:lnTo>
                    <a:pt x="6564" y="708"/>
                  </a:lnTo>
                  <a:cubicBezTo>
                    <a:pt x="6546" y="715"/>
                    <a:pt x="6524" y="722"/>
                    <a:pt x="6506" y="730"/>
                  </a:cubicBezTo>
                  <a:cubicBezTo>
                    <a:pt x="6361" y="780"/>
                    <a:pt x="6220" y="839"/>
                    <a:pt x="6075" y="893"/>
                  </a:cubicBezTo>
                  <a:cubicBezTo>
                    <a:pt x="6053" y="904"/>
                    <a:pt x="6035" y="911"/>
                    <a:pt x="6013" y="915"/>
                  </a:cubicBezTo>
                  <a:cubicBezTo>
                    <a:pt x="6006" y="915"/>
                    <a:pt x="6006" y="915"/>
                    <a:pt x="6002" y="922"/>
                  </a:cubicBezTo>
                  <a:cubicBezTo>
                    <a:pt x="5821" y="995"/>
                    <a:pt x="5639" y="1071"/>
                    <a:pt x="5458" y="1147"/>
                  </a:cubicBezTo>
                  <a:cubicBezTo>
                    <a:pt x="5454" y="1151"/>
                    <a:pt x="5443" y="1151"/>
                    <a:pt x="5440" y="1158"/>
                  </a:cubicBezTo>
                  <a:cubicBezTo>
                    <a:pt x="5316" y="1212"/>
                    <a:pt x="5200" y="1270"/>
                    <a:pt x="5077" y="1325"/>
                  </a:cubicBezTo>
                  <a:cubicBezTo>
                    <a:pt x="5001" y="1361"/>
                    <a:pt x="4921" y="1394"/>
                    <a:pt x="4848" y="1430"/>
                  </a:cubicBezTo>
                  <a:cubicBezTo>
                    <a:pt x="4845" y="1430"/>
                    <a:pt x="4841" y="1434"/>
                    <a:pt x="4837" y="1434"/>
                  </a:cubicBezTo>
                  <a:cubicBezTo>
                    <a:pt x="4612" y="1542"/>
                    <a:pt x="4391" y="1658"/>
                    <a:pt x="4173" y="1778"/>
                  </a:cubicBezTo>
                  <a:cubicBezTo>
                    <a:pt x="4155" y="1785"/>
                    <a:pt x="4144" y="1796"/>
                    <a:pt x="4126" y="1804"/>
                  </a:cubicBezTo>
                  <a:cubicBezTo>
                    <a:pt x="4021" y="1865"/>
                    <a:pt x="3919" y="1923"/>
                    <a:pt x="3818" y="1981"/>
                  </a:cubicBezTo>
                  <a:cubicBezTo>
                    <a:pt x="3756" y="2018"/>
                    <a:pt x="3694" y="2050"/>
                    <a:pt x="3636" y="2087"/>
                  </a:cubicBezTo>
                  <a:cubicBezTo>
                    <a:pt x="3455" y="2195"/>
                    <a:pt x="3274" y="2304"/>
                    <a:pt x="3099" y="2420"/>
                  </a:cubicBezTo>
                  <a:cubicBezTo>
                    <a:pt x="3081" y="2435"/>
                    <a:pt x="3063" y="2446"/>
                    <a:pt x="3049" y="2457"/>
                  </a:cubicBezTo>
                  <a:cubicBezTo>
                    <a:pt x="3005" y="2489"/>
                    <a:pt x="2958" y="2522"/>
                    <a:pt x="2914" y="2547"/>
                  </a:cubicBezTo>
                  <a:cubicBezTo>
                    <a:pt x="2824" y="2613"/>
                    <a:pt x="2733" y="2671"/>
                    <a:pt x="2642" y="2736"/>
                  </a:cubicBezTo>
                  <a:cubicBezTo>
                    <a:pt x="2584" y="2776"/>
                    <a:pt x="2533" y="2816"/>
                    <a:pt x="2475" y="2856"/>
                  </a:cubicBezTo>
                  <a:cubicBezTo>
                    <a:pt x="2392" y="2917"/>
                    <a:pt x="2316" y="2976"/>
                    <a:pt x="2240" y="3034"/>
                  </a:cubicBezTo>
                  <a:cubicBezTo>
                    <a:pt x="2185" y="3074"/>
                    <a:pt x="2131" y="3121"/>
                    <a:pt x="2076" y="3161"/>
                  </a:cubicBezTo>
                  <a:cubicBezTo>
                    <a:pt x="2004" y="3219"/>
                    <a:pt x="1935" y="3273"/>
                    <a:pt x="1866" y="3335"/>
                  </a:cubicBezTo>
                  <a:cubicBezTo>
                    <a:pt x="1815" y="3378"/>
                    <a:pt x="1768" y="3418"/>
                    <a:pt x="1717" y="3465"/>
                  </a:cubicBezTo>
                  <a:cubicBezTo>
                    <a:pt x="1652" y="3520"/>
                    <a:pt x="1590" y="3578"/>
                    <a:pt x="1532" y="3632"/>
                  </a:cubicBezTo>
                  <a:cubicBezTo>
                    <a:pt x="1507" y="3654"/>
                    <a:pt x="1485" y="3672"/>
                    <a:pt x="1463" y="3698"/>
                  </a:cubicBezTo>
                  <a:cubicBezTo>
                    <a:pt x="1441" y="3716"/>
                    <a:pt x="1423" y="3737"/>
                    <a:pt x="1405" y="3756"/>
                  </a:cubicBezTo>
                  <a:cubicBezTo>
                    <a:pt x="1325" y="3832"/>
                    <a:pt x="1249" y="3904"/>
                    <a:pt x="1176" y="3981"/>
                  </a:cubicBezTo>
                  <a:cubicBezTo>
                    <a:pt x="1144" y="4017"/>
                    <a:pt x="1108" y="4050"/>
                    <a:pt x="1078" y="4086"/>
                  </a:cubicBezTo>
                  <a:cubicBezTo>
                    <a:pt x="981" y="4187"/>
                    <a:pt x="897" y="4285"/>
                    <a:pt x="814" y="4387"/>
                  </a:cubicBezTo>
                  <a:cubicBezTo>
                    <a:pt x="810" y="4391"/>
                    <a:pt x="806" y="4398"/>
                    <a:pt x="795" y="4405"/>
                  </a:cubicBezTo>
                  <a:lnTo>
                    <a:pt x="792" y="4409"/>
                  </a:lnTo>
                  <a:cubicBezTo>
                    <a:pt x="788" y="4416"/>
                    <a:pt x="781" y="4423"/>
                    <a:pt x="774" y="4430"/>
                  </a:cubicBezTo>
                  <a:cubicBezTo>
                    <a:pt x="708" y="4507"/>
                    <a:pt x="650" y="4586"/>
                    <a:pt x="596" y="4659"/>
                  </a:cubicBezTo>
                  <a:cubicBezTo>
                    <a:pt x="578" y="4684"/>
                    <a:pt x="560" y="4706"/>
                    <a:pt x="542" y="4735"/>
                  </a:cubicBezTo>
                  <a:cubicBezTo>
                    <a:pt x="520" y="4768"/>
                    <a:pt x="498" y="4797"/>
                    <a:pt x="473" y="4833"/>
                  </a:cubicBezTo>
                  <a:cubicBezTo>
                    <a:pt x="465" y="4851"/>
                    <a:pt x="454" y="4866"/>
                    <a:pt x="447" y="4880"/>
                  </a:cubicBezTo>
                  <a:cubicBezTo>
                    <a:pt x="396" y="4957"/>
                    <a:pt x="356" y="5029"/>
                    <a:pt x="317" y="5102"/>
                  </a:cubicBezTo>
                  <a:cubicBezTo>
                    <a:pt x="306" y="5120"/>
                    <a:pt x="288" y="5142"/>
                    <a:pt x="280" y="5167"/>
                  </a:cubicBezTo>
                  <a:cubicBezTo>
                    <a:pt x="273" y="5174"/>
                    <a:pt x="273" y="5178"/>
                    <a:pt x="269" y="5189"/>
                  </a:cubicBezTo>
                  <a:cubicBezTo>
                    <a:pt x="237" y="5250"/>
                    <a:pt x="211" y="5316"/>
                    <a:pt x="182" y="5374"/>
                  </a:cubicBezTo>
                  <a:cubicBezTo>
                    <a:pt x="175" y="5396"/>
                    <a:pt x="161" y="5421"/>
                    <a:pt x="153" y="5443"/>
                  </a:cubicBezTo>
                  <a:cubicBezTo>
                    <a:pt x="153" y="5446"/>
                    <a:pt x="153" y="5446"/>
                    <a:pt x="146" y="5450"/>
                  </a:cubicBezTo>
                  <a:cubicBezTo>
                    <a:pt x="128" y="5494"/>
                    <a:pt x="121" y="5533"/>
                    <a:pt x="106" y="5573"/>
                  </a:cubicBezTo>
                  <a:cubicBezTo>
                    <a:pt x="92" y="5610"/>
                    <a:pt x="81" y="5650"/>
                    <a:pt x="66" y="5686"/>
                  </a:cubicBezTo>
                  <a:lnTo>
                    <a:pt x="66" y="5697"/>
                  </a:lnTo>
                  <a:cubicBezTo>
                    <a:pt x="55" y="5722"/>
                    <a:pt x="55" y="5751"/>
                    <a:pt x="48" y="5773"/>
                  </a:cubicBezTo>
                  <a:cubicBezTo>
                    <a:pt x="37" y="5813"/>
                    <a:pt x="26" y="5860"/>
                    <a:pt x="19" y="5900"/>
                  </a:cubicBezTo>
                  <a:lnTo>
                    <a:pt x="19" y="5918"/>
                  </a:lnTo>
                  <a:cubicBezTo>
                    <a:pt x="15" y="5947"/>
                    <a:pt x="15" y="5969"/>
                    <a:pt x="12" y="5994"/>
                  </a:cubicBezTo>
                  <a:cubicBezTo>
                    <a:pt x="8" y="6031"/>
                    <a:pt x="1" y="6067"/>
                    <a:pt x="1" y="6099"/>
                  </a:cubicBezTo>
                  <a:lnTo>
                    <a:pt x="1" y="6132"/>
                  </a:lnTo>
                  <a:cubicBezTo>
                    <a:pt x="1" y="6158"/>
                    <a:pt x="1" y="6183"/>
                    <a:pt x="5" y="6208"/>
                  </a:cubicBezTo>
                  <a:cubicBezTo>
                    <a:pt x="5" y="6237"/>
                    <a:pt x="5" y="6259"/>
                    <a:pt x="12" y="6284"/>
                  </a:cubicBezTo>
                  <a:cubicBezTo>
                    <a:pt x="12" y="6299"/>
                    <a:pt x="15" y="6317"/>
                    <a:pt x="19" y="6332"/>
                  </a:cubicBezTo>
                  <a:cubicBezTo>
                    <a:pt x="23" y="6353"/>
                    <a:pt x="30" y="6379"/>
                    <a:pt x="34" y="6404"/>
                  </a:cubicBezTo>
                  <a:cubicBezTo>
                    <a:pt x="37" y="6422"/>
                    <a:pt x="37" y="6441"/>
                    <a:pt x="41" y="6459"/>
                  </a:cubicBezTo>
                  <a:cubicBezTo>
                    <a:pt x="52" y="6495"/>
                    <a:pt x="66" y="6528"/>
                    <a:pt x="77" y="6560"/>
                  </a:cubicBezTo>
                  <a:lnTo>
                    <a:pt x="1140" y="8955"/>
                  </a:lnTo>
                  <a:cubicBezTo>
                    <a:pt x="1122" y="8908"/>
                    <a:pt x="1108" y="8853"/>
                    <a:pt x="1093" y="8799"/>
                  </a:cubicBezTo>
                  <a:cubicBezTo>
                    <a:pt x="1089" y="8773"/>
                    <a:pt x="1086" y="8748"/>
                    <a:pt x="1082" y="8726"/>
                  </a:cubicBezTo>
                  <a:lnTo>
                    <a:pt x="1068" y="8603"/>
                  </a:lnTo>
                  <a:cubicBezTo>
                    <a:pt x="1068" y="8574"/>
                    <a:pt x="1064" y="8552"/>
                    <a:pt x="1064" y="8527"/>
                  </a:cubicBezTo>
                  <a:cubicBezTo>
                    <a:pt x="1064" y="8480"/>
                    <a:pt x="1068" y="8436"/>
                    <a:pt x="1071" y="8389"/>
                  </a:cubicBezTo>
                  <a:cubicBezTo>
                    <a:pt x="1078" y="8363"/>
                    <a:pt x="1078" y="8338"/>
                    <a:pt x="1082" y="8313"/>
                  </a:cubicBezTo>
                  <a:cubicBezTo>
                    <a:pt x="1089" y="8266"/>
                    <a:pt x="1100" y="8218"/>
                    <a:pt x="1115" y="8168"/>
                  </a:cubicBezTo>
                  <a:cubicBezTo>
                    <a:pt x="1118" y="8139"/>
                    <a:pt x="1122" y="8113"/>
                    <a:pt x="1133" y="8091"/>
                  </a:cubicBezTo>
                  <a:cubicBezTo>
                    <a:pt x="1140" y="8048"/>
                    <a:pt x="1158" y="8008"/>
                    <a:pt x="1173" y="7968"/>
                  </a:cubicBezTo>
                  <a:cubicBezTo>
                    <a:pt x="1187" y="7928"/>
                    <a:pt x="1198" y="7892"/>
                    <a:pt x="1213" y="7848"/>
                  </a:cubicBezTo>
                  <a:cubicBezTo>
                    <a:pt x="1224" y="7823"/>
                    <a:pt x="1242" y="7794"/>
                    <a:pt x="1249" y="7768"/>
                  </a:cubicBezTo>
                  <a:cubicBezTo>
                    <a:pt x="1278" y="7710"/>
                    <a:pt x="1303" y="7645"/>
                    <a:pt x="1336" y="7583"/>
                  </a:cubicBezTo>
                  <a:cubicBezTo>
                    <a:pt x="1351" y="7554"/>
                    <a:pt x="1369" y="7529"/>
                    <a:pt x="1380" y="7500"/>
                  </a:cubicBezTo>
                  <a:cubicBezTo>
                    <a:pt x="1423" y="7427"/>
                    <a:pt x="1467" y="7355"/>
                    <a:pt x="1514" y="7279"/>
                  </a:cubicBezTo>
                  <a:cubicBezTo>
                    <a:pt x="1543" y="7228"/>
                    <a:pt x="1576" y="7184"/>
                    <a:pt x="1608" y="7134"/>
                  </a:cubicBezTo>
                  <a:cubicBezTo>
                    <a:pt x="1626" y="7104"/>
                    <a:pt x="1644" y="7083"/>
                    <a:pt x="1663" y="7057"/>
                  </a:cubicBezTo>
                  <a:cubicBezTo>
                    <a:pt x="1717" y="6977"/>
                    <a:pt x="1775" y="6901"/>
                    <a:pt x="1840" y="6829"/>
                  </a:cubicBezTo>
                  <a:cubicBezTo>
                    <a:pt x="1844" y="6825"/>
                    <a:pt x="1848" y="6814"/>
                    <a:pt x="1851" y="6811"/>
                  </a:cubicBezTo>
                  <a:cubicBezTo>
                    <a:pt x="1859" y="6803"/>
                    <a:pt x="1866" y="6796"/>
                    <a:pt x="1869" y="6789"/>
                  </a:cubicBezTo>
                  <a:cubicBezTo>
                    <a:pt x="1953" y="6687"/>
                    <a:pt x="2040" y="6593"/>
                    <a:pt x="2134" y="6495"/>
                  </a:cubicBezTo>
                  <a:cubicBezTo>
                    <a:pt x="2167" y="6462"/>
                    <a:pt x="2196" y="6426"/>
                    <a:pt x="2232" y="6393"/>
                  </a:cubicBezTo>
                  <a:cubicBezTo>
                    <a:pt x="2305" y="6321"/>
                    <a:pt x="2377" y="6245"/>
                    <a:pt x="2461" y="6168"/>
                  </a:cubicBezTo>
                  <a:cubicBezTo>
                    <a:pt x="2501" y="6125"/>
                    <a:pt x="2548" y="6085"/>
                    <a:pt x="2588" y="6045"/>
                  </a:cubicBezTo>
                  <a:cubicBezTo>
                    <a:pt x="2646" y="5991"/>
                    <a:pt x="2711" y="5933"/>
                    <a:pt x="2777" y="5878"/>
                  </a:cubicBezTo>
                  <a:cubicBezTo>
                    <a:pt x="2827" y="5831"/>
                    <a:pt x="2878" y="5791"/>
                    <a:pt x="2929" y="5744"/>
                  </a:cubicBezTo>
                  <a:cubicBezTo>
                    <a:pt x="2994" y="5686"/>
                    <a:pt x="3067" y="5631"/>
                    <a:pt x="3136" y="5573"/>
                  </a:cubicBezTo>
                  <a:cubicBezTo>
                    <a:pt x="3190" y="5533"/>
                    <a:pt x="3241" y="5486"/>
                    <a:pt x="3295" y="5446"/>
                  </a:cubicBezTo>
                  <a:cubicBezTo>
                    <a:pt x="3372" y="5388"/>
                    <a:pt x="3448" y="5327"/>
                    <a:pt x="3531" y="5269"/>
                  </a:cubicBezTo>
                  <a:lnTo>
                    <a:pt x="3694" y="5145"/>
                  </a:lnTo>
                  <a:cubicBezTo>
                    <a:pt x="3782" y="5084"/>
                    <a:pt x="3876" y="5018"/>
                    <a:pt x="3967" y="4960"/>
                  </a:cubicBezTo>
                  <a:cubicBezTo>
                    <a:pt x="4028" y="4920"/>
                    <a:pt x="4090" y="4873"/>
                    <a:pt x="4152" y="4833"/>
                  </a:cubicBezTo>
                  <a:cubicBezTo>
                    <a:pt x="4329" y="4721"/>
                    <a:pt x="4507" y="4608"/>
                    <a:pt x="4689" y="4499"/>
                  </a:cubicBezTo>
                  <a:cubicBezTo>
                    <a:pt x="4747" y="4463"/>
                    <a:pt x="4808" y="4430"/>
                    <a:pt x="4870" y="4394"/>
                  </a:cubicBezTo>
                  <a:cubicBezTo>
                    <a:pt x="4986" y="4325"/>
                    <a:pt x="5106" y="4256"/>
                    <a:pt x="5226" y="4191"/>
                  </a:cubicBezTo>
                  <a:cubicBezTo>
                    <a:pt x="5443" y="4071"/>
                    <a:pt x="5668" y="3955"/>
                    <a:pt x="5890" y="3846"/>
                  </a:cubicBezTo>
                  <a:cubicBezTo>
                    <a:pt x="5966" y="3810"/>
                    <a:pt x="6042" y="3774"/>
                    <a:pt x="6125" y="3737"/>
                  </a:cubicBezTo>
                  <a:cubicBezTo>
                    <a:pt x="6249" y="3676"/>
                    <a:pt x="6368" y="3618"/>
                    <a:pt x="6492" y="3567"/>
                  </a:cubicBezTo>
                  <a:cubicBezTo>
                    <a:pt x="6684" y="3484"/>
                    <a:pt x="6873" y="3404"/>
                    <a:pt x="7065" y="3327"/>
                  </a:cubicBezTo>
                  <a:lnTo>
                    <a:pt x="7130" y="3302"/>
                  </a:lnTo>
                  <a:cubicBezTo>
                    <a:pt x="7294" y="3237"/>
                    <a:pt x="7457" y="3175"/>
                    <a:pt x="7617" y="3121"/>
                  </a:cubicBezTo>
                  <a:cubicBezTo>
                    <a:pt x="7671" y="3103"/>
                    <a:pt x="7725" y="3084"/>
                    <a:pt x="7783" y="3059"/>
                  </a:cubicBezTo>
                  <a:cubicBezTo>
                    <a:pt x="7910" y="3015"/>
                    <a:pt x="8037" y="2976"/>
                    <a:pt x="8164" y="2932"/>
                  </a:cubicBezTo>
                  <a:lnTo>
                    <a:pt x="8342" y="2878"/>
                  </a:lnTo>
                  <a:cubicBezTo>
                    <a:pt x="8473" y="2838"/>
                    <a:pt x="8607" y="2801"/>
                    <a:pt x="8734" y="2769"/>
                  </a:cubicBezTo>
                  <a:cubicBezTo>
                    <a:pt x="8778" y="2758"/>
                    <a:pt x="8825" y="2743"/>
                    <a:pt x="8868" y="2732"/>
                  </a:cubicBezTo>
                  <a:cubicBezTo>
                    <a:pt x="9042" y="2689"/>
                    <a:pt x="9209" y="2649"/>
                    <a:pt x="9376" y="2616"/>
                  </a:cubicBezTo>
                  <a:cubicBezTo>
                    <a:pt x="9409" y="2605"/>
                    <a:pt x="9445" y="2602"/>
                    <a:pt x="9478" y="2598"/>
                  </a:cubicBezTo>
                  <a:cubicBezTo>
                    <a:pt x="9608" y="2569"/>
                    <a:pt x="9739" y="2547"/>
                    <a:pt x="9870" y="2526"/>
                  </a:cubicBezTo>
                  <a:cubicBezTo>
                    <a:pt x="9931" y="2515"/>
                    <a:pt x="9986" y="2508"/>
                    <a:pt x="10040" y="2497"/>
                  </a:cubicBezTo>
                  <a:cubicBezTo>
                    <a:pt x="10142" y="2486"/>
                    <a:pt x="10247" y="2471"/>
                    <a:pt x="10349" y="2457"/>
                  </a:cubicBezTo>
                  <a:cubicBezTo>
                    <a:pt x="10414" y="2449"/>
                    <a:pt x="10479" y="2442"/>
                    <a:pt x="10548" y="2435"/>
                  </a:cubicBezTo>
                  <a:cubicBezTo>
                    <a:pt x="10628" y="2424"/>
                    <a:pt x="10711" y="2420"/>
                    <a:pt x="10791" y="2417"/>
                  </a:cubicBezTo>
                  <a:cubicBezTo>
                    <a:pt x="10886" y="2413"/>
                    <a:pt x="10976" y="2406"/>
                    <a:pt x="11067" y="2406"/>
                  </a:cubicBezTo>
                  <a:lnTo>
                    <a:pt x="11310" y="2406"/>
                  </a:lnTo>
                  <a:cubicBezTo>
                    <a:pt x="11368" y="2406"/>
                    <a:pt x="11426" y="2413"/>
                    <a:pt x="11484" y="2413"/>
                  </a:cubicBezTo>
                  <a:cubicBezTo>
                    <a:pt x="11571" y="2417"/>
                    <a:pt x="11655" y="2424"/>
                    <a:pt x="11731" y="2435"/>
                  </a:cubicBezTo>
                  <a:cubicBezTo>
                    <a:pt x="11782" y="2439"/>
                    <a:pt x="11836" y="2442"/>
                    <a:pt x="11883" y="2453"/>
                  </a:cubicBezTo>
                  <a:cubicBezTo>
                    <a:pt x="11970" y="2468"/>
                    <a:pt x="12054" y="2486"/>
                    <a:pt x="12130" y="2504"/>
                  </a:cubicBezTo>
                  <a:cubicBezTo>
                    <a:pt x="12170" y="2511"/>
                    <a:pt x="12210" y="2515"/>
                    <a:pt x="12246" y="2529"/>
                  </a:cubicBezTo>
                  <a:cubicBezTo>
                    <a:pt x="12362" y="2562"/>
                    <a:pt x="12471" y="2598"/>
                    <a:pt x="12569" y="2638"/>
                  </a:cubicBezTo>
                  <a:cubicBezTo>
                    <a:pt x="12950" y="2801"/>
                    <a:pt x="13197" y="3037"/>
                    <a:pt x="13309" y="332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2"/>
            <p:cNvSpPr/>
            <p:nvPr/>
          </p:nvSpPr>
          <p:spPr>
            <a:xfrm>
              <a:off x="1492497" y="1188751"/>
              <a:ext cx="677533" cy="412181"/>
            </a:xfrm>
            <a:custGeom>
              <a:avLst/>
              <a:gdLst/>
              <a:ahLst/>
              <a:cxnLst/>
              <a:rect l="l" t="t" r="r" b="b"/>
              <a:pathLst>
                <a:path w="23243" h="14140" extrusionOk="0">
                  <a:moveTo>
                    <a:pt x="23210" y="3317"/>
                  </a:moveTo>
                  <a:cubicBezTo>
                    <a:pt x="23207" y="3281"/>
                    <a:pt x="23196" y="3248"/>
                    <a:pt x="23192" y="3212"/>
                  </a:cubicBezTo>
                  <a:cubicBezTo>
                    <a:pt x="23185" y="3157"/>
                    <a:pt x="23174" y="3106"/>
                    <a:pt x="23159" y="3052"/>
                  </a:cubicBezTo>
                  <a:lnTo>
                    <a:pt x="23149" y="2972"/>
                  </a:lnTo>
                  <a:cubicBezTo>
                    <a:pt x="23127" y="2903"/>
                    <a:pt x="23105" y="2831"/>
                    <a:pt x="23080" y="2765"/>
                  </a:cubicBezTo>
                  <a:lnTo>
                    <a:pt x="21810" y="1"/>
                  </a:lnTo>
                  <a:cubicBezTo>
                    <a:pt x="21846" y="91"/>
                    <a:pt x="21871" y="189"/>
                    <a:pt x="21897" y="287"/>
                  </a:cubicBezTo>
                  <a:cubicBezTo>
                    <a:pt x="21908" y="334"/>
                    <a:pt x="21919" y="389"/>
                    <a:pt x="21926" y="443"/>
                  </a:cubicBezTo>
                  <a:cubicBezTo>
                    <a:pt x="21937" y="512"/>
                    <a:pt x="21944" y="581"/>
                    <a:pt x="21951" y="650"/>
                  </a:cubicBezTo>
                  <a:cubicBezTo>
                    <a:pt x="21955" y="705"/>
                    <a:pt x="21958" y="755"/>
                    <a:pt x="21958" y="813"/>
                  </a:cubicBezTo>
                  <a:cubicBezTo>
                    <a:pt x="21958" y="879"/>
                    <a:pt x="21958" y="951"/>
                    <a:pt x="21951" y="1024"/>
                  </a:cubicBezTo>
                  <a:cubicBezTo>
                    <a:pt x="21944" y="1085"/>
                    <a:pt x="21940" y="1144"/>
                    <a:pt x="21933" y="1202"/>
                  </a:cubicBezTo>
                  <a:cubicBezTo>
                    <a:pt x="21922" y="1274"/>
                    <a:pt x="21908" y="1347"/>
                    <a:pt x="21897" y="1419"/>
                  </a:cubicBezTo>
                  <a:cubicBezTo>
                    <a:pt x="21882" y="1481"/>
                    <a:pt x="21868" y="1550"/>
                    <a:pt x="21850" y="1619"/>
                  </a:cubicBezTo>
                  <a:cubicBezTo>
                    <a:pt x="21831" y="1688"/>
                    <a:pt x="21810" y="1760"/>
                    <a:pt x="21788" y="1833"/>
                  </a:cubicBezTo>
                  <a:cubicBezTo>
                    <a:pt x="21763" y="1909"/>
                    <a:pt x="21737" y="1985"/>
                    <a:pt x="21704" y="2065"/>
                  </a:cubicBezTo>
                  <a:cubicBezTo>
                    <a:pt x="21661" y="2178"/>
                    <a:pt x="21614" y="2294"/>
                    <a:pt x="21559" y="2413"/>
                  </a:cubicBezTo>
                  <a:lnTo>
                    <a:pt x="21545" y="2439"/>
                  </a:lnTo>
                  <a:cubicBezTo>
                    <a:pt x="21487" y="2566"/>
                    <a:pt x="21418" y="2693"/>
                    <a:pt x="21342" y="2827"/>
                  </a:cubicBezTo>
                  <a:cubicBezTo>
                    <a:pt x="21327" y="2852"/>
                    <a:pt x="21316" y="2874"/>
                    <a:pt x="21298" y="2903"/>
                  </a:cubicBezTo>
                  <a:cubicBezTo>
                    <a:pt x="21218" y="3034"/>
                    <a:pt x="21135" y="3168"/>
                    <a:pt x="21044" y="3306"/>
                  </a:cubicBezTo>
                  <a:cubicBezTo>
                    <a:pt x="21015" y="3346"/>
                    <a:pt x="20982" y="3393"/>
                    <a:pt x="20953" y="3433"/>
                  </a:cubicBezTo>
                  <a:cubicBezTo>
                    <a:pt x="20881" y="3538"/>
                    <a:pt x="20801" y="3636"/>
                    <a:pt x="20725" y="3741"/>
                  </a:cubicBezTo>
                  <a:cubicBezTo>
                    <a:pt x="20689" y="3792"/>
                    <a:pt x="20652" y="3836"/>
                    <a:pt x="20612" y="3886"/>
                  </a:cubicBezTo>
                  <a:cubicBezTo>
                    <a:pt x="20504" y="4021"/>
                    <a:pt x="20395" y="4159"/>
                    <a:pt x="20271" y="4293"/>
                  </a:cubicBezTo>
                  <a:cubicBezTo>
                    <a:pt x="20264" y="4307"/>
                    <a:pt x="20250" y="4318"/>
                    <a:pt x="20239" y="4333"/>
                  </a:cubicBezTo>
                  <a:cubicBezTo>
                    <a:pt x="20119" y="4471"/>
                    <a:pt x="19985" y="4608"/>
                    <a:pt x="19850" y="4746"/>
                  </a:cubicBezTo>
                  <a:cubicBezTo>
                    <a:pt x="19829" y="4772"/>
                    <a:pt x="19811" y="4794"/>
                    <a:pt x="19785" y="4815"/>
                  </a:cubicBezTo>
                  <a:cubicBezTo>
                    <a:pt x="19655" y="4946"/>
                    <a:pt x="19513" y="5084"/>
                    <a:pt x="19375" y="5214"/>
                  </a:cubicBezTo>
                  <a:cubicBezTo>
                    <a:pt x="19277" y="5305"/>
                    <a:pt x="19176" y="5396"/>
                    <a:pt x="19074" y="5487"/>
                  </a:cubicBezTo>
                  <a:cubicBezTo>
                    <a:pt x="18987" y="5563"/>
                    <a:pt x="18903" y="5643"/>
                    <a:pt x="18813" y="5719"/>
                  </a:cubicBezTo>
                  <a:cubicBezTo>
                    <a:pt x="18704" y="5809"/>
                    <a:pt x="18588" y="5900"/>
                    <a:pt x="18475" y="5991"/>
                  </a:cubicBezTo>
                  <a:cubicBezTo>
                    <a:pt x="18381" y="6067"/>
                    <a:pt x="18290" y="6140"/>
                    <a:pt x="18196" y="6219"/>
                  </a:cubicBezTo>
                  <a:cubicBezTo>
                    <a:pt x="18076" y="6310"/>
                    <a:pt x="17949" y="6404"/>
                    <a:pt x="17826" y="6495"/>
                  </a:cubicBezTo>
                  <a:cubicBezTo>
                    <a:pt x="17728" y="6568"/>
                    <a:pt x="17634" y="6644"/>
                    <a:pt x="17528" y="6716"/>
                  </a:cubicBezTo>
                  <a:cubicBezTo>
                    <a:pt x="17398" y="6811"/>
                    <a:pt x="17256" y="6902"/>
                    <a:pt x="17118" y="6999"/>
                  </a:cubicBezTo>
                  <a:cubicBezTo>
                    <a:pt x="17002" y="7079"/>
                    <a:pt x="16890" y="7163"/>
                    <a:pt x="16766" y="7239"/>
                  </a:cubicBezTo>
                  <a:cubicBezTo>
                    <a:pt x="16520" y="7399"/>
                    <a:pt x="16277" y="7551"/>
                    <a:pt x="16026" y="7707"/>
                  </a:cubicBezTo>
                  <a:cubicBezTo>
                    <a:pt x="15983" y="7732"/>
                    <a:pt x="15936" y="7761"/>
                    <a:pt x="15885" y="7787"/>
                  </a:cubicBezTo>
                  <a:cubicBezTo>
                    <a:pt x="15645" y="7932"/>
                    <a:pt x="15402" y="8073"/>
                    <a:pt x="15155" y="8208"/>
                  </a:cubicBezTo>
                  <a:cubicBezTo>
                    <a:pt x="15116" y="8229"/>
                    <a:pt x="15079" y="8248"/>
                    <a:pt x="15039" y="8273"/>
                  </a:cubicBezTo>
                  <a:cubicBezTo>
                    <a:pt x="14687" y="8462"/>
                    <a:pt x="14339" y="8643"/>
                    <a:pt x="13987" y="8821"/>
                  </a:cubicBezTo>
                  <a:cubicBezTo>
                    <a:pt x="13944" y="8839"/>
                    <a:pt x="13904" y="8861"/>
                    <a:pt x="13864" y="8879"/>
                  </a:cubicBezTo>
                  <a:cubicBezTo>
                    <a:pt x="13574" y="9020"/>
                    <a:pt x="13280" y="9155"/>
                    <a:pt x="12982" y="9289"/>
                  </a:cubicBezTo>
                  <a:cubicBezTo>
                    <a:pt x="12935" y="9311"/>
                    <a:pt x="12888" y="9329"/>
                    <a:pt x="12837" y="9351"/>
                  </a:cubicBezTo>
                  <a:cubicBezTo>
                    <a:pt x="12572" y="9470"/>
                    <a:pt x="12307" y="9579"/>
                    <a:pt x="12039" y="9688"/>
                  </a:cubicBezTo>
                  <a:cubicBezTo>
                    <a:pt x="11995" y="9706"/>
                    <a:pt x="11955" y="9724"/>
                    <a:pt x="11908" y="9735"/>
                  </a:cubicBezTo>
                  <a:cubicBezTo>
                    <a:pt x="11672" y="9826"/>
                    <a:pt x="11440" y="9917"/>
                    <a:pt x="11204" y="10004"/>
                  </a:cubicBezTo>
                  <a:cubicBezTo>
                    <a:pt x="11168" y="10018"/>
                    <a:pt x="11139" y="10033"/>
                    <a:pt x="11103" y="10040"/>
                  </a:cubicBezTo>
                  <a:cubicBezTo>
                    <a:pt x="10860" y="10127"/>
                    <a:pt x="10617" y="10207"/>
                    <a:pt x="10377" y="10290"/>
                  </a:cubicBezTo>
                  <a:cubicBezTo>
                    <a:pt x="10323" y="10308"/>
                    <a:pt x="10261" y="10327"/>
                    <a:pt x="10207" y="10345"/>
                  </a:cubicBezTo>
                  <a:cubicBezTo>
                    <a:pt x="9989" y="10414"/>
                    <a:pt x="9771" y="10479"/>
                    <a:pt x="9561" y="10544"/>
                  </a:cubicBezTo>
                  <a:cubicBezTo>
                    <a:pt x="9535" y="10552"/>
                    <a:pt x="9510" y="10559"/>
                    <a:pt x="9488" y="10566"/>
                  </a:cubicBezTo>
                  <a:cubicBezTo>
                    <a:pt x="9252" y="10635"/>
                    <a:pt x="9020" y="10697"/>
                    <a:pt x="8788" y="10758"/>
                  </a:cubicBezTo>
                  <a:cubicBezTo>
                    <a:pt x="8733" y="10769"/>
                    <a:pt x="8675" y="10784"/>
                    <a:pt x="8621" y="10798"/>
                  </a:cubicBezTo>
                  <a:cubicBezTo>
                    <a:pt x="8400" y="10853"/>
                    <a:pt x="8182" y="10907"/>
                    <a:pt x="7964" y="10951"/>
                  </a:cubicBezTo>
                  <a:cubicBezTo>
                    <a:pt x="7950" y="10958"/>
                    <a:pt x="7932" y="10962"/>
                    <a:pt x="7913" y="10962"/>
                  </a:cubicBezTo>
                  <a:cubicBezTo>
                    <a:pt x="7678" y="11012"/>
                    <a:pt x="7442" y="11056"/>
                    <a:pt x="7210" y="11096"/>
                  </a:cubicBezTo>
                  <a:cubicBezTo>
                    <a:pt x="7159" y="11107"/>
                    <a:pt x="7104" y="11114"/>
                    <a:pt x="7057" y="11125"/>
                  </a:cubicBezTo>
                  <a:cubicBezTo>
                    <a:pt x="6814" y="11165"/>
                    <a:pt x="6575" y="11201"/>
                    <a:pt x="6339" y="11234"/>
                  </a:cubicBezTo>
                  <a:lnTo>
                    <a:pt x="6245" y="11248"/>
                  </a:lnTo>
                  <a:cubicBezTo>
                    <a:pt x="5969" y="11284"/>
                    <a:pt x="5697" y="11310"/>
                    <a:pt x="5432" y="11332"/>
                  </a:cubicBezTo>
                  <a:cubicBezTo>
                    <a:pt x="5406" y="11332"/>
                    <a:pt x="5381" y="11339"/>
                    <a:pt x="5356" y="11339"/>
                  </a:cubicBezTo>
                  <a:cubicBezTo>
                    <a:pt x="5214" y="11346"/>
                    <a:pt x="5080" y="11357"/>
                    <a:pt x="4942" y="11361"/>
                  </a:cubicBezTo>
                  <a:cubicBezTo>
                    <a:pt x="4888" y="11364"/>
                    <a:pt x="4829" y="11364"/>
                    <a:pt x="4775" y="11364"/>
                  </a:cubicBezTo>
                  <a:cubicBezTo>
                    <a:pt x="4670" y="11368"/>
                    <a:pt x="4565" y="11368"/>
                    <a:pt x="4467" y="11368"/>
                  </a:cubicBezTo>
                  <a:lnTo>
                    <a:pt x="4245" y="11368"/>
                  </a:lnTo>
                  <a:cubicBezTo>
                    <a:pt x="4180" y="11368"/>
                    <a:pt x="4111" y="11368"/>
                    <a:pt x="4049" y="11364"/>
                  </a:cubicBezTo>
                  <a:cubicBezTo>
                    <a:pt x="3973" y="11361"/>
                    <a:pt x="3901" y="11361"/>
                    <a:pt x="3828" y="11357"/>
                  </a:cubicBezTo>
                  <a:cubicBezTo>
                    <a:pt x="3763" y="11350"/>
                    <a:pt x="3701" y="11350"/>
                    <a:pt x="3639" y="11346"/>
                  </a:cubicBezTo>
                  <a:cubicBezTo>
                    <a:pt x="3567" y="11342"/>
                    <a:pt x="3494" y="11332"/>
                    <a:pt x="3422" y="11328"/>
                  </a:cubicBezTo>
                  <a:cubicBezTo>
                    <a:pt x="3364" y="11324"/>
                    <a:pt x="3306" y="11321"/>
                    <a:pt x="3248" y="11310"/>
                  </a:cubicBezTo>
                  <a:cubicBezTo>
                    <a:pt x="3175" y="11303"/>
                    <a:pt x="3106" y="11292"/>
                    <a:pt x="3034" y="11284"/>
                  </a:cubicBezTo>
                  <a:cubicBezTo>
                    <a:pt x="2979" y="11274"/>
                    <a:pt x="2921" y="11270"/>
                    <a:pt x="2867" y="11259"/>
                  </a:cubicBezTo>
                  <a:cubicBezTo>
                    <a:pt x="2794" y="11248"/>
                    <a:pt x="2725" y="11234"/>
                    <a:pt x="2656" y="11219"/>
                  </a:cubicBezTo>
                  <a:cubicBezTo>
                    <a:pt x="2605" y="11212"/>
                    <a:pt x="2551" y="11201"/>
                    <a:pt x="2504" y="11186"/>
                  </a:cubicBezTo>
                  <a:cubicBezTo>
                    <a:pt x="2431" y="11176"/>
                    <a:pt x="2362" y="11157"/>
                    <a:pt x="2293" y="11139"/>
                  </a:cubicBezTo>
                  <a:cubicBezTo>
                    <a:pt x="2250" y="11125"/>
                    <a:pt x="2203" y="11114"/>
                    <a:pt x="2159" y="11103"/>
                  </a:cubicBezTo>
                  <a:cubicBezTo>
                    <a:pt x="2079" y="11078"/>
                    <a:pt x="2014" y="11056"/>
                    <a:pt x="1941" y="11034"/>
                  </a:cubicBezTo>
                  <a:cubicBezTo>
                    <a:pt x="1905" y="11020"/>
                    <a:pt x="1869" y="11012"/>
                    <a:pt x="1833" y="11001"/>
                  </a:cubicBezTo>
                  <a:cubicBezTo>
                    <a:pt x="1727" y="10965"/>
                    <a:pt x="1622" y="10925"/>
                    <a:pt x="1524" y="10885"/>
                  </a:cubicBezTo>
                  <a:cubicBezTo>
                    <a:pt x="733" y="10548"/>
                    <a:pt x="229" y="10062"/>
                    <a:pt x="0" y="9474"/>
                  </a:cubicBezTo>
                  <a:lnTo>
                    <a:pt x="1270" y="12239"/>
                  </a:lnTo>
                  <a:cubicBezTo>
                    <a:pt x="1506" y="12830"/>
                    <a:pt x="2003" y="13316"/>
                    <a:pt x="2794" y="13650"/>
                  </a:cubicBezTo>
                  <a:cubicBezTo>
                    <a:pt x="2892" y="13690"/>
                    <a:pt x="2997" y="13734"/>
                    <a:pt x="3102" y="13770"/>
                  </a:cubicBezTo>
                  <a:cubicBezTo>
                    <a:pt x="3139" y="13781"/>
                    <a:pt x="3175" y="13792"/>
                    <a:pt x="3215" y="13806"/>
                  </a:cubicBezTo>
                  <a:cubicBezTo>
                    <a:pt x="3287" y="13828"/>
                    <a:pt x="3356" y="13850"/>
                    <a:pt x="3433" y="13871"/>
                  </a:cubicBezTo>
                  <a:cubicBezTo>
                    <a:pt x="3476" y="13886"/>
                    <a:pt x="3527" y="13897"/>
                    <a:pt x="3574" y="13908"/>
                  </a:cubicBezTo>
                  <a:cubicBezTo>
                    <a:pt x="3639" y="13926"/>
                    <a:pt x="3708" y="13944"/>
                    <a:pt x="3781" y="13958"/>
                  </a:cubicBezTo>
                  <a:cubicBezTo>
                    <a:pt x="3832" y="13969"/>
                    <a:pt x="3886" y="13977"/>
                    <a:pt x="3941" y="13991"/>
                  </a:cubicBezTo>
                  <a:cubicBezTo>
                    <a:pt x="4010" y="14006"/>
                    <a:pt x="4075" y="14017"/>
                    <a:pt x="4147" y="14027"/>
                  </a:cubicBezTo>
                  <a:cubicBezTo>
                    <a:pt x="4202" y="14035"/>
                    <a:pt x="4263" y="14046"/>
                    <a:pt x="4318" y="14049"/>
                  </a:cubicBezTo>
                  <a:cubicBezTo>
                    <a:pt x="4383" y="14060"/>
                    <a:pt x="4456" y="14067"/>
                    <a:pt x="4528" y="14078"/>
                  </a:cubicBezTo>
                  <a:cubicBezTo>
                    <a:pt x="4590" y="14082"/>
                    <a:pt x="4648" y="14089"/>
                    <a:pt x="4706" y="14096"/>
                  </a:cubicBezTo>
                  <a:cubicBezTo>
                    <a:pt x="4779" y="14100"/>
                    <a:pt x="4851" y="14107"/>
                    <a:pt x="4924" y="14114"/>
                  </a:cubicBezTo>
                  <a:cubicBezTo>
                    <a:pt x="4989" y="14118"/>
                    <a:pt x="5051" y="14122"/>
                    <a:pt x="5116" y="14122"/>
                  </a:cubicBezTo>
                  <a:cubicBezTo>
                    <a:pt x="5189" y="14125"/>
                    <a:pt x="5265" y="14133"/>
                    <a:pt x="5337" y="14133"/>
                  </a:cubicBezTo>
                  <a:cubicBezTo>
                    <a:pt x="5399" y="14133"/>
                    <a:pt x="5468" y="14136"/>
                    <a:pt x="5533" y="14136"/>
                  </a:cubicBezTo>
                  <a:cubicBezTo>
                    <a:pt x="5588" y="14136"/>
                    <a:pt x="5642" y="14140"/>
                    <a:pt x="5697" y="14140"/>
                  </a:cubicBezTo>
                  <a:lnTo>
                    <a:pt x="5755" y="14140"/>
                  </a:lnTo>
                  <a:cubicBezTo>
                    <a:pt x="5853" y="14140"/>
                    <a:pt x="5958" y="14136"/>
                    <a:pt x="6063" y="14136"/>
                  </a:cubicBezTo>
                  <a:cubicBezTo>
                    <a:pt x="6118" y="14136"/>
                    <a:pt x="6172" y="14133"/>
                    <a:pt x="6230" y="14133"/>
                  </a:cubicBezTo>
                  <a:cubicBezTo>
                    <a:pt x="6368" y="14125"/>
                    <a:pt x="6502" y="14118"/>
                    <a:pt x="6644" y="14107"/>
                  </a:cubicBezTo>
                  <a:cubicBezTo>
                    <a:pt x="6665" y="14107"/>
                    <a:pt x="6687" y="14104"/>
                    <a:pt x="6716" y="14104"/>
                  </a:cubicBezTo>
                  <a:lnTo>
                    <a:pt x="6720" y="14104"/>
                  </a:lnTo>
                  <a:cubicBezTo>
                    <a:pt x="6981" y="14085"/>
                    <a:pt x="7253" y="14053"/>
                    <a:pt x="7533" y="14017"/>
                  </a:cubicBezTo>
                  <a:cubicBezTo>
                    <a:pt x="7551" y="14013"/>
                    <a:pt x="7572" y="14013"/>
                    <a:pt x="7591" y="14013"/>
                  </a:cubicBezTo>
                  <a:cubicBezTo>
                    <a:pt x="7601" y="14013"/>
                    <a:pt x="7612" y="14009"/>
                    <a:pt x="7623" y="14009"/>
                  </a:cubicBezTo>
                  <a:cubicBezTo>
                    <a:pt x="7859" y="13977"/>
                    <a:pt x="8099" y="13940"/>
                    <a:pt x="8338" y="13900"/>
                  </a:cubicBezTo>
                  <a:cubicBezTo>
                    <a:pt x="8360" y="13897"/>
                    <a:pt x="8385" y="13897"/>
                    <a:pt x="8411" y="13890"/>
                  </a:cubicBezTo>
                  <a:cubicBezTo>
                    <a:pt x="8440" y="13886"/>
                    <a:pt x="8465" y="13879"/>
                    <a:pt x="8494" y="13871"/>
                  </a:cubicBezTo>
                  <a:cubicBezTo>
                    <a:pt x="8723" y="13831"/>
                    <a:pt x="8958" y="13788"/>
                    <a:pt x="9194" y="13737"/>
                  </a:cubicBezTo>
                  <a:lnTo>
                    <a:pt x="9205" y="13737"/>
                  </a:lnTo>
                  <a:cubicBezTo>
                    <a:pt x="9220" y="13734"/>
                    <a:pt x="9231" y="13734"/>
                    <a:pt x="9241" y="13726"/>
                  </a:cubicBezTo>
                  <a:cubicBezTo>
                    <a:pt x="9459" y="13683"/>
                    <a:pt x="9677" y="13628"/>
                    <a:pt x="9898" y="13574"/>
                  </a:cubicBezTo>
                  <a:cubicBezTo>
                    <a:pt x="9931" y="13563"/>
                    <a:pt x="9956" y="13559"/>
                    <a:pt x="9989" y="13552"/>
                  </a:cubicBezTo>
                  <a:cubicBezTo>
                    <a:pt x="10018" y="13545"/>
                    <a:pt x="10043" y="13538"/>
                    <a:pt x="10065" y="13527"/>
                  </a:cubicBezTo>
                  <a:cubicBezTo>
                    <a:pt x="10297" y="13469"/>
                    <a:pt x="10529" y="13407"/>
                    <a:pt x="10765" y="13338"/>
                  </a:cubicBezTo>
                  <a:cubicBezTo>
                    <a:pt x="10769" y="13338"/>
                    <a:pt x="10776" y="13334"/>
                    <a:pt x="10783" y="13334"/>
                  </a:cubicBezTo>
                  <a:cubicBezTo>
                    <a:pt x="10802" y="13327"/>
                    <a:pt x="10820" y="13320"/>
                    <a:pt x="10841" y="13316"/>
                  </a:cubicBezTo>
                  <a:cubicBezTo>
                    <a:pt x="11059" y="13251"/>
                    <a:pt x="11273" y="13182"/>
                    <a:pt x="11491" y="13117"/>
                  </a:cubicBezTo>
                  <a:cubicBezTo>
                    <a:pt x="11524" y="13106"/>
                    <a:pt x="11556" y="13099"/>
                    <a:pt x="11585" y="13084"/>
                  </a:cubicBezTo>
                  <a:cubicBezTo>
                    <a:pt x="11607" y="13073"/>
                    <a:pt x="11636" y="13066"/>
                    <a:pt x="11658" y="13055"/>
                  </a:cubicBezTo>
                  <a:cubicBezTo>
                    <a:pt x="11897" y="12979"/>
                    <a:pt x="12140" y="12892"/>
                    <a:pt x="12384" y="12808"/>
                  </a:cubicBezTo>
                  <a:cubicBezTo>
                    <a:pt x="12394" y="12801"/>
                    <a:pt x="12402" y="12801"/>
                    <a:pt x="12413" y="12797"/>
                  </a:cubicBezTo>
                  <a:cubicBezTo>
                    <a:pt x="12434" y="12790"/>
                    <a:pt x="12460" y="12779"/>
                    <a:pt x="12485" y="12772"/>
                  </a:cubicBezTo>
                  <a:cubicBezTo>
                    <a:pt x="12721" y="12685"/>
                    <a:pt x="12950" y="12598"/>
                    <a:pt x="13185" y="12504"/>
                  </a:cubicBezTo>
                  <a:cubicBezTo>
                    <a:pt x="13218" y="12489"/>
                    <a:pt x="13247" y="12482"/>
                    <a:pt x="13276" y="12467"/>
                  </a:cubicBezTo>
                  <a:cubicBezTo>
                    <a:pt x="13291" y="12464"/>
                    <a:pt x="13305" y="12453"/>
                    <a:pt x="13320" y="12449"/>
                  </a:cubicBezTo>
                  <a:cubicBezTo>
                    <a:pt x="13584" y="12340"/>
                    <a:pt x="13853" y="12231"/>
                    <a:pt x="14118" y="12112"/>
                  </a:cubicBezTo>
                  <a:cubicBezTo>
                    <a:pt x="14143" y="12104"/>
                    <a:pt x="14165" y="12090"/>
                    <a:pt x="14194" y="12083"/>
                  </a:cubicBezTo>
                  <a:cubicBezTo>
                    <a:pt x="14216" y="12072"/>
                    <a:pt x="14238" y="12057"/>
                    <a:pt x="14263" y="12050"/>
                  </a:cubicBezTo>
                  <a:cubicBezTo>
                    <a:pt x="14557" y="11919"/>
                    <a:pt x="14851" y="11782"/>
                    <a:pt x="15141" y="11640"/>
                  </a:cubicBezTo>
                  <a:cubicBezTo>
                    <a:pt x="15159" y="11633"/>
                    <a:pt x="15181" y="11622"/>
                    <a:pt x="15199" y="11615"/>
                  </a:cubicBezTo>
                  <a:cubicBezTo>
                    <a:pt x="15217" y="11604"/>
                    <a:pt x="15243" y="11593"/>
                    <a:pt x="15261" y="11582"/>
                  </a:cubicBezTo>
                  <a:cubicBezTo>
                    <a:pt x="15613" y="11404"/>
                    <a:pt x="15968" y="11223"/>
                    <a:pt x="16313" y="11034"/>
                  </a:cubicBezTo>
                  <a:cubicBezTo>
                    <a:pt x="16331" y="11023"/>
                    <a:pt x="16353" y="11012"/>
                    <a:pt x="16371" y="11001"/>
                  </a:cubicBezTo>
                  <a:cubicBezTo>
                    <a:pt x="16389" y="10994"/>
                    <a:pt x="16407" y="10980"/>
                    <a:pt x="16425" y="10969"/>
                  </a:cubicBezTo>
                  <a:cubicBezTo>
                    <a:pt x="16668" y="10835"/>
                    <a:pt x="16915" y="10693"/>
                    <a:pt x="17158" y="10548"/>
                  </a:cubicBezTo>
                  <a:lnTo>
                    <a:pt x="17296" y="10468"/>
                  </a:lnTo>
                  <a:cubicBezTo>
                    <a:pt x="17546" y="10316"/>
                    <a:pt x="17793" y="10160"/>
                    <a:pt x="18040" y="10000"/>
                  </a:cubicBezTo>
                  <a:cubicBezTo>
                    <a:pt x="18065" y="9982"/>
                    <a:pt x="18098" y="9964"/>
                    <a:pt x="18127" y="9946"/>
                  </a:cubicBezTo>
                  <a:cubicBezTo>
                    <a:pt x="18218" y="9888"/>
                    <a:pt x="18305" y="9822"/>
                    <a:pt x="18396" y="9761"/>
                  </a:cubicBezTo>
                  <a:cubicBezTo>
                    <a:pt x="18530" y="9663"/>
                    <a:pt x="18671" y="9572"/>
                    <a:pt x="18802" y="9478"/>
                  </a:cubicBezTo>
                  <a:cubicBezTo>
                    <a:pt x="18907" y="9405"/>
                    <a:pt x="19001" y="9329"/>
                    <a:pt x="19103" y="9256"/>
                  </a:cubicBezTo>
                  <a:cubicBezTo>
                    <a:pt x="19223" y="9166"/>
                    <a:pt x="19350" y="9071"/>
                    <a:pt x="19469" y="8981"/>
                  </a:cubicBezTo>
                  <a:cubicBezTo>
                    <a:pt x="19564" y="8901"/>
                    <a:pt x="19658" y="8828"/>
                    <a:pt x="19749" y="8752"/>
                  </a:cubicBezTo>
                  <a:cubicBezTo>
                    <a:pt x="19861" y="8661"/>
                    <a:pt x="19977" y="8571"/>
                    <a:pt x="20086" y="8480"/>
                  </a:cubicBezTo>
                  <a:cubicBezTo>
                    <a:pt x="20177" y="8404"/>
                    <a:pt x="20264" y="8327"/>
                    <a:pt x="20348" y="8248"/>
                  </a:cubicBezTo>
                  <a:cubicBezTo>
                    <a:pt x="20453" y="8157"/>
                    <a:pt x="20554" y="8066"/>
                    <a:pt x="20649" y="7975"/>
                  </a:cubicBezTo>
                  <a:cubicBezTo>
                    <a:pt x="20670" y="7954"/>
                    <a:pt x="20696" y="7932"/>
                    <a:pt x="20721" y="7914"/>
                  </a:cubicBezTo>
                  <a:cubicBezTo>
                    <a:pt x="20837" y="7801"/>
                    <a:pt x="20950" y="7692"/>
                    <a:pt x="21059" y="7576"/>
                  </a:cubicBezTo>
                  <a:lnTo>
                    <a:pt x="21128" y="7511"/>
                  </a:lnTo>
                  <a:cubicBezTo>
                    <a:pt x="21265" y="7370"/>
                    <a:pt x="21396" y="7232"/>
                    <a:pt x="21519" y="7094"/>
                  </a:cubicBezTo>
                  <a:cubicBezTo>
                    <a:pt x="21527" y="7079"/>
                    <a:pt x="21541" y="7068"/>
                    <a:pt x="21548" y="7058"/>
                  </a:cubicBezTo>
                  <a:cubicBezTo>
                    <a:pt x="21639" y="6956"/>
                    <a:pt x="21726" y="6851"/>
                    <a:pt x="21810" y="6753"/>
                  </a:cubicBezTo>
                  <a:cubicBezTo>
                    <a:pt x="21835" y="6716"/>
                    <a:pt x="21864" y="6684"/>
                    <a:pt x="21890" y="6648"/>
                  </a:cubicBezTo>
                  <a:cubicBezTo>
                    <a:pt x="21929" y="6597"/>
                    <a:pt x="21966" y="6553"/>
                    <a:pt x="22002" y="6502"/>
                  </a:cubicBezTo>
                  <a:cubicBezTo>
                    <a:pt x="22085" y="6397"/>
                    <a:pt x="22158" y="6296"/>
                    <a:pt x="22231" y="6194"/>
                  </a:cubicBezTo>
                  <a:cubicBezTo>
                    <a:pt x="22263" y="6154"/>
                    <a:pt x="22292" y="6107"/>
                    <a:pt x="22321" y="6067"/>
                  </a:cubicBezTo>
                  <a:lnTo>
                    <a:pt x="22361" y="6013"/>
                  </a:lnTo>
                  <a:cubicBezTo>
                    <a:pt x="22437" y="5897"/>
                    <a:pt x="22506" y="5780"/>
                    <a:pt x="22575" y="5668"/>
                  </a:cubicBezTo>
                  <a:cubicBezTo>
                    <a:pt x="22590" y="5643"/>
                    <a:pt x="22601" y="5617"/>
                    <a:pt x="22619" y="5592"/>
                  </a:cubicBezTo>
                  <a:cubicBezTo>
                    <a:pt x="22651" y="5534"/>
                    <a:pt x="22688" y="5472"/>
                    <a:pt x="22720" y="5418"/>
                  </a:cubicBezTo>
                  <a:cubicBezTo>
                    <a:pt x="22757" y="5345"/>
                    <a:pt x="22793" y="5280"/>
                    <a:pt x="22826" y="5211"/>
                  </a:cubicBezTo>
                  <a:cubicBezTo>
                    <a:pt x="22829" y="5200"/>
                    <a:pt x="22833" y="5193"/>
                    <a:pt x="22836" y="5178"/>
                  </a:cubicBezTo>
                  <a:cubicBezTo>
                    <a:pt x="22880" y="5087"/>
                    <a:pt x="22920" y="5000"/>
                    <a:pt x="22956" y="4910"/>
                  </a:cubicBezTo>
                  <a:lnTo>
                    <a:pt x="22982" y="4830"/>
                  </a:lnTo>
                  <a:cubicBezTo>
                    <a:pt x="23014" y="4754"/>
                    <a:pt x="23036" y="4674"/>
                    <a:pt x="23065" y="4598"/>
                  </a:cubicBezTo>
                  <a:cubicBezTo>
                    <a:pt x="23080" y="4554"/>
                    <a:pt x="23098" y="4507"/>
                    <a:pt x="23109" y="4463"/>
                  </a:cubicBezTo>
                  <a:cubicBezTo>
                    <a:pt x="23119" y="4434"/>
                    <a:pt x="23119" y="4413"/>
                    <a:pt x="23127" y="4384"/>
                  </a:cubicBezTo>
                  <a:cubicBezTo>
                    <a:pt x="23145" y="4318"/>
                    <a:pt x="23159" y="4253"/>
                    <a:pt x="23174" y="4184"/>
                  </a:cubicBezTo>
                  <a:cubicBezTo>
                    <a:pt x="23181" y="4140"/>
                    <a:pt x="23196" y="4093"/>
                    <a:pt x="23207" y="4050"/>
                  </a:cubicBezTo>
                  <a:cubicBezTo>
                    <a:pt x="23210" y="4021"/>
                    <a:pt x="23210" y="3995"/>
                    <a:pt x="23214" y="3966"/>
                  </a:cubicBezTo>
                  <a:cubicBezTo>
                    <a:pt x="23225" y="3908"/>
                    <a:pt x="23228" y="3850"/>
                    <a:pt x="23232" y="3792"/>
                  </a:cubicBezTo>
                  <a:cubicBezTo>
                    <a:pt x="23236" y="3749"/>
                    <a:pt x="23243" y="3709"/>
                    <a:pt x="23243" y="3669"/>
                  </a:cubicBezTo>
                  <a:cubicBezTo>
                    <a:pt x="23243" y="3636"/>
                    <a:pt x="23239" y="3611"/>
                    <a:pt x="23239" y="3578"/>
                  </a:cubicBezTo>
                  <a:cubicBezTo>
                    <a:pt x="23239" y="3524"/>
                    <a:pt x="23232" y="3469"/>
                    <a:pt x="23228" y="3411"/>
                  </a:cubicBezTo>
                  <a:cubicBezTo>
                    <a:pt x="23210" y="3382"/>
                    <a:pt x="23214" y="3346"/>
                    <a:pt x="23210" y="331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2"/>
            <p:cNvSpPr/>
            <p:nvPr/>
          </p:nvSpPr>
          <p:spPr>
            <a:xfrm>
              <a:off x="1442038" y="1107539"/>
              <a:ext cx="735921" cy="438941"/>
            </a:xfrm>
            <a:custGeom>
              <a:avLst/>
              <a:gdLst/>
              <a:ahLst/>
              <a:cxnLst/>
              <a:rect l="l" t="t" r="r" b="b"/>
              <a:pathLst>
                <a:path w="25246" h="15058" extrusionOk="0">
                  <a:moveTo>
                    <a:pt x="22006" y="1375"/>
                  </a:moveTo>
                  <a:cubicBezTo>
                    <a:pt x="18773" y="0"/>
                    <a:pt x="11930" y="1640"/>
                    <a:pt x="6756" y="5033"/>
                  </a:cubicBezTo>
                  <a:cubicBezTo>
                    <a:pt x="1579" y="8425"/>
                    <a:pt x="1" y="12300"/>
                    <a:pt x="3237" y="13679"/>
                  </a:cubicBezTo>
                  <a:cubicBezTo>
                    <a:pt x="6470" y="15057"/>
                    <a:pt x="13313" y="13417"/>
                    <a:pt x="18487" y="10025"/>
                  </a:cubicBezTo>
                  <a:cubicBezTo>
                    <a:pt x="23664" y="6633"/>
                    <a:pt x="25246" y="2754"/>
                    <a:pt x="22006" y="1375"/>
                  </a:cubicBezTo>
                  <a:close/>
                  <a:moveTo>
                    <a:pt x="15693" y="8835"/>
                  </a:moveTo>
                  <a:cubicBezTo>
                    <a:pt x="12743" y="10769"/>
                    <a:pt x="8970" y="11756"/>
                    <a:pt x="7272" y="11037"/>
                  </a:cubicBezTo>
                  <a:cubicBezTo>
                    <a:pt x="5574" y="10315"/>
                    <a:pt x="6600" y="8156"/>
                    <a:pt x="9547" y="6223"/>
                  </a:cubicBezTo>
                  <a:cubicBezTo>
                    <a:pt x="12496" y="4292"/>
                    <a:pt x="16273" y="3302"/>
                    <a:pt x="17971" y="4024"/>
                  </a:cubicBezTo>
                  <a:cubicBezTo>
                    <a:pt x="19666" y="4746"/>
                    <a:pt x="18643" y="6905"/>
                    <a:pt x="15693" y="883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5" name="Google Shape;735;p33"/>
          <p:cNvGrpSpPr/>
          <p:nvPr/>
        </p:nvGrpSpPr>
        <p:grpSpPr>
          <a:xfrm>
            <a:off x="194005" y="4680658"/>
            <a:ext cx="2723273" cy="155452"/>
            <a:chOff x="2434537" y="2460245"/>
            <a:chExt cx="2020532" cy="113510"/>
          </a:xfrm>
        </p:grpSpPr>
        <p:sp>
          <p:nvSpPr>
            <p:cNvPr id="736" name="Google Shape;736;p33"/>
            <p:cNvSpPr/>
            <p:nvPr/>
          </p:nvSpPr>
          <p:spPr>
            <a:xfrm>
              <a:off x="2675549" y="2460245"/>
              <a:ext cx="1779520" cy="113510"/>
            </a:xfrm>
            <a:custGeom>
              <a:avLst/>
              <a:gdLst/>
              <a:ahLst/>
              <a:cxnLst/>
              <a:rect l="l" t="t" r="r" b="b"/>
              <a:pathLst>
                <a:path w="61047" h="3894" extrusionOk="0">
                  <a:moveTo>
                    <a:pt x="1" y="0"/>
                  </a:moveTo>
                  <a:lnTo>
                    <a:pt x="61046" y="0"/>
                  </a:lnTo>
                  <a:lnTo>
                    <a:pt x="61046" y="3893"/>
                  </a:lnTo>
                  <a:lnTo>
                    <a:pt x="1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2434537" y="2460245"/>
              <a:ext cx="127473" cy="113510"/>
            </a:xfrm>
            <a:custGeom>
              <a:avLst/>
              <a:gdLst/>
              <a:ahLst/>
              <a:cxnLst/>
              <a:rect l="l" t="t" r="r" b="b"/>
              <a:pathLst>
                <a:path w="4373" h="3894" extrusionOk="0">
                  <a:moveTo>
                    <a:pt x="0" y="0"/>
                  </a:moveTo>
                  <a:lnTo>
                    <a:pt x="4372" y="0"/>
                  </a:lnTo>
                  <a:lnTo>
                    <a:pt x="4372" y="3893"/>
                  </a:lnTo>
                  <a:lnTo>
                    <a:pt x="0" y="389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8" name="Google Shape;738;p33"/>
          <p:cNvSpPr/>
          <p:nvPr/>
        </p:nvSpPr>
        <p:spPr>
          <a:xfrm>
            <a:off x="665512" y="248689"/>
            <a:ext cx="423087" cy="484642"/>
          </a:xfrm>
          <a:custGeom>
            <a:avLst/>
            <a:gdLst/>
            <a:ahLst/>
            <a:cxnLst/>
            <a:rect l="l" t="t" r="r" b="b"/>
            <a:pathLst>
              <a:path w="13603" h="15516" extrusionOk="0">
                <a:moveTo>
                  <a:pt x="0" y="1"/>
                </a:moveTo>
                <a:lnTo>
                  <a:pt x="6800" y="3731"/>
                </a:lnTo>
                <a:lnTo>
                  <a:pt x="13603" y="7464"/>
                </a:lnTo>
                <a:lnTo>
                  <a:pt x="6966" y="11492"/>
                </a:lnTo>
                <a:lnTo>
                  <a:pt x="334" y="15515"/>
                </a:lnTo>
                <a:lnTo>
                  <a:pt x="167" y="7758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9" name="Google Shape;739;p33"/>
          <p:cNvGrpSpPr/>
          <p:nvPr/>
        </p:nvGrpSpPr>
        <p:grpSpPr>
          <a:xfrm>
            <a:off x="7253798" y="382582"/>
            <a:ext cx="593041" cy="155445"/>
            <a:chOff x="1447343" y="1933009"/>
            <a:chExt cx="942682" cy="245181"/>
          </a:xfrm>
        </p:grpSpPr>
        <p:sp>
          <p:nvSpPr>
            <p:cNvPr id="740" name="Google Shape;740;p33"/>
            <p:cNvSpPr/>
            <p:nvPr/>
          </p:nvSpPr>
          <p:spPr>
            <a:xfrm>
              <a:off x="1807987" y="1933009"/>
              <a:ext cx="582038" cy="245181"/>
            </a:xfrm>
            <a:custGeom>
              <a:avLst/>
              <a:gdLst/>
              <a:ahLst/>
              <a:cxnLst/>
              <a:rect l="l" t="t" r="r" b="b"/>
              <a:pathLst>
                <a:path w="19967" h="8411" extrusionOk="0">
                  <a:moveTo>
                    <a:pt x="0" y="1"/>
                  </a:moveTo>
                  <a:lnTo>
                    <a:pt x="19967" y="1"/>
                  </a:lnTo>
                  <a:lnTo>
                    <a:pt x="19967" y="8411"/>
                  </a:lnTo>
                  <a:lnTo>
                    <a:pt x="0" y="841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3"/>
            <p:cNvSpPr/>
            <p:nvPr/>
          </p:nvSpPr>
          <p:spPr>
            <a:xfrm>
              <a:off x="1447343" y="1996352"/>
              <a:ext cx="582038" cy="118378"/>
            </a:xfrm>
            <a:custGeom>
              <a:avLst/>
              <a:gdLst/>
              <a:ahLst/>
              <a:cxnLst/>
              <a:rect l="l" t="t" r="r" b="b"/>
              <a:pathLst>
                <a:path w="19967" h="4061" extrusionOk="0">
                  <a:moveTo>
                    <a:pt x="0" y="1"/>
                  </a:moveTo>
                  <a:lnTo>
                    <a:pt x="19966" y="1"/>
                  </a:lnTo>
                  <a:lnTo>
                    <a:pt x="19966" y="4061"/>
                  </a:lnTo>
                  <a:lnTo>
                    <a:pt x="0" y="40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2" name="Google Shape;742;p33"/>
          <p:cNvSpPr/>
          <p:nvPr/>
        </p:nvSpPr>
        <p:spPr>
          <a:xfrm>
            <a:off x="2269384" y="155721"/>
            <a:ext cx="1678107" cy="155450"/>
          </a:xfrm>
          <a:custGeom>
            <a:avLst/>
            <a:gdLst/>
            <a:ahLst/>
            <a:cxnLst/>
            <a:rect l="l" t="t" r="r" b="b"/>
            <a:pathLst>
              <a:path w="48511" h="4427" extrusionOk="0">
                <a:moveTo>
                  <a:pt x="0" y="0"/>
                </a:moveTo>
                <a:lnTo>
                  <a:pt x="48510" y="0"/>
                </a:lnTo>
                <a:lnTo>
                  <a:pt x="48510" y="4427"/>
                </a:lnTo>
                <a:lnTo>
                  <a:pt x="0" y="442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3"/>
          <p:cNvSpPr/>
          <p:nvPr/>
        </p:nvSpPr>
        <p:spPr>
          <a:xfrm>
            <a:off x="436819" y="3523856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33"/>
          <p:cNvSpPr/>
          <p:nvPr/>
        </p:nvSpPr>
        <p:spPr>
          <a:xfrm>
            <a:off x="5755206" y="438106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3"/>
          <p:cNvSpPr/>
          <p:nvPr/>
        </p:nvSpPr>
        <p:spPr>
          <a:xfrm>
            <a:off x="8329294" y="1434343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3"/>
          <p:cNvSpPr/>
          <p:nvPr/>
        </p:nvSpPr>
        <p:spPr>
          <a:xfrm>
            <a:off x="-135867" y="1774863"/>
            <a:ext cx="484647" cy="484620"/>
          </a:xfrm>
          <a:custGeom>
            <a:avLst/>
            <a:gdLst/>
            <a:ahLst/>
            <a:cxnLst/>
            <a:rect l="l" t="t" r="r" b="b"/>
            <a:pathLst>
              <a:path w="12635" h="12631" extrusionOk="0">
                <a:moveTo>
                  <a:pt x="6317" y="9321"/>
                </a:moveTo>
                <a:lnTo>
                  <a:pt x="9634" y="12630"/>
                </a:lnTo>
                <a:lnTo>
                  <a:pt x="12634" y="9633"/>
                </a:lnTo>
                <a:lnTo>
                  <a:pt x="9318" y="6317"/>
                </a:lnTo>
                <a:lnTo>
                  <a:pt x="12634" y="3005"/>
                </a:lnTo>
                <a:lnTo>
                  <a:pt x="9634" y="0"/>
                </a:lnTo>
                <a:lnTo>
                  <a:pt x="6317" y="3317"/>
                </a:lnTo>
                <a:lnTo>
                  <a:pt x="3001" y="0"/>
                </a:lnTo>
                <a:lnTo>
                  <a:pt x="1" y="3005"/>
                </a:lnTo>
                <a:lnTo>
                  <a:pt x="3313" y="6317"/>
                </a:lnTo>
                <a:lnTo>
                  <a:pt x="1" y="9633"/>
                </a:lnTo>
                <a:lnTo>
                  <a:pt x="3001" y="1263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3"/>
          <p:cNvSpPr/>
          <p:nvPr/>
        </p:nvSpPr>
        <p:spPr>
          <a:xfrm>
            <a:off x="8428896" y="2996763"/>
            <a:ext cx="372134" cy="329192"/>
          </a:xfrm>
          <a:custGeom>
            <a:avLst/>
            <a:gdLst/>
            <a:ahLst/>
            <a:cxnLst/>
            <a:rect l="l" t="t" r="r" b="b"/>
            <a:pathLst>
              <a:path w="16238" h="14347" extrusionOk="0">
                <a:moveTo>
                  <a:pt x="16237" y="0"/>
                </a:moveTo>
                <a:lnTo>
                  <a:pt x="12424" y="7169"/>
                </a:lnTo>
                <a:lnTo>
                  <a:pt x="8603" y="14346"/>
                </a:lnTo>
                <a:lnTo>
                  <a:pt x="4300" y="7452"/>
                </a:lnTo>
                <a:lnTo>
                  <a:pt x="1" y="562"/>
                </a:lnTo>
                <a:lnTo>
                  <a:pt x="8121" y="279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8" name="Google Shape;748;p33"/>
          <p:cNvGrpSpPr/>
          <p:nvPr/>
        </p:nvGrpSpPr>
        <p:grpSpPr>
          <a:xfrm>
            <a:off x="7762717" y="3952500"/>
            <a:ext cx="998410" cy="923544"/>
            <a:chOff x="2506538" y="1118529"/>
            <a:chExt cx="507064" cy="468994"/>
          </a:xfrm>
        </p:grpSpPr>
        <p:sp>
          <p:nvSpPr>
            <p:cNvPr id="749" name="Google Shape;749;p33"/>
            <p:cNvSpPr/>
            <p:nvPr/>
          </p:nvSpPr>
          <p:spPr>
            <a:xfrm>
              <a:off x="2739009" y="1181872"/>
              <a:ext cx="274593" cy="405651"/>
            </a:xfrm>
            <a:custGeom>
              <a:avLst/>
              <a:gdLst/>
              <a:ahLst/>
              <a:cxnLst/>
              <a:rect l="l" t="t" r="r" b="b"/>
              <a:pathLst>
                <a:path w="9420" h="13916" extrusionOk="0">
                  <a:moveTo>
                    <a:pt x="6677" y="1"/>
                  </a:moveTo>
                  <a:lnTo>
                    <a:pt x="1" y="5966"/>
                  </a:lnTo>
                  <a:lnTo>
                    <a:pt x="2744" y="13915"/>
                  </a:lnTo>
                  <a:lnTo>
                    <a:pt x="9420" y="794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3"/>
            <p:cNvSpPr/>
            <p:nvPr/>
          </p:nvSpPr>
          <p:spPr>
            <a:xfrm>
              <a:off x="2506538" y="1292496"/>
              <a:ext cx="312459" cy="295027"/>
            </a:xfrm>
            <a:custGeom>
              <a:avLst/>
              <a:gdLst/>
              <a:ahLst/>
              <a:cxnLst/>
              <a:rect l="l" t="t" r="r" b="b"/>
              <a:pathLst>
                <a:path w="10719" h="10121" extrusionOk="0">
                  <a:moveTo>
                    <a:pt x="7976" y="2171"/>
                  </a:moveTo>
                  <a:lnTo>
                    <a:pt x="1" y="1"/>
                  </a:lnTo>
                  <a:lnTo>
                    <a:pt x="2748" y="7947"/>
                  </a:lnTo>
                  <a:lnTo>
                    <a:pt x="10719" y="10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3"/>
            <p:cNvSpPr/>
            <p:nvPr/>
          </p:nvSpPr>
          <p:spPr>
            <a:xfrm>
              <a:off x="2506538" y="1118529"/>
              <a:ext cx="427106" cy="237252"/>
            </a:xfrm>
            <a:custGeom>
              <a:avLst/>
              <a:gdLst/>
              <a:ahLst/>
              <a:cxnLst/>
              <a:rect l="l" t="t" r="r" b="b"/>
              <a:pathLst>
                <a:path w="14652" h="8139" extrusionOk="0">
                  <a:moveTo>
                    <a:pt x="6677" y="0"/>
                  </a:moveTo>
                  <a:lnTo>
                    <a:pt x="1" y="5969"/>
                  </a:lnTo>
                  <a:lnTo>
                    <a:pt x="7976" y="8139"/>
                  </a:lnTo>
                  <a:lnTo>
                    <a:pt x="14652" y="217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eko"/>
              <a:buNone/>
              <a:defRPr sz="36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70" r:id="rId11"/>
    <p:sldLayoutId id="2147483672" r:id="rId12"/>
    <p:sldLayoutId id="2147483673" r:id="rId13"/>
    <p:sldLayoutId id="2147483674" r:id="rId14"/>
    <p:sldLayoutId id="2147483677" r:id="rId15"/>
    <p:sldLayoutId id="2147483678" r:id="rId16"/>
    <p:sldLayoutId id="2147483679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2" name="Google Shape;762;p37"/>
          <p:cNvGrpSpPr/>
          <p:nvPr/>
        </p:nvGrpSpPr>
        <p:grpSpPr>
          <a:xfrm>
            <a:off x="624921" y="339206"/>
            <a:ext cx="7901796" cy="4313207"/>
            <a:chOff x="1119671" y="902113"/>
            <a:chExt cx="6908222" cy="3339398"/>
          </a:xfrm>
        </p:grpSpPr>
        <p:grpSp>
          <p:nvGrpSpPr>
            <p:cNvPr id="763" name="Google Shape;763;p37"/>
            <p:cNvGrpSpPr/>
            <p:nvPr/>
          </p:nvGrpSpPr>
          <p:grpSpPr>
            <a:xfrm>
              <a:off x="1119671" y="902113"/>
              <a:ext cx="6908222" cy="3339398"/>
              <a:chOff x="4958140" y="1141062"/>
              <a:chExt cx="3206267" cy="1427825"/>
            </a:xfrm>
          </p:grpSpPr>
          <p:sp>
            <p:nvSpPr>
              <p:cNvPr id="764" name="Google Shape;764;p37"/>
              <p:cNvSpPr/>
              <p:nvPr/>
            </p:nvSpPr>
            <p:spPr>
              <a:xfrm>
                <a:off x="7124597" y="1141062"/>
                <a:ext cx="1039810" cy="1427825"/>
              </a:xfrm>
              <a:custGeom>
                <a:avLst/>
                <a:gdLst/>
                <a:ahLst/>
                <a:cxnLst/>
                <a:rect l="l" t="t" r="r" b="b"/>
                <a:pathLst>
                  <a:path w="35671" h="48982" extrusionOk="0">
                    <a:moveTo>
                      <a:pt x="1" y="24491"/>
                    </a:moveTo>
                    <a:lnTo>
                      <a:pt x="35670" y="48981"/>
                    </a:lnTo>
                    <a:lnTo>
                      <a:pt x="3567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2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7"/>
              <p:cNvSpPr/>
              <p:nvPr/>
            </p:nvSpPr>
            <p:spPr>
              <a:xfrm>
                <a:off x="4958140" y="1141062"/>
                <a:ext cx="3206267" cy="1224242"/>
              </a:xfrm>
              <a:custGeom>
                <a:avLst/>
                <a:gdLst/>
                <a:ahLst/>
                <a:cxnLst/>
                <a:rect l="l" t="t" r="r" b="b"/>
                <a:pathLst>
                  <a:path w="109992" h="41998" extrusionOk="0">
                    <a:moveTo>
                      <a:pt x="109991" y="0"/>
                    </a:moveTo>
                    <a:lnTo>
                      <a:pt x="1" y="0"/>
                    </a:lnTo>
                    <a:lnTo>
                      <a:pt x="53082" y="4199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2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6" name="Google Shape;766;p37"/>
              <p:cNvSpPr/>
              <p:nvPr/>
            </p:nvSpPr>
            <p:spPr>
              <a:xfrm>
                <a:off x="4958140" y="1362748"/>
                <a:ext cx="3206267" cy="1206140"/>
              </a:xfrm>
              <a:custGeom>
                <a:avLst/>
                <a:gdLst/>
                <a:ahLst/>
                <a:cxnLst/>
                <a:rect l="l" t="t" r="r" b="b"/>
                <a:pathLst>
                  <a:path w="109992" h="41377" extrusionOk="0">
                    <a:moveTo>
                      <a:pt x="1" y="41376"/>
                    </a:moveTo>
                    <a:lnTo>
                      <a:pt x="109991" y="41376"/>
                    </a:lnTo>
                    <a:lnTo>
                      <a:pt x="5308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2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7"/>
              <p:cNvSpPr/>
              <p:nvPr/>
            </p:nvSpPr>
            <p:spPr>
              <a:xfrm>
                <a:off x="4958140" y="1141062"/>
                <a:ext cx="998766" cy="1427825"/>
              </a:xfrm>
              <a:custGeom>
                <a:avLst/>
                <a:gdLst/>
                <a:ahLst/>
                <a:cxnLst/>
                <a:rect l="l" t="t" r="r" b="b"/>
                <a:pathLst>
                  <a:path w="34263" h="48982" extrusionOk="0">
                    <a:moveTo>
                      <a:pt x="1" y="0"/>
                    </a:moveTo>
                    <a:lnTo>
                      <a:pt x="1" y="48981"/>
                    </a:lnTo>
                    <a:lnTo>
                      <a:pt x="34262" y="231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2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8" name="Google Shape;768;p37"/>
            <p:cNvSpPr/>
            <p:nvPr/>
          </p:nvSpPr>
          <p:spPr>
            <a:xfrm>
              <a:off x="1326430" y="1069035"/>
              <a:ext cx="6493974" cy="3004949"/>
            </a:xfrm>
            <a:custGeom>
              <a:avLst/>
              <a:gdLst/>
              <a:ahLst/>
              <a:cxnLst/>
              <a:rect l="l" t="t" r="r" b="b"/>
              <a:pathLst>
                <a:path w="103399" h="44077" extrusionOk="0">
                  <a:moveTo>
                    <a:pt x="0" y="0"/>
                  </a:moveTo>
                  <a:lnTo>
                    <a:pt x="103398" y="0"/>
                  </a:lnTo>
                  <a:lnTo>
                    <a:pt x="103398" y="44076"/>
                  </a:lnTo>
                  <a:lnTo>
                    <a:pt x="0" y="440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9" name="Google Shape;769;p37"/>
            <p:cNvGrpSpPr/>
            <p:nvPr/>
          </p:nvGrpSpPr>
          <p:grpSpPr>
            <a:xfrm>
              <a:off x="1326670" y="1071822"/>
              <a:ext cx="6494114" cy="3005024"/>
              <a:chOff x="4911821" y="1092935"/>
              <a:chExt cx="3252586" cy="1778121"/>
            </a:xfrm>
          </p:grpSpPr>
          <p:sp>
            <p:nvSpPr>
              <p:cNvPr id="770" name="Google Shape;770;p37"/>
              <p:cNvSpPr/>
              <p:nvPr/>
            </p:nvSpPr>
            <p:spPr>
              <a:xfrm>
                <a:off x="4911821" y="1092935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7"/>
              <p:cNvSpPr/>
              <p:nvPr/>
            </p:nvSpPr>
            <p:spPr>
              <a:xfrm>
                <a:off x="4911821" y="1106782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7"/>
              <p:cNvSpPr/>
              <p:nvPr/>
            </p:nvSpPr>
            <p:spPr>
              <a:xfrm>
                <a:off x="4911821" y="1120657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37"/>
              <p:cNvSpPr/>
              <p:nvPr/>
            </p:nvSpPr>
            <p:spPr>
              <a:xfrm>
                <a:off x="4911821" y="1134503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7"/>
              <p:cNvSpPr/>
              <p:nvPr/>
            </p:nvSpPr>
            <p:spPr>
              <a:xfrm>
                <a:off x="4911821" y="1148466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7"/>
              <p:cNvSpPr/>
              <p:nvPr/>
            </p:nvSpPr>
            <p:spPr>
              <a:xfrm>
                <a:off x="4911821" y="1162312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7"/>
              <p:cNvSpPr/>
              <p:nvPr/>
            </p:nvSpPr>
            <p:spPr>
              <a:xfrm>
                <a:off x="4911821" y="1176159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37"/>
              <p:cNvSpPr/>
              <p:nvPr/>
            </p:nvSpPr>
            <p:spPr>
              <a:xfrm>
                <a:off x="4911821" y="1189917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7"/>
              <p:cNvSpPr/>
              <p:nvPr/>
            </p:nvSpPr>
            <p:spPr>
              <a:xfrm>
                <a:off x="4911821" y="1203764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7"/>
              <p:cNvSpPr/>
              <p:nvPr/>
            </p:nvSpPr>
            <p:spPr>
              <a:xfrm>
                <a:off x="4911821" y="1217726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7"/>
              <p:cNvSpPr/>
              <p:nvPr/>
            </p:nvSpPr>
            <p:spPr>
              <a:xfrm>
                <a:off x="4911821" y="1231602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7"/>
              <p:cNvSpPr/>
              <p:nvPr/>
            </p:nvSpPr>
            <p:spPr>
              <a:xfrm>
                <a:off x="4911821" y="1245448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7"/>
              <p:cNvSpPr/>
              <p:nvPr/>
            </p:nvSpPr>
            <p:spPr>
              <a:xfrm>
                <a:off x="4911821" y="1259294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7"/>
              <p:cNvSpPr/>
              <p:nvPr/>
            </p:nvSpPr>
            <p:spPr>
              <a:xfrm>
                <a:off x="4911821" y="1273257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7"/>
              <p:cNvSpPr/>
              <p:nvPr/>
            </p:nvSpPr>
            <p:spPr>
              <a:xfrm>
                <a:off x="4911821" y="1287103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7"/>
              <p:cNvSpPr/>
              <p:nvPr/>
            </p:nvSpPr>
            <p:spPr>
              <a:xfrm>
                <a:off x="4911821" y="1300979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7"/>
              <p:cNvSpPr/>
              <p:nvPr/>
            </p:nvSpPr>
            <p:spPr>
              <a:xfrm>
                <a:off x="4911821" y="1314825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37"/>
              <p:cNvSpPr/>
              <p:nvPr/>
            </p:nvSpPr>
            <p:spPr>
              <a:xfrm>
                <a:off x="4911821" y="1328788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7"/>
              <p:cNvSpPr/>
              <p:nvPr/>
            </p:nvSpPr>
            <p:spPr>
              <a:xfrm>
                <a:off x="4911821" y="1342634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7"/>
              <p:cNvSpPr/>
              <p:nvPr/>
            </p:nvSpPr>
            <p:spPr>
              <a:xfrm>
                <a:off x="4911821" y="1356510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37"/>
              <p:cNvSpPr/>
              <p:nvPr/>
            </p:nvSpPr>
            <p:spPr>
              <a:xfrm>
                <a:off x="4911821" y="1370356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37"/>
              <p:cNvSpPr/>
              <p:nvPr/>
            </p:nvSpPr>
            <p:spPr>
              <a:xfrm>
                <a:off x="4911821" y="1384319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37"/>
              <p:cNvSpPr/>
              <p:nvPr/>
            </p:nvSpPr>
            <p:spPr>
              <a:xfrm>
                <a:off x="4911821" y="1397961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7"/>
              <p:cNvSpPr/>
              <p:nvPr/>
            </p:nvSpPr>
            <p:spPr>
              <a:xfrm>
                <a:off x="4911821" y="1411924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37"/>
              <p:cNvSpPr/>
              <p:nvPr/>
            </p:nvSpPr>
            <p:spPr>
              <a:xfrm>
                <a:off x="4911821" y="1425770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37"/>
              <p:cNvSpPr/>
              <p:nvPr/>
            </p:nvSpPr>
            <p:spPr>
              <a:xfrm>
                <a:off x="4911821" y="1439616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37"/>
              <p:cNvSpPr/>
              <p:nvPr/>
            </p:nvSpPr>
            <p:spPr>
              <a:xfrm>
                <a:off x="4911821" y="1453579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37"/>
              <p:cNvSpPr/>
              <p:nvPr/>
            </p:nvSpPr>
            <p:spPr>
              <a:xfrm>
                <a:off x="4911821" y="1467455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37"/>
              <p:cNvSpPr/>
              <p:nvPr/>
            </p:nvSpPr>
            <p:spPr>
              <a:xfrm>
                <a:off x="4911821" y="1481301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37"/>
              <p:cNvSpPr/>
              <p:nvPr/>
            </p:nvSpPr>
            <p:spPr>
              <a:xfrm>
                <a:off x="4911821" y="1495147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37"/>
              <p:cNvSpPr/>
              <p:nvPr/>
            </p:nvSpPr>
            <p:spPr>
              <a:xfrm>
                <a:off x="4911821" y="1509110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37"/>
              <p:cNvSpPr/>
              <p:nvPr/>
            </p:nvSpPr>
            <p:spPr>
              <a:xfrm>
                <a:off x="4911821" y="1522956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37"/>
              <p:cNvSpPr/>
              <p:nvPr/>
            </p:nvSpPr>
            <p:spPr>
              <a:xfrm>
                <a:off x="4911821" y="1536832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37"/>
              <p:cNvSpPr/>
              <p:nvPr/>
            </p:nvSpPr>
            <p:spPr>
              <a:xfrm>
                <a:off x="4911821" y="1550678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37"/>
              <p:cNvSpPr/>
              <p:nvPr/>
            </p:nvSpPr>
            <p:spPr>
              <a:xfrm>
                <a:off x="4911821" y="1564641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37"/>
              <p:cNvSpPr/>
              <p:nvPr/>
            </p:nvSpPr>
            <p:spPr>
              <a:xfrm>
                <a:off x="4911821" y="1578487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37"/>
              <p:cNvSpPr/>
              <p:nvPr/>
            </p:nvSpPr>
            <p:spPr>
              <a:xfrm>
                <a:off x="4911821" y="1592333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37"/>
              <p:cNvSpPr/>
              <p:nvPr/>
            </p:nvSpPr>
            <p:spPr>
              <a:xfrm>
                <a:off x="4911821" y="1606092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37"/>
              <p:cNvSpPr/>
              <p:nvPr/>
            </p:nvSpPr>
            <p:spPr>
              <a:xfrm>
                <a:off x="4911821" y="1619938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37"/>
              <p:cNvSpPr/>
              <p:nvPr/>
            </p:nvSpPr>
            <p:spPr>
              <a:xfrm>
                <a:off x="4911821" y="1633814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37"/>
              <p:cNvSpPr/>
              <p:nvPr/>
            </p:nvSpPr>
            <p:spPr>
              <a:xfrm>
                <a:off x="4911821" y="1647776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37"/>
              <p:cNvSpPr/>
              <p:nvPr/>
            </p:nvSpPr>
            <p:spPr>
              <a:xfrm>
                <a:off x="4911821" y="1661623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7"/>
              <p:cNvSpPr/>
              <p:nvPr/>
            </p:nvSpPr>
            <p:spPr>
              <a:xfrm>
                <a:off x="4911821" y="1675469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7"/>
              <p:cNvSpPr/>
              <p:nvPr/>
            </p:nvSpPr>
            <p:spPr>
              <a:xfrm>
                <a:off x="4911821" y="1689344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37"/>
              <p:cNvSpPr/>
              <p:nvPr/>
            </p:nvSpPr>
            <p:spPr>
              <a:xfrm>
                <a:off x="4911821" y="1703307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37"/>
              <p:cNvSpPr/>
              <p:nvPr/>
            </p:nvSpPr>
            <p:spPr>
              <a:xfrm>
                <a:off x="4911821" y="1717153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37"/>
              <p:cNvSpPr/>
              <p:nvPr/>
            </p:nvSpPr>
            <p:spPr>
              <a:xfrm>
                <a:off x="4911821" y="1731204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37"/>
              <p:cNvSpPr/>
              <p:nvPr/>
            </p:nvSpPr>
            <p:spPr>
              <a:xfrm>
                <a:off x="4911821" y="1745079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37"/>
              <p:cNvSpPr/>
              <p:nvPr/>
            </p:nvSpPr>
            <p:spPr>
              <a:xfrm>
                <a:off x="4911821" y="1758925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37"/>
              <p:cNvSpPr/>
              <p:nvPr/>
            </p:nvSpPr>
            <p:spPr>
              <a:xfrm>
                <a:off x="4911821" y="1772772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37"/>
              <p:cNvSpPr/>
              <p:nvPr/>
            </p:nvSpPr>
            <p:spPr>
              <a:xfrm>
                <a:off x="4911821" y="1786734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37"/>
              <p:cNvSpPr/>
              <p:nvPr/>
            </p:nvSpPr>
            <p:spPr>
              <a:xfrm>
                <a:off x="4911821" y="1800581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37"/>
              <p:cNvSpPr/>
              <p:nvPr/>
            </p:nvSpPr>
            <p:spPr>
              <a:xfrm>
                <a:off x="4911821" y="1814456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7"/>
              <p:cNvSpPr/>
              <p:nvPr/>
            </p:nvSpPr>
            <p:spPr>
              <a:xfrm>
                <a:off x="4911821" y="1828302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7"/>
              <p:cNvSpPr/>
              <p:nvPr/>
            </p:nvSpPr>
            <p:spPr>
              <a:xfrm>
                <a:off x="4911821" y="1842265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7"/>
              <p:cNvSpPr/>
              <p:nvPr/>
            </p:nvSpPr>
            <p:spPr>
              <a:xfrm>
                <a:off x="4911821" y="1856111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7"/>
              <p:cNvSpPr/>
              <p:nvPr/>
            </p:nvSpPr>
            <p:spPr>
              <a:xfrm>
                <a:off x="4911821" y="1869987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7"/>
              <p:cNvSpPr/>
              <p:nvPr/>
            </p:nvSpPr>
            <p:spPr>
              <a:xfrm>
                <a:off x="4911821" y="1883717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7"/>
              <p:cNvSpPr/>
              <p:nvPr/>
            </p:nvSpPr>
            <p:spPr>
              <a:xfrm>
                <a:off x="4911821" y="1897592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7"/>
              <p:cNvSpPr/>
              <p:nvPr/>
            </p:nvSpPr>
            <p:spPr>
              <a:xfrm>
                <a:off x="4911821" y="1911438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37"/>
              <p:cNvSpPr/>
              <p:nvPr/>
            </p:nvSpPr>
            <p:spPr>
              <a:xfrm>
                <a:off x="4911821" y="1925401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7"/>
              <p:cNvSpPr/>
              <p:nvPr/>
            </p:nvSpPr>
            <p:spPr>
              <a:xfrm>
                <a:off x="4911821" y="1939247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37"/>
              <p:cNvSpPr/>
              <p:nvPr/>
            </p:nvSpPr>
            <p:spPr>
              <a:xfrm>
                <a:off x="4911821" y="1953094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37"/>
              <p:cNvSpPr/>
              <p:nvPr/>
            </p:nvSpPr>
            <p:spPr>
              <a:xfrm>
                <a:off x="4911821" y="1966969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7"/>
              <p:cNvSpPr/>
              <p:nvPr/>
            </p:nvSpPr>
            <p:spPr>
              <a:xfrm>
                <a:off x="4911821" y="1980932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7"/>
              <p:cNvSpPr/>
              <p:nvPr/>
            </p:nvSpPr>
            <p:spPr>
              <a:xfrm>
                <a:off x="4911821" y="1994778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7"/>
              <p:cNvSpPr/>
              <p:nvPr/>
            </p:nvSpPr>
            <p:spPr>
              <a:xfrm>
                <a:off x="4911821" y="2008624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7"/>
              <p:cNvSpPr/>
              <p:nvPr/>
            </p:nvSpPr>
            <p:spPr>
              <a:xfrm>
                <a:off x="4911821" y="2022500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37"/>
              <p:cNvSpPr/>
              <p:nvPr/>
            </p:nvSpPr>
            <p:spPr>
              <a:xfrm>
                <a:off x="4911821" y="2036433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37"/>
              <p:cNvSpPr/>
              <p:nvPr/>
            </p:nvSpPr>
            <p:spPr>
              <a:xfrm>
                <a:off x="4911821" y="2050309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37"/>
              <p:cNvSpPr/>
              <p:nvPr/>
            </p:nvSpPr>
            <p:spPr>
              <a:xfrm>
                <a:off x="4911821" y="2064155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37"/>
              <p:cNvSpPr/>
              <p:nvPr/>
            </p:nvSpPr>
            <p:spPr>
              <a:xfrm>
                <a:off x="4911821" y="2078001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37"/>
              <p:cNvSpPr/>
              <p:nvPr/>
            </p:nvSpPr>
            <p:spPr>
              <a:xfrm>
                <a:off x="4911821" y="2091760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7"/>
              <p:cNvSpPr/>
              <p:nvPr/>
            </p:nvSpPr>
            <p:spPr>
              <a:xfrm>
                <a:off x="4911821" y="2105723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7"/>
              <p:cNvSpPr/>
              <p:nvPr/>
            </p:nvSpPr>
            <p:spPr>
              <a:xfrm>
                <a:off x="4911821" y="2119569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7"/>
              <p:cNvSpPr/>
              <p:nvPr/>
            </p:nvSpPr>
            <p:spPr>
              <a:xfrm>
                <a:off x="4911821" y="2133445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37"/>
              <p:cNvSpPr/>
              <p:nvPr/>
            </p:nvSpPr>
            <p:spPr>
              <a:xfrm>
                <a:off x="4911821" y="2147291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7"/>
              <p:cNvSpPr/>
              <p:nvPr/>
            </p:nvSpPr>
            <p:spPr>
              <a:xfrm>
                <a:off x="4911821" y="2161254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7"/>
              <p:cNvSpPr/>
              <p:nvPr/>
            </p:nvSpPr>
            <p:spPr>
              <a:xfrm>
                <a:off x="4911821" y="2175100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7"/>
              <p:cNvSpPr/>
              <p:nvPr/>
            </p:nvSpPr>
            <p:spPr>
              <a:xfrm>
                <a:off x="4911821" y="2188946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7"/>
              <p:cNvSpPr/>
              <p:nvPr/>
            </p:nvSpPr>
            <p:spPr>
              <a:xfrm>
                <a:off x="4911821" y="2202822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37"/>
              <p:cNvSpPr/>
              <p:nvPr/>
            </p:nvSpPr>
            <p:spPr>
              <a:xfrm>
                <a:off x="4911821" y="2216784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37"/>
              <p:cNvSpPr/>
              <p:nvPr/>
            </p:nvSpPr>
            <p:spPr>
              <a:xfrm>
                <a:off x="4911821" y="2230631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37"/>
              <p:cNvSpPr/>
              <p:nvPr/>
            </p:nvSpPr>
            <p:spPr>
              <a:xfrm>
                <a:off x="4911821" y="2254330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7"/>
              <p:cNvSpPr/>
              <p:nvPr/>
            </p:nvSpPr>
            <p:spPr>
              <a:xfrm>
                <a:off x="4911821" y="2268176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7"/>
              <p:cNvSpPr/>
              <p:nvPr/>
            </p:nvSpPr>
            <p:spPr>
              <a:xfrm>
                <a:off x="4911821" y="2282022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37"/>
              <p:cNvSpPr/>
              <p:nvPr/>
            </p:nvSpPr>
            <p:spPr>
              <a:xfrm>
                <a:off x="4911821" y="2295898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37"/>
              <p:cNvSpPr/>
              <p:nvPr/>
            </p:nvSpPr>
            <p:spPr>
              <a:xfrm>
                <a:off x="4911821" y="2309831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37"/>
              <p:cNvSpPr/>
              <p:nvPr/>
            </p:nvSpPr>
            <p:spPr>
              <a:xfrm>
                <a:off x="4911821" y="2323590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37"/>
              <p:cNvSpPr/>
              <p:nvPr/>
            </p:nvSpPr>
            <p:spPr>
              <a:xfrm>
                <a:off x="4911821" y="2337436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37"/>
              <p:cNvSpPr/>
              <p:nvPr/>
            </p:nvSpPr>
            <p:spPr>
              <a:xfrm>
                <a:off x="4911821" y="2351312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37"/>
              <p:cNvSpPr/>
              <p:nvPr/>
            </p:nvSpPr>
            <p:spPr>
              <a:xfrm>
                <a:off x="4911821" y="2365275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37"/>
              <p:cNvSpPr/>
              <p:nvPr/>
            </p:nvSpPr>
            <p:spPr>
              <a:xfrm>
                <a:off x="4911821" y="2379121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7"/>
              <p:cNvSpPr/>
              <p:nvPr/>
            </p:nvSpPr>
            <p:spPr>
              <a:xfrm>
                <a:off x="4911821" y="2392967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7"/>
              <p:cNvSpPr/>
              <p:nvPr/>
            </p:nvSpPr>
            <p:spPr>
              <a:xfrm>
                <a:off x="4911821" y="2406842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7"/>
              <p:cNvSpPr/>
              <p:nvPr/>
            </p:nvSpPr>
            <p:spPr>
              <a:xfrm>
                <a:off x="4911821" y="2420776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7"/>
              <p:cNvSpPr/>
              <p:nvPr/>
            </p:nvSpPr>
            <p:spPr>
              <a:xfrm>
                <a:off x="4911821" y="2434652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7"/>
              <p:cNvSpPr/>
              <p:nvPr/>
            </p:nvSpPr>
            <p:spPr>
              <a:xfrm>
                <a:off x="4911821" y="2448498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7"/>
              <p:cNvSpPr/>
              <p:nvPr/>
            </p:nvSpPr>
            <p:spPr>
              <a:xfrm>
                <a:off x="4911821" y="2462344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7"/>
              <p:cNvSpPr/>
              <p:nvPr/>
            </p:nvSpPr>
            <p:spPr>
              <a:xfrm>
                <a:off x="4911821" y="2476307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7"/>
              <p:cNvSpPr/>
              <p:nvPr/>
            </p:nvSpPr>
            <p:spPr>
              <a:xfrm>
                <a:off x="4911821" y="2490182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37"/>
              <p:cNvSpPr/>
              <p:nvPr/>
            </p:nvSpPr>
            <p:spPr>
              <a:xfrm>
                <a:off x="4911821" y="2504029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7"/>
              <p:cNvSpPr/>
              <p:nvPr/>
            </p:nvSpPr>
            <p:spPr>
              <a:xfrm>
                <a:off x="4911821" y="2517875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7"/>
              <p:cNvSpPr/>
              <p:nvPr/>
            </p:nvSpPr>
            <p:spPr>
              <a:xfrm>
                <a:off x="4911821" y="2531634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7"/>
              <p:cNvSpPr/>
              <p:nvPr/>
            </p:nvSpPr>
            <p:spPr>
              <a:xfrm>
                <a:off x="4911821" y="2545596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7"/>
              <p:cNvSpPr/>
              <p:nvPr/>
            </p:nvSpPr>
            <p:spPr>
              <a:xfrm>
                <a:off x="4911821" y="2559443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7"/>
              <p:cNvSpPr/>
              <p:nvPr/>
            </p:nvSpPr>
            <p:spPr>
              <a:xfrm>
                <a:off x="4911821" y="2573289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7"/>
              <p:cNvSpPr/>
              <p:nvPr/>
            </p:nvSpPr>
            <p:spPr>
              <a:xfrm>
                <a:off x="4911821" y="2587164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7"/>
              <p:cNvSpPr/>
              <p:nvPr/>
            </p:nvSpPr>
            <p:spPr>
              <a:xfrm>
                <a:off x="4911821" y="2601127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7"/>
              <p:cNvSpPr/>
              <p:nvPr/>
            </p:nvSpPr>
            <p:spPr>
              <a:xfrm>
                <a:off x="4911821" y="2614973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7"/>
              <p:cNvSpPr/>
              <p:nvPr/>
            </p:nvSpPr>
            <p:spPr>
              <a:xfrm>
                <a:off x="4911821" y="2628820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7"/>
              <p:cNvSpPr/>
              <p:nvPr/>
            </p:nvSpPr>
            <p:spPr>
              <a:xfrm>
                <a:off x="4911821" y="2642666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7"/>
              <p:cNvSpPr/>
              <p:nvPr/>
            </p:nvSpPr>
            <p:spPr>
              <a:xfrm>
                <a:off x="4911821" y="2656629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7"/>
              <p:cNvSpPr/>
              <p:nvPr/>
            </p:nvSpPr>
            <p:spPr>
              <a:xfrm>
                <a:off x="4911821" y="2670504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37"/>
              <p:cNvSpPr/>
              <p:nvPr/>
            </p:nvSpPr>
            <p:spPr>
              <a:xfrm>
                <a:off x="4911821" y="2684350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37"/>
              <p:cNvSpPr/>
              <p:nvPr/>
            </p:nvSpPr>
            <p:spPr>
              <a:xfrm>
                <a:off x="4911821" y="2698197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37"/>
              <p:cNvSpPr/>
              <p:nvPr/>
            </p:nvSpPr>
            <p:spPr>
              <a:xfrm>
                <a:off x="4911821" y="2712160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37"/>
              <p:cNvSpPr/>
              <p:nvPr/>
            </p:nvSpPr>
            <p:spPr>
              <a:xfrm>
                <a:off x="4911821" y="2726035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37"/>
              <p:cNvSpPr/>
              <p:nvPr/>
            </p:nvSpPr>
            <p:spPr>
              <a:xfrm>
                <a:off x="4911821" y="2739765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7"/>
              <p:cNvSpPr/>
              <p:nvPr/>
            </p:nvSpPr>
            <p:spPr>
              <a:xfrm>
                <a:off x="4911821" y="2753640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7"/>
              <p:cNvSpPr/>
              <p:nvPr/>
            </p:nvSpPr>
            <p:spPr>
              <a:xfrm>
                <a:off x="4911821" y="2767486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7"/>
              <p:cNvSpPr/>
              <p:nvPr/>
            </p:nvSpPr>
            <p:spPr>
              <a:xfrm>
                <a:off x="4911821" y="2781449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7"/>
              <p:cNvSpPr/>
              <p:nvPr/>
            </p:nvSpPr>
            <p:spPr>
              <a:xfrm>
                <a:off x="4911821" y="2795295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7"/>
              <p:cNvSpPr/>
              <p:nvPr/>
            </p:nvSpPr>
            <p:spPr>
              <a:xfrm>
                <a:off x="4911821" y="2809142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9"/>
                    </a:lnTo>
                    <a:lnTo>
                      <a:pt x="111580" y="219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7"/>
              <p:cNvSpPr/>
              <p:nvPr/>
            </p:nvSpPr>
            <p:spPr>
              <a:xfrm>
                <a:off x="4911821" y="2823017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7"/>
              <p:cNvSpPr/>
              <p:nvPr/>
            </p:nvSpPr>
            <p:spPr>
              <a:xfrm>
                <a:off x="4911821" y="2836980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7"/>
              <p:cNvSpPr/>
              <p:nvPr/>
            </p:nvSpPr>
            <p:spPr>
              <a:xfrm>
                <a:off x="4911821" y="2850826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7"/>
              <p:cNvSpPr/>
              <p:nvPr/>
            </p:nvSpPr>
            <p:spPr>
              <a:xfrm>
                <a:off x="4911821" y="2864672"/>
                <a:ext cx="3252586" cy="6384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9" extrusionOk="0">
                    <a:moveTo>
                      <a:pt x="1" y="1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7"/>
              <p:cNvSpPr/>
              <p:nvPr/>
            </p:nvSpPr>
            <p:spPr>
              <a:xfrm>
                <a:off x="4911821" y="2240367"/>
                <a:ext cx="3252586" cy="6355"/>
              </a:xfrm>
              <a:custGeom>
                <a:avLst/>
                <a:gdLst/>
                <a:ahLst/>
                <a:cxnLst/>
                <a:rect l="l" t="t" r="r" b="b"/>
                <a:pathLst>
                  <a:path w="111581" h="218" extrusionOk="0">
                    <a:moveTo>
                      <a:pt x="1" y="0"/>
                    </a:moveTo>
                    <a:lnTo>
                      <a:pt x="1" y="218"/>
                    </a:lnTo>
                    <a:lnTo>
                      <a:pt x="111580" y="218"/>
                    </a:lnTo>
                    <a:lnTo>
                      <a:pt x="111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99" name="Google Shape;899;p37"/>
          <p:cNvSpPr txBox="1">
            <a:spLocks noGrp="1"/>
          </p:cNvSpPr>
          <p:nvPr>
            <p:ph type="ctrTitle"/>
          </p:nvPr>
        </p:nvSpPr>
        <p:spPr>
          <a:xfrm>
            <a:off x="1100925" y="1392056"/>
            <a:ext cx="6749113" cy="21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08000"/>
              </a:lnSpc>
            </a:pPr>
            <a:r>
              <a:rPr lang="en-US" sz="2800" dirty="0">
                <a:solidFill>
                  <a:srgbClr val="FF0000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XÂY DỰNG TRÒ CHƠI </a:t>
            </a:r>
            <a:br>
              <a:rPr lang="en-US" sz="2800" dirty="0">
                <a:solidFill>
                  <a:srgbClr val="FF0000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</a:br>
            <a:r>
              <a:rPr lang="en-US" sz="2800" dirty="0">
                <a:solidFill>
                  <a:srgbClr val="FF0000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HÀNH ĐỘNG NHẬP VAI 2D THỜI GIAN THỰC VỚI CƠ CHẾ CHIẾN ĐẤU VÀ </a:t>
            </a:r>
            <a:br>
              <a:rPr lang="en-US" sz="2800" dirty="0">
                <a:solidFill>
                  <a:srgbClr val="FF0000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</a:br>
            <a:r>
              <a:rPr lang="en-US" sz="2800" dirty="0">
                <a:solidFill>
                  <a:srgbClr val="FF0000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AI NHÂN VẬT</a:t>
            </a:r>
            <a:endParaRPr lang="en-US" sz="28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00" name="Google Shape;900;p37"/>
          <p:cNvSpPr txBox="1">
            <a:spLocks noGrp="1"/>
          </p:cNvSpPr>
          <p:nvPr>
            <p:ph type="subTitle" idx="1"/>
          </p:nvPr>
        </p:nvSpPr>
        <p:spPr>
          <a:xfrm>
            <a:off x="1923194" y="3640903"/>
            <a:ext cx="5588451" cy="5823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/>
            <a:endParaRPr lang="en-US" dirty="0">
              <a:solidFill>
                <a:schemeClr val="tx1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0" indent="0" algn="l"/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Sinh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viên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:  </a:t>
            </a:r>
            <a:r>
              <a:rPr lang="en-US" b="1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Trần</a:t>
            </a:r>
            <a:r>
              <a:rPr lang="en-US" b="1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Lâm </a:t>
            </a:r>
            <a:r>
              <a:rPr lang="en-US" b="1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Phú</a:t>
            </a:r>
            <a:r>
              <a:rPr lang="en-US" b="1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Đức  —  MSSV: 110122054</a:t>
            </a:r>
          </a:p>
          <a:p>
            <a:pPr marL="0" indent="0" algn="l"/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Giảng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viên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dẫn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:  </a:t>
            </a:r>
            <a:r>
              <a:rPr lang="en-US" b="1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ThS</a:t>
            </a:r>
            <a:r>
              <a:rPr lang="en-US" b="1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. </a:t>
            </a:r>
            <a:r>
              <a:rPr lang="en-US" b="1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Khấu</a:t>
            </a:r>
            <a:r>
              <a:rPr lang="en-US" b="1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Văn </a:t>
            </a:r>
            <a:r>
              <a:rPr lang="en-US" b="1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Nhựt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 marL="0" indent="0" algn="l"/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887B41-0FB8-B0F5-6A0F-76C62330075F}"/>
              </a:ext>
            </a:extLst>
          </p:cNvPr>
          <p:cNvSpPr txBox="1"/>
          <p:nvPr/>
        </p:nvSpPr>
        <p:spPr>
          <a:xfrm>
            <a:off x="1100925" y="636429"/>
            <a:ext cx="7802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ĐẠI HỌC TRÀ VINH   •   TRƯỜNG KỸ THUẬT VÀ CÔNG NGHỆ</a:t>
            </a:r>
            <a:endParaRPr lang="en-US" sz="1400" b="1" dirty="0">
              <a:solidFill>
                <a:schemeClr val="bg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3B7BD-1178-6B04-9D9E-0B2D58EF9EA5}"/>
              </a:ext>
            </a:extLst>
          </p:cNvPr>
          <p:cNvSpPr txBox="1"/>
          <p:nvPr/>
        </p:nvSpPr>
        <p:spPr>
          <a:xfrm>
            <a:off x="1116212" y="112216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ĐỒ ÁN TỐT NGHIỆP</a:t>
            </a:r>
            <a:endParaRPr lang="en-US" sz="1400" dirty="0">
              <a:latin typeface="+mj-lt"/>
            </a:endParaRPr>
          </a:p>
        </p:txBody>
      </p:sp>
      <p:grpSp>
        <p:nvGrpSpPr>
          <p:cNvPr id="6" name="Google Shape;1178;p49">
            <a:extLst>
              <a:ext uri="{FF2B5EF4-FFF2-40B4-BE49-F238E27FC236}">
                <a16:creationId xmlns:a16="http://schemas.microsoft.com/office/drawing/2014/main" id="{08206249-D416-1BBC-ACA9-9C61AFBC502D}"/>
              </a:ext>
            </a:extLst>
          </p:cNvPr>
          <p:cNvGrpSpPr/>
          <p:nvPr/>
        </p:nvGrpSpPr>
        <p:grpSpPr>
          <a:xfrm>
            <a:off x="95571" y="3358293"/>
            <a:ext cx="1688707" cy="1604804"/>
            <a:chOff x="5363150" y="3424550"/>
            <a:chExt cx="459900" cy="437050"/>
          </a:xfrm>
        </p:grpSpPr>
        <p:sp>
          <p:nvSpPr>
            <p:cNvPr id="7" name="Google Shape;1179;p49">
              <a:extLst>
                <a:ext uri="{FF2B5EF4-FFF2-40B4-BE49-F238E27FC236}">
                  <a16:creationId xmlns:a16="http://schemas.microsoft.com/office/drawing/2014/main" id="{B343B4C3-9F63-3838-D457-935BE89AEED1}"/>
                </a:ext>
              </a:extLst>
            </p:cNvPr>
            <p:cNvSpPr/>
            <p:nvPr/>
          </p:nvSpPr>
          <p:spPr>
            <a:xfrm>
              <a:off x="5517625" y="3633575"/>
              <a:ext cx="147375" cy="100825"/>
            </a:xfrm>
            <a:custGeom>
              <a:avLst/>
              <a:gdLst/>
              <a:ahLst/>
              <a:cxnLst/>
              <a:rect l="l" t="t" r="r" b="b"/>
              <a:pathLst>
                <a:path w="5895" h="4033" extrusionOk="0">
                  <a:moveTo>
                    <a:pt x="5231" y="4033"/>
                  </a:moveTo>
                  <a:lnTo>
                    <a:pt x="1" y="1234"/>
                  </a:lnTo>
                  <a:lnTo>
                    <a:pt x="653" y="0"/>
                  </a:lnTo>
                  <a:lnTo>
                    <a:pt x="5895" y="279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80;p49">
              <a:extLst>
                <a:ext uri="{FF2B5EF4-FFF2-40B4-BE49-F238E27FC236}">
                  <a16:creationId xmlns:a16="http://schemas.microsoft.com/office/drawing/2014/main" id="{CA92E225-29AE-8900-D1F3-4B81CFD57FF6}"/>
                </a:ext>
              </a:extLst>
            </p:cNvPr>
            <p:cNvSpPr/>
            <p:nvPr/>
          </p:nvSpPr>
          <p:spPr>
            <a:xfrm>
              <a:off x="5549050" y="3424550"/>
              <a:ext cx="85725" cy="70575"/>
            </a:xfrm>
            <a:custGeom>
              <a:avLst/>
              <a:gdLst/>
              <a:ahLst/>
              <a:cxnLst/>
              <a:rect l="l" t="t" r="r" b="b"/>
              <a:pathLst>
                <a:path w="3429" h="2823" extrusionOk="0">
                  <a:moveTo>
                    <a:pt x="2823" y="2621"/>
                  </a:moveTo>
                  <a:cubicBezTo>
                    <a:pt x="3013" y="2313"/>
                    <a:pt x="3179" y="1981"/>
                    <a:pt x="3357" y="1661"/>
                  </a:cubicBezTo>
                  <a:cubicBezTo>
                    <a:pt x="3428" y="1530"/>
                    <a:pt x="3369" y="1340"/>
                    <a:pt x="3203" y="1234"/>
                  </a:cubicBezTo>
                  <a:cubicBezTo>
                    <a:pt x="2539" y="736"/>
                    <a:pt x="1815" y="344"/>
                    <a:pt x="1021" y="60"/>
                  </a:cubicBezTo>
                  <a:cubicBezTo>
                    <a:pt x="843" y="0"/>
                    <a:pt x="653" y="48"/>
                    <a:pt x="582" y="178"/>
                  </a:cubicBezTo>
                  <a:cubicBezTo>
                    <a:pt x="404" y="498"/>
                    <a:pt x="238" y="830"/>
                    <a:pt x="72" y="1163"/>
                  </a:cubicBezTo>
                  <a:cubicBezTo>
                    <a:pt x="1" y="1329"/>
                    <a:pt x="96" y="1530"/>
                    <a:pt x="274" y="1589"/>
                  </a:cubicBezTo>
                  <a:cubicBezTo>
                    <a:pt x="1009" y="1839"/>
                    <a:pt x="1709" y="2206"/>
                    <a:pt x="2325" y="2704"/>
                  </a:cubicBezTo>
                  <a:cubicBezTo>
                    <a:pt x="2515" y="2823"/>
                    <a:pt x="2728" y="2787"/>
                    <a:pt x="2823" y="262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81;p49">
              <a:extLst>
                <a:ext uri="{FF2B5EF4-FFF2-40B4-BE49-F238E27FC236}">
                  <a16:creationId xmlns:a16="http://schemas.microsoft.com/office/drawing/2014/main" id="{0758D1A9-90FA-5965-972B-4A661266CE49}"/>
                </a:ext>
              </a:extLst>
            </p:cNvPr>
            <p:cNvSpPr/>
            <p:nvPr/>
          </p:nvSpPr>
          <p:spPr>
            <a:xfrm>
              <a:off x="5734375" y="3523875"/>
              <a:ext cx="85700" cy="70575"/>
            </a:xfrm>
            <a:custGeom>
              <a:avLst/>
              <a:gdLst/>
              <a:ahLst/>
              <a:cxnLst/>
              <a:rect l="l" t="t" r="r" b="b"/>
              <a:pathLst>
                <a:path w="3428" h="2823" extrusionOk="0">
                  <a:moveTo>
                    <a:pt x="2823" y="2621"/>
                  </a:moveTo>
                  <a:cubicBezTo>
                    <a:pt x="3013" y="2313"/>
                    <a:pt x="3179" y="1993"/>
                    <a:pt x="3356" y="1661"/>
                  </a:cubicBezTo>
                  <a:cubicBezTo>
                    <a:pt x="3428" y="1530"/>
                    <a:pt x="3368" y="1340"/>
                    <a:pt x="3202" y="1234"/>
                  </a:cubicBezTo>
                  <a:cubicBezTo>
                    <a:pt x="2538" y="747"/>
                    <a:pt x="1815" y="344"/>
                    <a:pt x="1020" y="60"/>
                  </a:cubicBezTo>
                  <a:cubicBezTo>
                    <a:pt x="842" y="0"/>
                    <a:pt x="652" y="48"/>
                    <a:pt x="581" y="178"/>
                  </a:cubicBezTo>
                  <a:cubicBezTo>
                    <a:pt x="403" y="510"/>
                    <a:pt x="237" y="830"/>
                    <a:pt x="71" y="1163"/>
                  </a:cubicBezTo>
                  <a:cubicBezTo>
                    <a:pt x="0" y="1340"/>
                    <a:pt x="95" y="1530"/>
                    <a:pt x="273" y="1589"/>
                  </a:cubicBezTo>
                  <a:cubicBezTo>
                    <a:pt x="1008" y="1839"/>
                    <a:pt x="1708" y="2206"/>
                    <a:pt x="2325" y="2704"/>
                  </a:cubicBezTo>
                  <a:cubicBezTo>
                    <a:pt x="2491" y="2823"/>
                    <a:pt x="2716" y="2787"/>
                    <a:pt x="2823" y="262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82;p49">
              <a:extLst>
                <a:ext uri="{FF2B5EF4-FFF2-40B4-BE49-F238E27FC236}">
                  <a16:creationId xmlns:a16="http://schemas.microsoft.com/office/drawing/2014/main" id="{D6F359CE-234B-AFEF-6784-928C33622578}"/>
                </a:ext>
              </a:extLst>
            </p:cNvPr>
            <p:cNvSpPr/>
            <p:nvPr/>
          </p:nvSpPr>
          <p:spPr>
            <a:xfrm>
              <a:off x="5646600" y="3559750"/>
              <a:ext cx="166075" cy="301850"/>
            </a:xfrm>
            <a:custGeom>
              <a:avLst/>
              <a:gdLst/>
              <a:ahLst/>
              <a:cxnLst/>
              <a:rect l="l" t="t" r="r" b="b"/>
              <a:pathLst>
                <a:path w="6643" h="12074" extrusionOk="0">
                  <a:moveTo>
                    <a:pt x="6642" y="2052"/>
                  </a:moveTo>
                  <a:cubicBezTo>
                    <a:pt x="6642" y="2052"/>
                    <a:pt x="6097" y="4507"/>
                    <a:pt x="5456" y="6974"/>
                  </a:cubicBezTo>
                  <a:cubicBezTo>
                    <a:pt x="5515" y="6938"/>
                    <a:pt x="5575" y="6903"/>
                    <a:pt x="5634" y="6855"/>
                  </a:cubicBezTo>
                  <a:cubicBezTo>
                    <a:pt x="5409" y="7685"/>
                    <a:pt x="5148" y="8504"/>
                    <a:pt x="4863" y="9310"/>
                  </a:cubicBezTo>
                  <a:cubicBezTo>
                    <a:pt x="4614" y="10057"/>
                    <a:pt x="4389" y="10887"/>
                    <a:pt x="3986" y="11587"/>
                  </a:cubicBezTo>
                  <a:cubicBezTo>
                    <a:pt x="3986" y="11587"/>
                    <a:pt x="3594" y="12073"/>
                    <a:pt x="2717" y="11943"/>
                  </a:cubicBezTo>
                  <a:cubicBezTo>
                    <a:pt x="2005" y="11836"/>
                    <a:pt x="1424" y="11303"/>
                    <a:pt x="1198" y="10615"/>
                  </a:cubicBezTo>
                  <a:lnTo>
                    <a:pt x="1" y="6962"/>
                  </a:lnTo>
                  <a:lnTo>
                    <a:pt x="1222" y="4649"/>
                  </a:lnTo>
                  <a:lnTo>
                    <a:pt x="2835" y="24"/>
                  </a:lnTo>
                  <a:cubicBezTo>
                    <a:pt x="2811" y="0"/>
                    <a:pt x="5183" y="439"/>
                    <a:pt x="6642" y="205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83;p49">
              <a:extLst>
                <a:ext uri="{FF2B5EF4-FFF2-40B4-BE49-F238E27FC236}">
                  <a16:creationId xmlns:a16="http://schemas.microsoft.com/office/drawing/2014/main" id="{E059D9A1-9CB7-3717-3D4F-AFDB7B53AF6E}"/>
                </a:ext>
              </a:extLst>
            </p:cNvPr>
            <p:cNvSpPr/>
            <p:nvPr/>
          </p:nvSpPr>
          <p:spPr>
            <a:xfrm>
              <a:off x="5571300" y="3443225"/>
              <a:ext cx="231875" cy="123375"/>
            </a:xfrm>
            <a:custGeom>
              <a:avLst/>
              <a:gdLst/>
              <a:ahLst/>
              <a:cxnLst/>
              <a:rect l="l" t="t" r="r" b="b"/>
              <a:pathLst>
                <a:path w="9275" h="4935" extrusionOk="0">
                  <a:moveTo>
                    <a:pt x="1601" y="1851"/>
                  </a:moveTo>
                  <a:cubicBezTo>
                    <a:pt x="1578" y="2230"/>
                    <a:pt x="1767" y="2574"/>
                    <a:pt x="2088" y="2752"/>
                  </a:cubicBezTo>
                  <a:lnTo>
                    <a:pt x="5812" y="4744"/>
                  </a:lnTo>
                  <a:cubicBezTo>
                    <a:pt x="6144" y="4922"/>
                    <a:pt x="6535" y="4875"/>
                    <a:pt x="6831" y="4649"/>
                  </a:cubicBezTo>
                  <a:lnTo>
                    <a:pt x="7389" y="4222"/>
                  </a:lnTo>
                  <a:cubicBezTo>
                    <a:pt x="7804" y="4329"/>
                    <a:pt x="8527" y="4543"/>
                    <a:pt x="9275" y="4934"/>
                  </a:cubicBezTo>
                  <a:cubicBezTo>
                    <a:pt x="7934" y="3950"/>
                    <a:pt x="6369" y="3677"/>
                    <a:pt x="6369" y="3677"/>
                  </a:cubicBezTo>
                  <a:lnTo>
                    <a:pt x="5634" y="4211"/>
                  </a:lnTo>
                  <a:lnTo>
                    <a:pt x="4127" y="3404"/>
                  </a:lnTo>
                  <a:lnTo>
                    <a:pt x="2609" y="2610"/>
                  </a:lnTo>
                  <a:lnTo>
                    <a:pt x="2657" y="1720"/>
                  </a:lnTo>
                  <a:cubicBezTo>
                    <a:pt x="2657" y="1720"/>
                    <a:pt x="1554" y="558"/>
                    <a:pt x="0" y="0"/>
                  </a:cubicBezTo>
                  <a:cubicBezTo>
                    <a:pt x="747" y="392"/>
                    <a:pt x="1317" y="866"/>
                    <a:pt x="1637" y="116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84;p49">
              <a:extLst>
                <a:ext uri="{FF2B5EF4-FFF2-40B4-BE49-F238E27FC236}">
                  <a16:creationId xmlns:a16="http://schemas.microsoft.com/office/drawing/2014/main" id="{461D0BF5-776A-6CED-ED4C-B5C04CBC4089}"/>
                </a:ext>
              </a:extLst>
            </p:cNvPr>
            <p:cNvSpPr/>
            <p:nvPr/>
          </p:nvSpPr>
          <p:spPr>
            <a:xfrm>
              <a:off x="5363150" y="3459525"/>
              <a:ext cx="261825" cy="236625"/>
            </a:xfrm>
            <a:custGeom>
              <a:avLst/>
              <a:gdLst/>
              <a:ahLst/>
              <a:cxnLst/>
              <a:rect l="l" t="t" r="r" b="b"/>
              <a:pathLst>
                <a:path w="10473" h="9465" extrusionOk="0">
                  <a:moveTo>
                    <a:pt x="6654" y="1"/>
                  </a:moveTo>
                  <a:cubicBezTo>
                    <a:pt x="6654" y="1"/>
                    <a:pt x="4911" y="1815"/>
                    <a:pt x="3215" y="3701"/>
                  </a:cubicBezTo>
                  <a:lnTo>
                    <a:pt x="3215" y="3499"/>
                  </a:lnTo>
                  <a:cubicBezTo>
                    <a:pt x="2657" y="4152"/>
                    <a:pt x="2112" y="4816"/>
                    <a:pt x="1602" y="5492"/>
                  </a:cubicBezTo>
                  <a:cubicBezTo>
                    <a:pt x="1127" y="6120"/>
                    <a:pt x="558" y="6773"/>
                    <a:pt x="190" y="7484"/>
                  </a:cubicBezTo>
                  <a:cubicBezTo>
                    <a:pt x="190" y="7484"/>
                    <a:pt x="1" y="8077"/>
                    <a:pt x="605" y="8741"/>
                  </a:cubicBezTo>
                  <a:cubicBezTo>
                    <a:pt x="1092" y="9275"/>
                    <a:pt x="1851" y="9465"/>
                    <a:pt x="2527" y="9275"/>
                  </a:cubicBezTo>
                  <a:lnTo>
                    <a:pt x="6251" y="8255"/>
                  </a:lnTo>
                  <a:lnTo>
                    <a:pt x="7508" y="5954"/>
                  </a:lnTo>
                  <a:lnTo>
                    <a:pt x="10473" y="2052"/>
                  </a:lnTo>
                  <a:cubicBezTo>
                    <a:pt x="10461" y="2029"/>
                    <a:pt x="8801" y="297"/>
                    <a:pt x="665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85;p49">
              <a:extLst>
                <a:ext uri="{FF2B5EF4-FFF2-40B4-BE49-F238E27FC236}">
                  <a16:creationId xmlns:a16="http://schemas.microsoft.com/office/drawing/2014/main" id="{5E7A74BD-4D0D-540A-1716-E190C6896E3A}"/>
                </a:ext>
              </a:extLst>
            </p:cNvPr>
            <p:cNvSpPr/>
            <p:nvPr/>
          </p:nvSpPr>
          <p:spPr>
            <a:xfrm>
              <a:off x="5442625" y="3436400"/>
              <a:ext cx="380425" cy="311350"/>
            </a:xfrm>
            <a:custGeom>
              <a:avLst/>
              <a:gdLst/>
              <a:ahLst/>
              <a:cxnLst/>
              <a:rect l="l" t="t" r="r" b="b"/>
              <a:pathLst>
                <a:path w="15217" h="12454" extrusionOk="0">
                  <a:moveTo>
                    <a:pt x="13781" y="11789"/>
                  </a:moveTo>
                  <a:cubicBezTo>
                    <a:pt x="14505" y="9109"/>
                    <a:pt x="15216" y="5942"/>
                    <a:pt x="15216" y="5942"/>
                  </a:cubicBezTo>
                  <a:cubicBezTo>
                    <a:pt x="14967" y="5658"/>
                    <a:pt x="14694" y="5432"/>
                    <a:pt x="14422" y="5219"/>
                  </a:cubicBezTo>
                  <a:cubicBezTo>
                    <a:pt x="13674" y="4839"/>
                    <a:pt x="12951" y="4614"/>
                    <a:pt x="12536" y="4507"/>
                  </a:cubicBezTo>
                  <a:lnTo>
                    <a:pt x="11978" y="4934"/>
                  </a:lnTo>
                  <a:cubicBezTo>
                    <a:pt x="11682" y="5172"/>
                    <a:pt x="11291" y="5207"/>
                    <a:pt x="10959" y="5029"/>
                  </a:cubicBezTo>
                  <a:lnTo>
                    <a:pt x="7235" y="3037"/>
                  </a:lnTo>
                  <a:cubicBezTo>
                    <a:pt x="6914" y="2859"/>
                    <a:pt x="6725" y="2515"/>
                    <a:pt x="6748" y="2135"/>
                  </a:cubicBezTo>
                  <a:lnTo>
                    <a:pt x="6796" y="1436"/>
                  </a:lnTo>
                  <a:cubicBezTo>
                    <a:pt x="6464" y="1139"/>
                    <a:pt x="5894" y="665"/>
                    <a:pt x="5159" y="262"/>
                  </a:cubicBezTo>
                  <a:cubicBezTo>
                    <a:pt x="4839" y="143"/>
                    <a:pt x="4483" y="48"/>
                    <a:pt x="4115" y="1"/>
                  </a:cubicBezTo>
                  <a:cubicBezTo>
                    <a:pt x="4115" y="1"/>
                    <a:pt x="1862" y="2337"/>
                    <a:pt x="36" y="4436"/>
                  </a:cubicBezTo>
                  <a:cubicBezTo>
                    <a:pt x="0" y="5385"/>
                    <a:pt x="463" y="6298"/>
                    <a:pt x="1376" y="6784"/>
                  </a:cubicBezTo>
                  <a:lnTo>
                    <a:pt x="3700" y="8030"/>
                  </a:lnTo>
                  <a:lnTo>
                    <a:pt x="3724" y="8018"/>
                  </a:lnTo>
                  <a:lnTo>
                    <a:pt x="6250" y="9370"/>
                  </a:lnTo>
                  <a:lnTo>
                    <a:pt x="8764" y="10722"/>
                  </a:lnTo>
                  <a:lnTo>
                    <a:pt x="8788" y="10746"/>
                  </a:lnTo>
                  <a:lnTo>
                    <a:pt x="11113" y="11991"/>
                  </a:lnTo>
                  <a:cubicBezTo>
                    <a:pt x="11990" y="12453"/>
                    <a:pt x="13010" y="12323"/>
                    <a:pt x="13781" y="1178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86;p49">
              <a:extLst>
                <a:ext uri="{FF2B5EF4-FFF2-40B4-BE49-F238E27FC236}">
                  <a16:creationId xmlns:a16="http://schemas.microsoft.com/office/drawing/2014/main" id="{EFE1A3EC-5784-6172-7083-132C63C09CDC}"/>
                </a:ext>
              </a:extLst>
            </p:cNvPr>
            <p:cNvSpPr/>
            <p:nvPr/>
          </p:nvSpPr>
          <p:spPr>
            <a:xfrm>
              <a:off x="5458625" y="3467250"/>
              <a:ext cx="347825" cy="267150"/>
            </a:xfrm>
            <a:custGeom>
              <a:avLst/>
              <a:gdLst/>
              <a:ahLst/>
              <a:cxnLst/>
              <a:rect l="l" t="t" r="r" b="b"/>
              <a:pathLst>
                <a:path w="13913" h="10686" extrusionOk="0">
                  <a:moveTo>
                    <a:pt x="13366" y="8444"/>
                  </a:moveTo>
                  <a:cubicBezTo>
                    <a:pt x="13461" y="8029"/>
                    <a:pt x="13568" y="7614"/>
                    <a:pt x="13675" y="7223"/>
                  </a:cubicBezTo>
                  <a:cubicBezTo>
                    <a:pt x="13912" y="6286"/>
                    <a:pt x="13485" y="5313"/>
                    <a:pt x="12631" y="4863"/>
                  </a:cubicBezTo>
                  <a:lnTo>
                    <a:pt x="4424" y="463"/>
                  </a:lnTo>
                  <a:cubicBezTo>
                    <a:pt x="3570" y="0"/>
                    <a:pt x="2527" y="190"/>
                    <a:pt x="1886" y="890"/>
                  </a:cubicBezTo>
                  <a:cubicBezTo>
                    <a:pt x="1602" y="1198"/>
                    <a:pt x="1329" y="1506"/>
                    <a:pt x="1032" y="1838"/>
                  </a:cubicBezTo>
                  <a:cubicBezTo>
                    <a:pt x="1" y="2977"/>
                    <a:pt x="273" y="4756"/>
                    <a:pt x="1554" y="5444"/>
                  </a:cubicBezTo>
                  <a:lnTo>
                    <a:pt x="10058" y="9986"/>
                  </a:lnTo>
                  <a:cubicBezTo>
                    <a:pt x="11350" y="10686"/>
                    <a:pt x="12975" y="9915"/>
                    <a:pt x="13366" y="84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87;p49">
              <a:extLst>
                <a:ext uri="{FF2B5EF4-FFF2-40B4-BE49-F238E27FC236}">
                  <a16:creationId xmlns:a16="http://schemas.microsoft.com/office/drawing/2014/main" id="{D75238EE-0489-A669-4C7E-3D9369C7BCB9}"/>
                </a:ext>
              </a:extLst>
            </p:cNvPr>
            <p:cNvSpPr/>
            <p:nvPr/>
          </p:nvSpPr>
          <p:spPr>
            <a:xfrm>
              <a:off x="5489450" y="3483550"/>
              <a:ext cx="122200" cy="122175"/>
            </a:xfrm>
            <a:custGeom>
              <a:avLst/>
              <a:gdLst/>
              <a:ahLst/>
              <a:cxnLst/>
              <a:rect l="l" t="t" r="r" b="b"/>
              <a:pathLst>
                <a:path w="4888" h="4887" extrusionOk="0">
                  <a:moveTo>
                    <a:pt x="4887" y="2443"/>
                  </a:moveTo>
                  <a:cubicBezTo>
                    <a:pt x="4887" y="3795"/>
                    <a:pt x="3796" y="4887"/>
                    <a:pt x="2444" y="4887"/>
                  </a:cubicBezTo>
                  <a:cubicBezTo>
                    <a:pt x="1092" y="4887"/>
                    <a:pt x="1" y="3795"/>
                    <a:pt x="1" y="2443"/>
                  </a:cubicBezTo>
                  <a:cubicBezTo>
                    <a:pt x="1" y="1091"/>
                    <a:pt x="1092" y="0"/>
                    <a:pt x="2444" y="0"/>
                  </a:cubicBezTo>
                  <a:cubicBezTo>
                    <a:pt x="3796" y="0"/>
                    <a:pt x="4887" y="1091"/>
                    <a:pt x="4887" y="24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88;p49">
              <a:extLst>
                <a:ext uri="{FF2B5EF4-FFF2-40B4-BE49-F238E27FC236}">
                  <a16:creationId xmlns:a16="http://schemas.microsoft.com/office/drawing/2014/main" id="{0BE36C1E-F5EE-3B37-1DB0-58347DF3B42A}"/>
                </a:ext>
              </a:extLst>
            </p:cNvPr>
            <p:cNvSpPr/>
            <p:nvPr/>
          </p:nvSpPr>
          <p:spPr>
            <a:xfrm>
              <a:off x="5502800" y="3501625"/>
              <a:ext cx="35900" cy="51925"/>
            </a:xfrm>
            <a:custGeom>
              <a:avLst/>
              <a:gdLst/>
              <a:ahLst/>
              <a:cxnLst/>
              <a:rect l="l" t="t" r="r" b="b"/>
              <a:pathLst>
                <a:path w="1436" h="2077" extrusionOk="0">
                  <a:moveTo>
                    <a:pt x="985" y="1222"/>
                  </a:moveTo>
                  <a:cubicBezTo>
                    <a:pt x="1080" y="1009"/>
                    <a:pt x="1246" y="867"/>
                    <a:pt x="1436" y="772"/>
                  </a:cubicBezTo>
                  <a:lnTo>
                    <a:pt x="1198" y="1"/>
                  </a:lnTo>
                  <a:cubicBezTo>
                    <a:pt x="819" y="167"/>
                    <a:pt x="487" y="451"/>
                    <a:pt x="273" y="843"/>
                  </a:cubicBezTo>
                  <a:cubicBezTo>
                    <a:pt x="60" y="1246"/>
                    <a:pt x="1" y="1673"/>
                    <a:pt x="95" y="2076"/>
                  </a:cubicBezTo>
                  <a:lnTo>
                    <a:pt x="866" y="1839"/>
                  </a:lnTo>
                  <a:cubicBezTo>
                    <a:pt x="831" y="1637"/>
                    <a:pt x="878" y="1424"/>
                    <a:pt x="985" y="122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89;p49">
              <a:extLst>
                <a:ext uri="{FF2B5EF4-FFF2-40B4-BE49-F238E27FC236}">
                  <a16:creationId xmlns:a16="http://schemas.microsoft.com/office/drawing/2014/main" id="{7587CC69-AB3A-D709-F17B-D4F82D1656B3}"/>
                </a:ext>
              </a:extLst>
            </p:cNvPr>
            <p:cNvSpPr/>
            <p:nvPr/>
          </p:nvSpPr>
          <p:spPr>
            <a:xfrm>
              <a:off x="5563000" y="3535725"/>
              <a:ext cx="35900" cy="51925"/>
            </a:xfrm>
            <a:custGeom>
              <a:avLst/>
              <a:gdLst/>
              <a:ahLst/>
              <a:cxnLst/>
              <a:rect l="l" t="t" r="r" b="b"/>
              <a:pathLst>
                <a:path w="1436" h="2077" extrusionOk="0">
                  <a:moveTo>
                    <a:pt x="451" y="866"/>
                  </a:moveTo>
                  <a:cubicBezTo>
                    <a:pt x="344" y="1068"/>
                    <a:pt x="190" y="1222"/>
                    <a:pt x="0" y="1305"/>
                  </a:cubicBezTo>
                  <a:lnTo>
                    <a:pt x="225" y="2076"/>
                  </a:lnTo>
                  <a:cubicBezTo>
                    <a:pt x="617" y="1910"/>
                    <a:pt x="937" y="1637"/>
                    <a:pt x="1162" y="1234"/>
                  </a:cubicBezTo>
                  <a:cubicBezTo>
                    <a:pt x="1376" y="831"/>
                    <a:pt x="1435" y="404"/>
                    <a:pt x="1340" y="1"/>
                  </a:cubicBezTo>
                  <a:lnTo>
                    <a:pt x="569" y="238"/>
                  </a:lnTo>
                  <a:cubicBezTo>
                    <a:pt x="593" y="428"/>
                    <a:pt x="558" y="653"/>
                    <a:pt x="451" y="86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90;p49">
              <a:extLst>
                <a:ext uri="{FF2B5EF4-FFF2-40B4-BE49-F238E27FC236}">
                  <a16:creationId xmlns:a16="http://schemas.microsoft.com/office/drawing/2014/main" id="{2AD82D81-6E5D-37EE-6071-170229A3DF05}"/>
                </a:ext>
              </a:extLst>
            </p:cNvPr>
            <p:cNvSpPr/>
            <p:nvPr/>
          </p:nvSpPr>
          <p:spPr>
            <a:xfrm>
              <a:off x="5507550" y="3556475"/>
              <a:ext cx="51900" cy="35900"/>
            </a:xfrm>
            <a:custGeom>
              <a:avLst/>
              <a:gdLst/>
              <a:ahLst/>
              <a:cxnLst/>
              <a:rect l="l" t="t" r="r" b="b"/>
              <a:pathLst>
                <a:path w="2076" h="1436" extrusionOk="0">
                  <a:moveTo>
                    <a:pt x="1850" y="582"/>
                  </a:moveTo>
                  <a:cubicBezTo>
                    <a:pt x="1649" y="606"/>
                    <a:pt x="1424" y="570"/>
                    <a:pt x="1222" y="463"/>
                  </a:cubicBezTo>
                  <a:cubicBezTo>
                    <a:pt x="1008" y="357"/>
                    <a:pt x="866" y="191"/>
                    <a:pt x="771" y="1"/>
                  </a:cubicBezTo>
                  <a:lnTo>
                    <a:pt x="0" y="238"/>
                  </a:lnTo>
                  <a:cubicBezTo>
                    <a:pt x="166" y="629"/>
                    <a:pt x="451" y="950"/>
                    <a:pt x="854" y="1175"/>
                  </a:cubicBezTo>
                  <a:cubicBezTo>
                    <a:pt x="1246" y="1377"/>
                    <a:pt x="1673" y="1436"/>
                    <a:pt x="2076" y="135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91;p49">
              <a:extLst>
                <a:ext uri="{FF2B5EF4-FFF2-40B4-BE49-F238E27FC236}">
                  <a16:creationId xmlns:a16="http://schemas.microsoft.com/office/drawing/2014/main" id="{A0D78820-BDCF-D2DE-E5CB-7248E86BAD07}"/>
                </a:ext>
              </a:extLst>
            </p:cNvPr>
            <p:cNvSpPr/>
            <p:nvPr/>
          </p:nvSpPr>
          <p:spPr>
            <a:xfrm>
              <a:off x="5541650" y="3496900"/>
              <a:ext cx="51900" cy="35900"/>
            </a:xfrm>
            <a:custGeom>
              <a:avLst/>
              <a:gdLst/>
              <a:ahLst/>
              <a:cxnLst/>
              <a:rect l="l" t="t" r="r" b="b"/>
              <a:pathLst>
                <a:path w="2076" h="1436" extrusionOk="0">
                  <a:moveTo>
                    <a:pt x="226" y="854"/>
                  </a:moveTo>
                  <a:cubicBezTo>
                    <a:pt x="439" y="830"/>
                    <a:pt x="653" y="878"/>
                    <a:pt x="866" y="973"/>
                  </a:cubicBezTo>
                  <a:cubicBezTo>
                    <a:pt x="1068" y="1079"/>
                    <a:pt x="1222" y="1245"/>
                    <a:pt x="1305" y="1435"/>
                  </a:cubicBezTo>
                  <a:lnTo>
                    <a:pt x="2076" y="1198"/>
                  </a:lnTo>
                  <a:cubicBezTo>
                    <a:pt x="1922" y="818"/>
                    <a:pt x="1637" y="486"/>
                    <a:pt x="1234" y="261"/>
                  </a:cubicBezTo>
                  <a:cubicBezTo>
                    <a:pt x="830" y="59"/>
                    <a:pt x="403" y="0"/>
                    <a:pt x="0" y="8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92;p49">
              <a:extLst>
                <a:ext uri="{FF2B5EF4-FFF2-40B4-BE49-F238E27FC236}">
                  <a16:creationId xmlns:a16="http://schemas.microsoft.com/office/drawing/2014/main" id="{97AB2E07-AA97-C5B8-D13A-504E615E4EDF}"/>
                </a:ext>
              </a:extLst>
            </p:cNvPr>
            <p:cNvSpPr/>
            <p:nvPr/>
          </p:nvSpPr>
          <p:spPr>
            <a:xfrm>
              <a:off x="5536600" y="3530100"/>
              <a:ext cx="28200" cy="28200"/>
            </a:xfrm>
            <a:custGeom>
              <a:avLst/>
              <a:gdLst/>
              <a:ahLst/>
              <a:cxnLst/>
              <a:rect l="l" t="t" r="r" b="b"/>
              <a:pathLst>
                <a:path w="1128" h="1128" extrusionOk="0">
                  <a:moveTo>
                    <a:pt x="985" y="807"/>
                  </a:moveTo>
                  <a:cubicBezTo>
                    <a:pt x="855" y="1044"/>
                    <a:pt x="558" y="1127"/>
                    <a:pt x="321" y="997"/>
                  </a:cubicBezTo>
                  <a:cubicBezTo>
                    <a:pt x="84" y="866"/>
                    <a:pt x="1" y="570"/>
                    <a:pt x="131" y="332"/>
                  </a:cubicBezTo>
                  <a:cubicBezTo>
                    <a:pt x="262" y="95"/>
                    <a:pt x="558" y="0"/>
                    <a:pt x="795" y="143"/>
                  </a:cubicBezTo>
                  <a:cubicBezTo>
                    <a:pt x="1032" y="285"/>
                    <a:pt x="1127" y="570"/>
                    <a:pt x="985" y="80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93;p49">
              <a:extLst>
                <a:ext uri="{FF2B5EF4-FFF2-40B4-BE49-F238E27FC236}">
                  <a16:creationId xmlns:a16="http://schemas.microsoft.com/office/drawing/2014/main" id="{B429B1D0-B8E9-C787-0C6E-04BEC53E42B1}"/>
                </a:ext>
              </a:extLst>
            </p:cNvPr>
            <p:cNvSpPr/>
            <p:nvPr/>
          </p:nvSpPr>
          <p:spPr>
            <a:xfrm>
              <a:off x="5699375" y="3584350"/>
              <a:ext cx="80075" cy="52800"/>
            </a:xfrm>
            <a:custGeom>
              <a:avLst/>
              <a:gdLst/>
              <a:ahLst/>
              <a:cxnLst/>
              <a:rect l="l" t="t" r="r" b="b"/>
              <a:pathLst>
                <a:path w="3203" h="2112" extrusionOk="0">
                  <a:moveTo>
                    <a:pt x="2159" y="119"/>
                  </a:moveTo>
                  <a:lnTo>
                    <a:pt x="606" y="594"/>
                  </a:lnTo>
                  <a:cubicBezTo>
                    <a:pt x="214" y="712"/>
                    <a:pt x="1" y="1115"/>
                    <a:pt x="119" y="1507"/>
                  </a:cubicBezTo>
                  <a:cubicBezTo>
                    <a:pt x="238" y="1898"/>
                    <a:pt x="629" y="2112"/>
                    <a:pt x="1032" y="2005"/>
                  </a:cubicBezTo>
                  <a:lnTo>
                    <a:pt x="2586" y="1531"/>
                  </a:lnTo>
                  <a:cubicBezTo>
                    <a:pt x="2977" y="1412"/>
                    <a:pt x="3203" y="1009"/>
                    <a:pt x="3084" y="606"/>
                  </a:cubicBezTo>
                  <a:cubicBezTo>
                    <a:pt x="2966" y="226"/>
                    <a:pt x="2551" y="1"/>
                    <a:pt x="2159" y="11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94;p49">
              <a:extLst>
                <a:ext uri="{FF2B5EF4-FFF2-40B4-BE49-F238E27FC236}">
                  <a16:creationId xmlns:a16="http://schemas.microsoft.com/office/drawing/2014/main" id="{A0A2FCC4-0F89-17E7-1AAE-3D5A4AE547EC}"/>
                </a:ext>
              </a:extLst>
            </p:cNvPr>
            <p:cNvSpPr/>
            <p:nvPr/>
          </p:nvSpPr>
          <p:spPr>
            <a:xfrm>
              <a:off x="5707675" y="3601850"/>
              <a:ext cx="28200" cy="27900"/>
            </a:xfrm>
            <a:custGeom>
              <a:avLst/>
              <a:gdLst/>
              <a:ahLst/>
              <a:cxnLst/>
              <a:rect l="l" t="t" r="r" b="b"/>
              <a:pathLst>
                <a:path w="1128" h="1116" extrusionOk="0">
                  <a:moveTo>
                    <a:pt x="1056" y="427"/>
                  </a:moveTo>
                  <a:cubicBezTo>
                    <a:pt x="1127" y="688"/>
                    <a:pt x="973" y="973"/>
                    <a:pt x="700" y="1044"/>
                  </a:cubicBezTo>
                  <a:cubicBezTo>
                    <a:pt x="440" y="1115"/>
                    <a:pt x="155" y="961"/>
                    <a:pt x="72" y="688"/>
                  </a:cubicBezTo>
                  <a:cubicBezTo>
                    <a:pt x="1" y="427"/>
                    <a:pt x="167" y="143"/>
                    <a:pt x="440" y="72"/>
                  </a:cubicBezTo>
                  <a:cubicBezTo>
                    <a:pt x="700" y="0"/>
                    <a:pt x="985" y="155"/>
                    <a:pt x="1056" y="42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95;p49">
              <a:extLst>
                <a:ext uri="{FF2B5EF4-FFF2-40B4-BE49-F238E27FC236}">
                  <a16:creationId xmlns:a16="http://schemas.microsoft.com/office/drawing/2014/main" id="{92569EA8-61E2-73C6-1D47-CE5633F73DBA}"/>
                </a:ext>
              </a:extLst>
            </p:cNvPr>
            <p:cNvSpPr/>
            <p:nvPr/>
          </p:nvSpPr>
          <p:spPr>
            <a:xfrm>
              <a:off x="5741775" y="3591775"/>
              <a:ext cx="28200" cy="27875"/>
            </a:xfrm>
            <a:custGeom>
              <a:avLst/>
              <a:gdLst/>
              <a:ahLst/>
              <a:cxnLst/>
              <a:rect l="l" t="t" r="r" b="b"/>
              <a:pathLst>
                <a:path w="1128" h="1115" extrusionOk="0">
                  <a:moveTo>
                    <a:pt x="1056" y="415"/>
                  </a:moveTo>
                  <a:cubicBezTo>
                    <a:pt x="1127" y="676"/>
                    <a:pt x="973" y="961"/>
                    <a:pt x="700" y="1032"/>
                  </a:cubicBezTo>
                  <a:cubicBezTo>
                    <a:pt x="439" y="1115"/>
                    <a:pt x="155" y="949"/>
                    <a:pt x="84" y="676"/>
                  </a:cubicBezTo>
                  <a:cubicBezTo>
                    <a:pt x="1" y="415"/>
                    <a:pt x="167" y="131"/>
                    <a:pt x="439" y="59"/>
                  </a:cubicBezTo>
                  <a:cubicBezTo>
                    <a:pt x="700" y="0"/>
                    <a:pt x="985" y="142"/>
                    <a:pt x="1056" y="41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96;p49">
              <a:extLst>
                <a:ext uri="{FF2B5EF4-FFF2-40B4-BE49-F238E27FC236}">
                  <a16:creationId xmlns:a16="http://schemas.microsoft.com/office/drawing/2014/main" id="{69300D67-39FB-46FF-4B2F-BA5C304D6574}"/>
                </a:ext>
              </a:extLst>
            </p:cNvPr>
            <p:cNvSpPr/>
            <p:nvPr/>
          </p:nvSpPr>
          <p:spPr>
            <a:xfrm>
              <a:off x="5699975" y="3635350"/>
              <a:ext cx="80075" cy="53100"/>
            </a:xfrm>
            <a:custGeom>
              <a:avLst/>
              <a:gdLst/>
              <a:ahLst/>
              <a:cxnLst/>
              <a:rect l="l" t="t" r="r" b="b"/>
              <a:pathLst>
                <a:path w="3203" h="2124" extrusionOk="0">
                  <a:moveTo>
                    <a:pt x="2159" y="119"/>
                  </a:moveTo>
                  <a:lnTo>
                    <a:pt x="605" y="594"/>
                  </a:lnTo>
                  <a:cubicBezTo>
                    <a:pt x="226" y="712"/>
                    <a:pt x="0" y="1115"/>
                    <a:pt x="119" y="1519"/>
                  </a:cubicBezTo>
                  <a:cubicBezTo>
                    <a:pt x="238" y="1910"/>
                    <a:pt x="641" y="2123"/>
                    <a:pt x="1044" y="2005"/>
                  </a:cubicBezTo>
                  <a:lnTo>
                    <a:pt x="2598" y="1530"/>
                  </a:lnTo>
                  <a:cubicBezTo>
                    <a:pt x="2977" y="1412"/>
                    <a:pt x="3203" y="1009"/>
                    <a:pt x="3084" y="617"/>
                  </a:cubicBezTo>
                  <a:cubicBezTo>
                    <a:pt x="2965" y="226"/>
                    <a:pt x="2562" y="1"/>
                    <a:pt x="2159" y="11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97;p49">
              <a:extLst>
                <a:ext uri="{FF2B5EF4-FFF2-40B4-BE49-F238E27FC236}">
                  <a16:creationId xmlns:a16="http://schemas.microsoft.com/office/drawing/2014/main" id="{2086F014-63B2-9778-513B-BEC6DD4F5898}"/>
                </a:ext>
              </a:extLst>
            </p:cNvPr>
            <p:cNvSpPr/>
            <p:nvPr/>
          </p:nvSpPr>
          <p:spPr>
            <a:xfrm>
              <a:off x="5708575" y="3653150"/>
              <a:ext cx="28175" cy="28175"/>
            </a:xfrm>
            <a:custGeom>
              <a:avLst/>
              <a:gdLst/>
              <a:ahLst/>
              <a:cxnLst/>
              <a:rect l="l" t="t" r="r" b="b"/>
              <a:pathLst>
                <a:path w="1127" h="1127" extrusionOk="0">
                  <a:moveTo>
                    <a:pt x="1056" y="439"/>
                  </a:moveTo>
                  <a:cubicBezTo>
                    <a:pt x="1127" y="700"/>
                    <a:pt x="961" y="984"/>
                    <a:pt x="700" y="1056"/>
                  </a:cubicBezTo>
                  <a:cubicBezTo>
                    <a:pt x="427" y="1127"/>
                    <a:pt x="143" y="973"/>
                    <a:pt x="71" y="700"/>
                  </a:cubicBezTo>
                  <a:cubicBezTo>
                    <a:pt x="0" y="427"/>
                    <a:pt x="154" y="154"/>
                    <a:pt x="427" y="83"/>
                  </a:cubicBezTo>
                  <a:cubicBezTo>
                    <a:pt x="700" y="0"/>
                    <a:pt x="973" y="166"/>
                    <a:pt x="1056" y="43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98;p49">
              <a:extLst>
                <a:ext uri="{FF2B5EF4-FFF2-40B4-BE49-F238E27FC236}">
                  <a16:creationId xmlns:a16="http://schemas.microsoft.com/office/drawing/2014/main" id="{E7A15E4F-E3A0-3D0E-F62A-E4409E05D8A7}"/>
                </a:ext>
              </a:extLst>
            </p:cNvPr>
            <p:cNvSpPr/>
            <p:nvPr/>
          </p:nvSpPr>
          <p:spPr>
            <a:xfrm>
              <a:off x="5742675" y="3642775"/>
              <a:ext cx="28175" cy="28175"/>
            </a:xfrm>
            <a:custGeom>
              <a:avLst/>
              <a:gdLst/>
              <a:ahLst/>
              <a:cxnLst/>
              <a:rect l="l" t="t" r="r" b="b"/>
              <a:pathLst>
                <a:path w="1127" h="1127" extrusionOk="0">
                  <a:moveTo>
                    <a:pt x="1044" y="439"/>
                  </a:moveTo>
                  <a:cubicBezTo>
                    <a:pt x="1127" y="700"/>
                    <a:pt x="961" y="984"/>
                    <a:pt x="688" y="1056"/>
                  </a:cubicBezTo>
                  <a:cubicBezTo>
                    <a:pt x="427" y="1127"/>
                    <a:pt x="143" y="973"/>
                    <a:pt x="71" y="700"/>
                  </a:cubicBezTo>
                  <a:cubicBezTo>
                    <a:pt x="0" y="439"/>
                    <a:pt x="154" y="154"/>
                    <a:pt x="427" y="83"/>
                  </a:cubicBezTo>
                  <a:cubicBezTo>
                    <a:pt x="712" y="0"/>
                    <a:pt x="973" y="166"/>
                    <a:pt x="1044" y="43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99;p49">
              <a:extLst>
                <a:ext uri="{FF2B5EF4-FFF2-40B4-BE49-F238E27FC236}">
                  <a16:creationId xmlns:a16="http://schemas.microsoft.com/office/drawing/2014/main" id="{462A4E09-5C30-6139-654F-FA7E5E94A856}"/>
                </a:ext>
              </a:extLst>
            </p:cNvPr>
            <p:cNvSpPr/>
            <p:nvPr/>
          </p:nvSpPr>
          <p:spPr>
            <a:xfrm>
              <a:off x="5619925" y="3590275"/>
              <a:ext cx="43900" cy="30275"/>
            </a:xfrm>
            <a:custGeom>
              <a:avLst/>
              <a:gdLst/>
              <a:ahLst/>
              <a:cxnLst/>
              <a:rect l="l" t="t" r="r" b="b"/>
              <a:pathLst>
                <a:path w="1756" h="1211" extrusionOk="0">
                  <a:moveTo>
                    <a:pt x="1578" y="677"/>
                  </a:moveTo>
                  <a:lnTo>
                    <a:pt x="427" y="72"/>
                  </a:lnTo>
                  <a:cubicBezTo>
                    <a:pt x="297" y="1"/>
                    <a:pt x="143" y="60"/>
                    <a:pt x="71" y="179"/>
                  </a:cubicBezTo>
                  <a:cubicBezTo>
                    <a:pt x="0" y="309"/>
                    <a:pt x="60" y="463"/>
                    <a:pt x="178" y="535"/>
                  </a:cubicBezTo>
                  <a:lnTo>
                    <a:pt x="1317" y="1139"/>
                  </a:lnTo>
                  <a:cubicBezTo>
                    <a:pt x="1459" y="1211"/>
                    <a:pt x="1601" y="1151"/>
                    <a:pt x="1672" y="1033"/>
                  </a:cubicBezTo>
                  <a:cubicBezTo>
                    <a:pt x="1755" y="902"/>
                    <a:pt x="1708" y="760"/>
                    <a:pt x="1578" y="67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00;p49">
              <a:extLst>
                <a:ext uri="{FF2B5EF4-FFF2-40B4-BE49-F238E27FC236}">
                  <a16:creationId xmlns:a16="http://schemas.microsoft.com/office/drawing/2014/main" id="{900B081C-F59D-40DF-C4DD-2F5FCAC1A470}"/>
                </a:ext>
              </a:extLst>
            </p:cNvPr>
            <p:cNvSpPr/>
            <p:nvPr/>
          </p:nvSpPr>
          <p:spPr>
            <a:xfrm>
              <a:off x="5607750" y="3613125"/>
              <a:ext cx="43625" cy="30550"/>
            </a:xfrm>
            <a:custGeom>
              <a:avLst/>
              <a:gdLst/>
              <a:ahLst/>
              <a:cxnLst/>
              <a:rect l="l" t="t" r="r" b="b"/>
              <a:pathLst>
                <a:path w="1745" h="1222" extrusionOk="0">
                  <a:moveTo>
                    <a:pt x="1566" y="688"/>
                  </a:moveTo>
                  <a:lnTo>
                    <a:pt x="428" y="83"/>
                  </a:lnTo>
                  <a:cubicBezTo>
                    <a:pt x="297" y="0"/>
                    <a:pt x="143" y="59"/>
                    <a:pt x="72" y="178"/>
                  </a:cubicBezTo>
                  <a:cubicBezTo>
                    <a:pt x="1" y="320"/>
                    <a:pt x="60" y="463"/>
                    <a:pt x="179" y="534"/>
                  </a:cubicBezTo>
                  <a:lnTo>
                    <a:pt x="1317" y="1150"/>
                  </a:lnTo>
                  <a:cubicBezTo>
                    <a:pt x="1448" y="1222"/>
                    <a:pt x="1602" y="1162"/>
                    <a:pt x="1673" y="1044"/>
                  </a:cubicBezTo>
                  <a:cubicBezTo>
                    <a:pt x="1744" y="913"/>
                    <a:pt x="1697" y="759"/>
                    <a:pt x="1566" y="688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01;p49">
              <a:extLst>
                <a:ext uri="{FF2B5EF4-FFF2-40B4-BE49-F238E27FC236}">
                  <a16:creationId xmlns:a16="http://schemas.microsoft.com/office/drawing/2014/main" id="{3606DA92-9624-2AB9-1EFD-BECDDD282A73}"/>
                </a:ext>
              </a:extLst>
            </p:cNvPr>
            <p:cNvSpPr/>
            <p:nvPr/>
          </p:nvSpPr>
          <p:spPr>
            <a:xfrm>
              <a:off x="5643350" y="3578725"/>
              <a:ext cx="18400" cy="13075"/>
            </a:xfrm>
            <a:custGeom>
              <a:avLst/>
              <a:gdLst/>
              <a:ahLst/>
              <a:cxnLst/>
              <a:rect l="l" t="t" r="r" b="b"/>
              <a:pathLst>
                <a:path w="736" h="523" extrusionOk="0">
                  <a:moveTo>
                    <a:pt x="664" y="297"/>
                  </a:moveTo>
                  <a:lnTo>
                    <a:pt x="178" y="36"/>
                  </a:lnTo>
                  <a:cubicBezTo>
                    <a:pt x="119" y="0"/>
                    <a:pt x="59" y="12"/>
                    <a:pt x="24" y="71"/>
                  </a:cubicBezTo>
                  <a:cubicBezTo>
                    <a:pt x="0" y="131"/>
                    <a:pt x="12" y="190"/>
                    <a:pt x="71" y="226"/>
                  </a:cubicBezTo>
                  <a:lnTo>
                    <a:pt x="558" y="487"/>
                  </a:lnTo>
                  <a:cubicBezTo>
                    <a:pt x="617" y="522"/>
                    <a:pt x="676" y="510"/>
                    <a:pt x="712" y="451"/>
                  </a:cubicBezTo>
                  <a:cubicBezTo>
                    <a:pt x="735" y="404"/>
                    <a:pt x="724" y="332"/>
                    <a:pt x="664" y="29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1101;p44">
            <a:extLst>
              <a:ext uri="{FF2B5EF4-FFF2-40B4-BE49-F238E27FC236}">
                <a16:creationId xmlns:a16="http://schemas.microsoft.com/office/drawing/2014/main" id="{594C9AA0-0F01-0260-6206-02681BDB2A5C}"/>
              </a:ext>
            </a:extLst>
          </p:cNvPr>
          <p:cNvGrpSpPr/>
          <p:nvPr/>
        </p:nvGrpSpPr>
        <p:grpSpPr>
          <a:xfrm>
            <a:off x="7603341" y="-128059"/>
            <a:ext cx="1616052" cy="1992982"/>
            <a:chOff x="6483508" y="1279678"/>
            <a:chExt cx="1544392" cy="1904608"/>
          </a:xfrm>
        </p:grpSpPr>
        <p:sp>
          <p:nvSpPr>
            <p:cNvPr id="31" name="Google Shape;1102;p44">
              <a:extLst>
                <a:ext uri="{FF2B5EF4-FFF2-40B4-BE49-F238E27FC236}">
                  <a16:creationId xmlns:a16="http://schemas.microsoft.com/office/drawing/2014/main" id="{F69FC62C-E222-D2E0-99EB-05368332E2CE}"/>
                </a:ext>
              </a:extLst>
            </p:cNvPr>
            <p:cNvSpPr/>
            <p:nvPr/>
          </p:nvSpPr>
          <p:spPr>
            <a:xfrm>
              <a:off x="6508274" y="1331850"/>
              <a:ext cx="1519626" cy="1852436"/>
            </a:xfrm>
            <a:custGeom>
              <a:avLst/>
              <a:gdLst/>
              <a:ahLst/>
              <a:cxnLst/>
              <a:rect l="l" t="t" r="r" b="b"/>
              <a:pathLst>
                <a:path w="13806" h="16830" extrusionOk="0">
                  <a:moveTo>
                    <a:pt x="13722" y="13034"/>
                  </a:moveTo>
                  <a:lnTo>
                    <a:pt x="8231" y="522"/>
                  </a:lnTo>
                  <a:cubicBezTo>
                    <a:pt x="8089" y="167"/>
                    <a:pt x="7674" y="1"/>
                    <a:pt x="7318" y="167"/>
                  </a:cubicBezTo>
                  <a:lnTo>
                    <a:pt x="522" y="3143"/>
                  </a:lnTo>
                  <a:cubicBezTo>
                    <a:pt x="166" y="3286"/>
                    <a:pt x="0" y="3701"/>
                    <a:pt x="166" y="4068"/>
                  </a:cubicBezTo>
                  <a:lnTo>
                    <a:pt x="5539" y="16308"/>
                  </a:lnTo>
                  <a:cubicBezTo>
                    <a:pt x="5681" y="16663"/>
                    <a:pt x="6096" y="16829"/>
                    <a:pt x="6452" y="16663"/>
                  </a:cubicBezTo>
                  <a:lnTo>
                    <a:pt x="13509" y="13580"/>
                  </a:lnTo>
                  <a:cubicBezTo>
                    <a:pt x="13699" y="13473"/>
                    <a:pt x="13805" y="13236"/>
                    <a:pt x="13722" y="1303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103;p44">
              <a:extLst>
                <a:ext uri="{FF2B5EF4-FFF2-40B4-BE49-F238E27FC236}">
                  <a16:creationId xmlns:a16="http://schemas.microsoft.com/office/drawing/2014/main" id="{AAA0FDB7-F369-F516-4391-BD32F54C7A63}"/>
                </a:ext>
              </a:extLst>
            </p:cNvPr>
            <p:cNvSpPr/>
            <p:nvPr/>
          </p:nvSpPr>
          <p:spPr>
            <a:xfrm>
              <a:off x="6483508" y="1279678"/>
              <a:ext cx="1519516" cy="1852436"/>
            </a:xfrm>
            <a:custGeom>
              <a:avLst/>
              <a:gdLst/>
              <a:ahLst/>
              <a:cxnLst/>
              <a:rect l="l" t="t" r="r" b="b"/>
              <a:pathLst>
                <a:path w="13805" h="16830" extrusionOk="0">
                  <a:moveTo>
                    <a:pt x="13686" y="12927"/>
                  </a:moveTo>
                  <a:lnTo>
                    <a:pt x="8255" y="522"/>
                  </a:lnTo>
                  <a:cubicBezTo>
                    <a:pt x="8100" y="166"/>
                    <a:pt x="7685" y="0"/>
                    <a:pt x="7329" y="166"/>
                  </a:cubicBezTo>
                  <a:lnTo>
                    <a:pt x="522" y="3143"/>
                  </a:lnTo>
                  <a:cubicBezTo>
                    <a:pt x="166" y="3297"/>
                    <a:pt x="0" y="3712"/>
                    <a:pt x="166" y="4068"/>
                  </a:cubicBezTo>
                  <a:lnTo>
                    <a:pt x="5539" y="16307"/>
                  </a:lnTo>
                  <a:cubicBezTo>
                    <a:pt x="5681" y="16663"/>
                    <a:pt x="6096" y="16829"/>
                    <a:pt x="6452" y="16663"/>
                  </a:cubicBezTo>
                  <a:lnTo>
                    <a:pt x="13414" y="13615"/>
                  </a:lnTo>
                  <a:cubicBezTo>
                    <a:pt x="13674" y="13508"/>
                    <a:pt x="13805" y="13188"/>
                    <a:pt x="13686" y="12927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104;p44">
              <a:extLst>
                <a:ext uri="{FF2B5EF4-FFF2-40B4-BE49-F238E27FC236}">
                  <a16:creationId xmlns:a16="http://schemas.microsoft.com/office/drawing/2014/main" id="{27DA5BB8-2B6B-0754-FE5D-D676E5C8169E}"/>
                </a:ext>
              </a:extLst>
            </p:cNvPr>
            <p:cNvSpPr/>
            <p:nvPr/>
          </p:nvSpPr>
          <p:spPr>
            <a:xfrm>
              <a:off x="6542175" y="1428490"/>
              <a:ext cx="1190627" cy="1082184"/>
            </a:xfrm>
            <a:custGeom>
              <a:avLst/>
              <a:gdLst/>
              <a:ahLst/>
              <a:cxnLst/>
              <a:rect l="l" t="t" r="r" b="b"/>
              <a:pathLst>
                <a:path w="10817" h="9832" extrusionOk="0">
                  <a:moveTo>
                    <a:pt x="1" y="3546"/>
                  </a:moveTo>
                  <a:lnTo>
                    <a:pt x="2740" y="9832"/>
                  </a:lnTo>
                  <a:lnTo>
                    <a:pt x="10817" y="6286"/>
                  </a:lnTo>
                  <a:lnTo>
                    <a:pt x="808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105;p44">
              <a:extLst>
                <a:ext uri="{FF2B5EF4-FFF2-40B4-BE49-F238E27FC236}">
                  <a16:creationId xmlns:a16="http://schemas.microsoft.com/office/drawing/2014/main" id="{B12BA97A-C2CF-CB45-D43E-5AB6B75491DE}"/>
                </a:ext>
              </a:extLst>
            </p:cNvPr>
            <p:cNvSpPr/>
            <p:nvPr/>
          </p:nvSpPr>
          <p:spPr>
            <a:xfrm>
              <a:off x="6640138" y="1505427"/>
              <a:ext cx="993492" cy="923026"/>
            </a:xfrm>
            <a:custGeom>
              <a:avLst/>
              <a:gdLst/>
              <a:ahLst/>
              <a:cxnLst/>
              <a:rect l="l" t="t" r="r" b="b"/>
              <a:pathLst>
                <a:path w="9026" h="8386" extrusionOk="0">
                  <a:moveTo>
                    <a:pt x="9026" y="5492"/>
                  </a:moveTo>
                  <a:lnTo>
                    <a:pt x="2408" y="8386"/>
                  </a:lnTo>
                  <a:lnTo>
                    <a:pt x="0" y="2895"/>
                  </a:lnTo>
                  <a:lnTo>
                    <a:pt x="663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7" name="Google Shape;1106;p44">
              <a:extLst>
                <a:ext uri="{FF2B5EF4-FFF2-40B4-BE49-F238E27FC236}">
                  <a16:creationId xmlns:a16="http://schemas.microsoft.com/office/drawing/2014/main" id="{DAA86936-238A-C705-C8E0-C0A31DA3663C}"/>
                </a:ext>
              </a:extLst>
            </p:cNvPr>
            <p:cNvSpPr/>
            <p:nvPr/>
          </p:nvSpPr>
          <p:spPr>
            <a:xfrm>
              <a:off x="7624384" y="2735101"/>
              <a:ext cx="75838" cy="131971"/>
            </a:xfrm>
            <a:custGeom>
              <a:avLst/>
              <a:gdLst/>
              <a:ahLst/>
              <a:cxnLst/>
              <a:rect l="l" t="t" r="r" b="b"/>
              <a:pathLst>
                <a:path w="689" h="1199" extrusionOk="0">
                  <a:moveTo>
                    <a:pt x="214" y="72"/>
                  </a:moveTo>
                  <a:cubicBezTo>
                    <a:pt x="178" y="36"/>
                    <a:pt x="119" y="1"/>
                    <a:pt x="84" y="36"/>
                  </a:cubicBezTo>
                  <a:cubicBezTo>
                    <a:pt x="36" y="60"/>
                    <a:pt x="1" y="119"/>
                    <a:pt x="36" y="167"/>
                  </a:cubicBezTo>
                  <a:lnTo>
                    <a:pt x="475" y="1127"/>
                  </a:lnTo>
                  <a:cubicBezTo>
                    <a:pt x="511" y="1175"/>
                    <a:pt x="570" y="1199"/>
                    <a:pt x="617" y="1175"/>
                  </a:cubicBezTo>
                  <a:cubicBezTo>
                    <a:pt x="653" y="1139"/>
                    <a:pt x="688" y="1080"/>
                    <a:pt x="653" y="104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107;p44">
              <a:extLst>
                <a:ext uri="{FF2B5EF4-FFF2-40B4-BE49-F238E27FC236}">
                  <a16:creationId xmlns:a16="http://schemas.microsoft.com/office/drawing/2014/main" id="{4A7697B2-C3E8-7F7F-F2F9-9C6F5680A12D}"/>
                </a:ext>
              </a:extLst>
            </p:cNvPr>
            <p:cNvSpPr/>
            <p:nvPr/>
          </p:nvSpPr>
          <p:spPr>
            <a:xfrm>
              <a:off x="7674025" y="2712977"/>
              <a:ext cx="74517" cy="131861"/>
            </a:xfrm>
            <a:custGeom>
              <a:avLst/>
              <a:gdLst/>
              <a:ahLst/>
              <a:cxnLst/>
              <a:rect l="l" t="t" r="r" b="b"/>
              <a:pathLst>
                <a:path w="677" h="1198" extrusionOk="0">
                  <a:moveTo>
                    <a:pt x="202" y="71"/>
                  </a:moveTo>
                  <a:cubicBezTo>
                    <a:pt x="178" y="24"/>
                    <a:pt x="119" y="0"/>
                    <a:pt x="71" y="24"/>
                  </a:cubicBezTo>
                  <a:cubicBezTo>
                    <a:pt x="24" y="48"/>
                    <a:pt x="0" y="107"/>
                    <a:pt x="24" y="154"/>
                  </a:cubicBezTo>
                  <a:lnTo>
                    <a:pt x="475" y="1127"/>
                  </a:lnTo>
                  <a:cubicBezTo>
                    <a:pt x="498" y="1162"/>
                    <a:pt x="558" y="1198"/>
                    <a:pt x="605" y="1162"/>
                  </a:cubicBezTo>
                  <a:cubicBezTo>
                    <a:pt x="653" y="1139"/>
                    <a:pt x="676" y="1079"/>
                    <a:pt x="653" y="10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108;p44">
              <a:extLst>
                <a:ext uri="{FF2B5EF4-FFF2-40B4-BE49-F238E27FC236}">
                  <a16:creationId xmlns:a16="http://schemas.microsoft.com/office/drawing/2014/main" id="{8DEF44D2-4A6E-EF48-9DA7-9ED84FCE9A56}"/>
                </a:ext>
              </a:extLst>
            </p:cNvPr>
            <p:cNvSpPr/>
            <p:nvPr/>
          </p:nvSpPr>
          <p:spPr>
            <a:xfrm>
              <a:off x="7724878" y="2688102"/>
              <a:ext cx="74517" cy="131971"/>
            </a:xfrm>
            <a:custGeom>
              <a:avLst/>
              <a:gdLst/>
              <a:ahLst/>
              <a:cxnLst/>
              <a:rect l="l" t="t" r="r" b="b"/>
              <a:pathLst>
                <a:path w="677" h="1199" extrusionOk="0">
                  <a:moveTo>
                    <a:pt x="202" y="72"/>
                  </a:moveTo>
                  <a:cubicBezTo>
                    <a:pt x="179" y="25"/>
                    <a:pt x="119" y="1"/>
                    <a:pt x="72" y="25"/>
                  </a:cubicBezTo>
                  <a:cubicBezTo>
                    <a:pt x="24" y="60"/>
                    <a:pt x="1" y="119"/>
                    <a:pt x="24" y="167"/>
                  </a:cubicBezTo>
                  <a:lnTo>
                    <a:pt x="475" y="1127"/>
                  </a:lnTo>
                  <a:cubicBezTo>
                    <a:pt x="499" y="1175"/>
                    <a:pt x="558" y="1199"/>
                    <a:pt x="606" y="1175"/>
                  </a:cubicBezTo>
                  <a:cubicBezTo>
                    <a:pt x="653" y="1139"/>
                    <a:pt x="677" y="1080"/>
                    <a:pt x="653" y="103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1109;p44">
              <a:extLst>
                <a:ext uri="{FF2B5EF4-FFF2-40B4-BE49-F238E27FC236}">
                  <a16:creationId xmlns:a16="http://schemas.microsoft.com/office/drawing/2014/main" id="{AA05682D-9CFC-99BB-7065-FCBA598E03D5}"/>
                </a:ext>
              </a:extLst>
            </p:cNvPr>
            <p:cNvSpPr/>
            <p:nvPr/>
          </p:nvSpPr>
          <p:spPr>
            <a:xfrm>
              <a:off x="7771877" y="2664658"/>
              <a:ext cx="74517" cy="131971"/>
            </a:xfrm>
            <a:custGeom>
              <a:avLst/>
              <a:gdLst/>
              <a:ahLst/>
              <a:cxnLst/>
              <a:rect l="l" t="t" r="r" b="b"/>
              <a:pathLst>
                <a:path w="677" h="1199" extrusionOk="0">
                  <a:moveTo>
                    <a:pt x="202" y="83"/>
                  </a:moveTo>
                  <a:cubicBezTo>
                    <a:pt x="179" y="36"/>
                    <a:pt x="119" y="0"/>
                    <a:pt x="72" y="36"/>
                  </a:cubicBezTo>
                  <a:cubicBezTo>
                    <a:pt x="24" y="60"/>
                    <a:pt x="1" y="119"/>
                    <a:pt x="24" y="166"/>
                  </a:cubicBezTo>
                  <a:lnTo>
                    <a:pt x="475" y="1127"/>
                  </a:lnTo>
                  <a:cubicBezTo>
                    <a:pt x="499" y="1174"/>
                    <a:pt x="558" y="1198"/>
                    <a:pt x="606" y="1174"/>
                  </a:cubicBezTo>
                  <a:cubicBezTo>
                    <a:pt x="653" y="1151"/>
                    <a:pt x="677" y="1091"/>
                    <a:pt x="653" y="104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110;p44">
              <a:extLst>
                <a:ext uri="{FF2B5EF4-FFF2-40B4-BE49-F238E27FC236}">
                  <a16:creationId xmlns:a16="http://schemas.microsoft.com/office/drawing/2014/main" id="{38F76FF3-BE57-BF56-88C4-D9D02EDE6632}"/>
                </a:ext>
              </a:extLst>
            </p:cNvPr>
            <p:cNvSpPr/>
            <p:nvPr/>
          </p:nvSpPr>
          <p:spPr>
            <a:xfrm>
              <a:off x="7826692" y="2641103"/>
              <a:ext cx="75838" cy="131971"/>
            </a:xfrm>
            <a:custGeom>
              <a:avLst/>
              <a:gdLst/>
              <a:ahLst/>
              <a:cxnLst/>
              <a:rect l="l" t="t" r="r" b="b"/>
              <a:pathLst>
                <a:path w="689" h="1199" extrusionOk="0">
                  <a:moveTo>
                    <a:pt x="214" y="72"/>
                  </a:moveTo>
                  <a:cubicBezTo>
                    <a:pt x="179" y="25"/>
                    <a:pt x="119" y="1"/>
                    <a:pt x="84" y="25"/>
                  </a:cubicBezTo>
                  <a:cubicBezTo>
                    <a:pt x="36" y="48"/>
                    <a:pt x="1" y="108"/>
                    <a:pt x="36" y="155"/>
                  </a:cubicBezTo>
                  <a:lnTo>
                    <a:pt x="475" y="1116"/>
                  </a:lnTo>
                  <a:cubicBezTo>
                    <a:pt x="511" y="1163"/>
                    <a:pt x="570" y="1199"/>
                    <a:pt x="618" y="1163"/>
                  </a:cubicBezTo>
                  <a:cubicBezTo>
                    <a:pt x="653" y="1139"/>
                    <a:pt x="689" y="1080"/>
                    <a:pt x="653" y="103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111;p44">
              <a:extLst>
                <a:ext uri="{FF2B5EF4-FFF2-40B4-BE49-F238E27FC236}">
                  <a16:creationId xmlns:a16="http://schemas.microsoft.com/office/drawing/2014/main" id="{C7CC3A01-9006-1BA9-1D02-83CD3DD4D354}"/>
                </a:ext>
              </a:extLst>
            </p:cNvPr>
            <p:cNvSpPr/>
            <p:nvPr/>
          </p:nvSpPr>
          <p:spPr>
            <a:xfrm>
              <a:off x="7873692" y="2617659"/>
              <a:ext cx="74517" cy="131971"/>
            </a:xfrm>
            <a:custGeom>
              <a:avLst/>
              <a:gdLst/>
              <a:ahLst/>
              <a:cxnLst/>
              <a:rect l="l" t="t" r="r" b="b"/>
              <a:pathLst>
                <a:path w="677" h="1199" extrusionOk="0">
                  <a:moveTo>
                    <a:pt x="665" y="1032"/>
                  </a:moveTo>
                  <a:lnTo>
                    <a:pt x="214" y="72"/>
                  </a:lnTo>
                  <a:cubicBezTo>
                    <a:pt x="191" y="24"/>
                    <a:pt x="131" y="0"/>
                    <a:pt x="84" y="24"/>
                  </a:cubicBezTo>
                  <a:cubicBezTo>
                    <a:pt x="36" y="60"/>
                    <a:pt x="1" y="119"/>
                    <a:pt x="36" y="166"/>
                  </a:cubicBezTo>
                  <a:lnTo>
                    <a:pt x="487" y="1127"/>
                  </a:lnTo>
                  <a:cubicBezTo>
                    <a:pt x="511" y="1174"/>
                    <a:pt x="570" y="1198"/>
                    <a:pt x="617" y="1174"/>
                  </a:cubicBezTo>
                  <a:cubicBezTo>
                    <a:pt x="665" y="1139"/>
                    <a:pt x="677" y="1080"/>
                    <a:pt x="665" y="10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112;p44">
              <a:extLst>
                <a:ext uri="{FF2B5EF4-FFF2-40B4-BE49-F238E27FC236}">
                  <a16:creationId xmlns:a16="http://schemas.microsoft.com/office/drawing/2014/main" id="{C03D2F70-2C05-DE50-7841-D4699ADFC5BE}"/>
                </a:ext>
              </a:extLst>
            </p:cNvPr>
            <p:cNvSpPr/>
            <p:nvPr/>
          </p:nvSpPr>
          <p:spPr>
            <a:xfrm>
              <a:off x="7382890" y="2637251"/>
              <a:ext cx="142431" cy="92787"/>
            </a:xfrm>
            <a:custGeom>
              <a:avLst/>
              <a:gdLst/>
              <a:ahLst/>
              <a:cxnLst/>
              <a:rect l="l" t="t" r="r" b="b"/>
              <a:pathLst>
                <a:path w="1294" h="843" extrusionOk="0">
                  <a:moveTo>
                    <a:pt x="949" y="48"/>
                  </a:moveTo>
                  <a:lnTo>
                    <a:pt x="167" y="392"/>
                  </a:lnTo>
                  <a:cubicBezTo>
                    <a:pt x="60" y="427"/>
                    <a:pt x="1" y="558"/>
                    <a:pt x="48" y="688"/>
                  </a:cubicBezTo>
                  <a:cubicBezTo>
                    <a:pt x="95" y="783"/>
                    <a:pt x="226" y="842"/>
                    <a:pt x="344" y="807"/>
                  </a:cubicBezTo>
                  <a:lnTo>
                    <a:pt x="1127" y="463"/>
                  </a:lnTo>
                  <a:cubicBezTo>
                    <a:pt x="1234" y="415"/>
                    <a:pt x="1293" y="285"/>
                    <a:pt x="1246" y="166"/>
                  </a:cubicBezTo>
                  <a:cubicBezTo>
                    <a:pt x="1186" y="48"/>
                    <a:pt x="1056" y="0"/>
                    <a:pt x="949" y="4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113;p44">
              <a:extLst>
                <a:ext uri="{FF2B5EF4-FFF2-40B4-BE49-F238E27FC236}">
                  <a16:creationId xmlns:a16="http://schemas.microsoft.com/office/drawing/2014/main" id="{E66872F6-79F8-38C2-7E77-C6BF0EC324B1}"/>
                </a:ext>
              </a:extLst>
            </p:cNvPr>
            <p:cNvSpPr/>
            <p:nvPr/>
          </p:nvSpPr>
          <p:spPr>
            <a:xfrm>
              <a:off x="7399841" y="2651560"/>
              <a:ext cx="105887" cy="62738"/>
            </a:xfrm>
            <a:custGeom>
              <a:avLst/>
              <a:gdLst/>
              <a:ahLst/>
              <a:cxnLst/>
              <a:rect l="l" t="t" r="r" b="b"/>
              <a:pathLst>
                <a:path w="962" h="570" extrusionOk="0">
                  <a:moveTo>
                    <a:pt x="783" y="36"/>
                  </a:moveTo>
                  <a:lnTo>
                    <a:pt x="84" y="333"/>
                  </a:lnTo>
                  <a:cubicBezTo>
                    <a:pt x="24" y="357"/>
                    <a:pt x="1" y="416"/>
                    <a:pt x="24" y="475"/>
                  </a:cubicBezTo>
                  <a:cubicBezTo>
                    <a:pt x="60" y="534"/>
                    <a:pt x="119" y="570"/>
                    <a:pt x="179" y="534"/>
                  </a:cubicBezTo>
                  <a:lnTo>
                    <a:pt x="878" y="238"/>
                  </a:lnTo>
                  <a:cubicBezTo>
                    <a:pt x="938" y="214"/>
                    <a:pt x="961" y="155"/>
                    <a:pt x="938" y="96"/>
                  </a:cubicBezTo>
                  <a:cubicBezTo>
                    <a:pt x="914" y="36"/>
                    <a:pt x="843" y="1"/>
                    <a:pt x="783" y="3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114;p44">
              <a:extLst>
                <a:ext uri="{FF2B5EF4-FFF2-40B4-BE49-F238E27FC236}">
                  <a16:creationId xmlns:a16="http://schemas.microsoft.com/office/drawing/2014/main" id="{B57F4B11-CD2D-0E6D-55D5-EDD7679837D2}"/>
                </a:ext>
              </a:extLst>
            </p:cNvPr>
            <p:cNvSpPr/>
            <p:nvPr/>
          </p:nvSpPr>
          <p:spPr>
            <a:xfrm>
              <a:off x="7341063" y="2539291"/>
              <a:ext cx="142431" cy="92787"/>
            </a:xfrm>
            <a:custGeom>
              <a:avLst/>
              <a:gdLst/>
              <a:ahLst/>
              <a:cxnLst/>
              <a:rect l="l" t="t" r="r" b="b"/>
              <a:pathLst>
                <a:path w="1294" h="843" extrusionOk="0">
                  <a:moveTo>
                    <a:pt x="950" y="48"/>
                  </a:moveTo>
                  <a:lnTo>
                    <a:pt x="167" y="392"/>
                  </a:lnTo>
                  <a:cubicBezTo>
                    <a:pt x="60" y="428"/>
                    <a:pt x="1" y="558"/>
                    <a:pt x="48" y="689"/>
                  </a:cubicBezTo>
                  <a:cubicBezTo>
                    <a:pt x="84" y="784"/>
                    <a:pt x="226" y="843"/>
                    <a:pt x="345" y="807"/>
                  </a:cubicBezTo>
                  <a:lnTo>
                    <a:pt x="1128" y="463"/>
                  </a:lnTo>
                  <a:cubicBezTo>
                    <a:pt x="1234" y="416"/>
                    <a:pt x="1294" y="285"/>
                    <a:pt x="1246" y="167"/>
                  </a:cubicBezTo>
                  <a:cubicBezTo>
                    <a:pt x="1199" y="48"/>
                    <a:pt x="1057" y="1"/>
                    <a:pt x="950" y="4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115;p44">
              <a:extLst>
                <a:ext uri="{FF2B5EF4-FFF2-40B4-BE49-F238E27FC236}">
                  <a16:creationId xmlns:a16="http://schemas.microsoft.com/office/drawing/2014/main" id="{D5E6387C-6981-542D-44D0-691F10CDD376}"/>
                </a:ext>
              </a:extLst>
            </p:cNvPr>
            <p:cNvSpPr/>
            <p:nvPr/>
          </p:nvSpPr>
          <p:spPr>
            <a:xfrm>
              <a:off x="7356803" y="2553710"/>
              <a:ext cx="105777" cy="62738"/>
            </a:xfrm>
            <a:custGeom>
              <a:avLst/>
              <a:gdLst/>
              <a:ahLst/>
              <a:cxnLst/>
              <a:rect l="l" t="t" r="r" b="b"/>
              <a:pathLst>
                <a:path w="961" h="570" extrusionOk="0">
                  <a:moveTo>
                    <a:pt x="795" y="36"/>
                  </a:moveTo>
                  <a:lnTo>
                    <a:pt x="95" y="332"/>
                  </a:lnTo>
                  <a:cubicBezTo>
                    <a:pt x="36" y="356"/>
                    <a:pt x="0" y="415"/>
                    <a:pt x="36" y="475"/>
                  </a:cubicBezTo>
                  <a:cubicBezTo>
                    <a:pt x="60" y="534"/>
                    <a:pt x="119" y="570"/>
                    <a:pt x="178" y="534"/>
                  </a:cubicBezTo>
                  <a:lnTo>
                    <a:pt x="878" y="237"/>
                  </a:lnTo>
                  <a:cubicBezTo>
                    <a:pt x="937" y="214"/>
                    <a:pt x="961" y="154"/>
                    <a:pt x="937" y="95"/>
                  </a:cubicBezTo>
                  <a:cubicBezTo>
                    <a:pt x="925" y="36"/>
                    <a:pt x="854" y="0"/>
                    <a:pt x="795" y="3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116;p44">
              <a:extLst>
                <a:ext uri="{FF2B5EF4-FFF2-40B4-BE49-F238E27FC236}">
                  <a16:creationId xmlns:a16="http://schemas.microsoft.com/office/drawing/2014/main" id="{ADF66307-7EAC-3C14-3318-9CB53EC0FD86}"/>
                </a:ext>
              </a:extLst>
            </p:cNvPr>
            <p:cNvSpPr/>
            <p:nvPr/>
          </p:nvSpPr>
          <p:spPr>
            <a:xfrm>
              <a:off x="6988619" y="2423169"/>
              <a:ext cx="346060" cy="344731"/>
            </a:xfrm>
            <a:custGeom>
              <a:avLst/>
              <a:gdLst/>
              <a:ahLst/>
              <a:cxnLst/>
              <a:rect l="l" t="t" r="r" b="b"/>
              <a:pathLst>
                <a:path w="3144" h="3132" extrusionOk="0">
                  <a:moveTo>
                    <a:pt x="2835" y="1008"/>
                  </a:moveTo>
                  <a:cubicBezTo>
                    <a:pt x="3144" y="1708"/>
                    <a:pt x="2812" y="2526"/>
                    <a:pt x="2124" y="2823"/>
                  </a:cubicBezTo>
                  <a:cubicBezTo>
                    <a:pt x="1424" y="3131"/>
                    <a:pt x="606" y="2799"/>
                    <a:pt x="309" y="2111"/>
                  </a:cubicBezTo>
                  <a:cubicBezTo>
                    <a:pt x="1" y="1412"/>
                    <a:pt x="321" y="593"/>
                    <a:pt x="1021" y="297"/>
                  </a:cubicBezTo>
                  <a:cubicBezTo>
                    <a:pt x="1721" y="0"/>
                    <a:pt x="2539" y="321"/>
                    <a:pt x="2835" y="100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117;p44">
              <a:extLst>
                <a:ext uri="{FF2B5EF4-FFF2-40B4-BE49-F238E27FC236}">
                  <a16:creationId xmlns:a16="http://schemas.microsoft.com/office/drawing/2014/main" id="{F622FAE0-A31E-C8A2-C9EB-F5E4B7769668}"/>
                </a:ext>
              </a:extLst>
            </p:cNvPr>
            <p:cNvSpPr/>
            <p:nvPr/>
          </p:nvSpPr>
          <p:spPr>
            <a:xfrm>
              <a:off x="7048718" y="2493613"/>
              <a:ext cx="84974" cy="124156"/>
            </a:xfrm>
            <a:custGeom>
              <a:avLst/>
              <a:gdLst/>
              <a:ahLst/>
              <a:cxnLst/>
              <a:rect l="l" t="t" r="r" b="b"/>
              <a:pathLst>
                <a:path w="772" h="1128" extrusionOk="0">
                  <a:moveTo>
                    <a:pt x="522" y="653"/>
                  </a:moveTo>
                  <a:cubicBezTo>
                    <a:pt x="582" y="546"/>
                    <a:pt x="665" y="463"/>
                    <a:pt x="771" y="416"/>
                  </a:cubicBezTo>
                  <a:lnTo>
                    <a:pt x="653" y="1"/>
                  </a:lnTo>
                  <a:cubicBezTo>
                    <a:pt x="451" y="96"/>
                    <a:pt x="273" y="238"/>
                    <a:pt x="155" y="463"/>
                  </a:cubicBezTo>
                  <a:cubicBezTo>
                    <a:pt x="36" y="665"/>
                    <a:pt x="0" y="926"/>
                    <a:pt x="48" y="1127"/>
                  </a:cubicBezTo>
                  <a:lnTo>
                    <a:pt x="463" y="1009"/>
                  </a:lnTo>
                  <a:cubicBezTo>
                    <a:pt x="451" y="878"/>
                    <a:pt x="463" y="760"/>
                    <a:pt x="522" y="65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118;p44">
              <a:extLst>
                <a:ext uri="{FF2B5EF4-FFF2-40B4-BE49-F238E27FC236}">
                  <a16:creationId xmlns:a16="http://schemas.microsoft.com/office/drawing/2014/main" id="{22731F9B-D886-D169-44EB-E3175C6D6E3B}"/>
                </a:ext>
              </a:extLst>
            </p:cNvPr>
            <p:cNvSpPr/>
            <p:nvPr/>
          </p:nvSpPr>
          <p:spPr>
            <a:xfrm>
              <a:off x="7191038" y="2573302"/>
              <a:ext cx="84864" cy="122725"/>
            </a:xfrm>
            <a:custGeom>
              <a:avLst/>
              <a:gdLst/>
              <a:ahLst/>
              <a:cxnLst/>
              <a:rect l="l" t="t" r="r" b="b"/>
              <a:pathLst>
                <a:path w="771" h="1115" extrusionOk="0">
                  <a:moveTo>
                    <a:pt x="724" y="0"/>
                  </a:moveTo>
                  <a:lnTo>
                    <a:pt x="308" y="119"/>
                  </a:lnTo>
                  <a:cubicBezTo>
                    <a:pt x="320" y="237"/>
                    <a:pt x="308" y="356"/>
                    <a:pt x="249" y="463"/>
                  </a:cubicBezTo>
                  <a:cubicBezTo>
                    <a:pt x="190" y="569"/>
                    <a:pt x="107" y="652"/>
                    <a:pt x="0" y="700"/>
                  </a:cubicBezTo>
                  <a:lnTo>
                    <a:pt x="119" y="1115"/>
                  </a:lnTo>
                  <a:cubicBezTo>
                    <a:pt x="320" y="1032"/>
                    <a:pt x="498" y="878"/>
                    <a:pt x="617" y="652"/>
                  </a:cubicBezTo>
                  <a:cubicBezTo>
                    <a:pt x="735" y="463"/>
                    <a:pt x="771" y="225"/>
                    <a:pt x="72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1119;p44">
              <a:extLst>
                <a:ext uri="{FF2B5EF4-FFF2-40B4-BE49-F238E27FC236}">
                  <a16:creationId xmlns:a16="http://schemas.microsoft.com/office/drawing/2014/main" id="{2516487D-8571-8ED8-6D77-62474EFCFAE3}"/>
                </a:ext>
              </a:extLst>
            </p:cNvPr>
            <p:cNvSpPr/>
            <p:nvPr/>
          </p:nvSpPr>
          <p:spPr>
            <a:xfrm>
              <a:off x="7060495" y="2624153"/>
              <a:ext cx="124049" cy="84972"/>
            </a:xfrm>
            <a:custGeom>
              <a:avLst/>
              <a:gdLst/>
              <a:ahLst/>
              <a:cxnLst/>
              <a:rect l="l" t="t" r="r" b="b"/>
              <a:pathLst>
                <a:path w="1127" h="772" extrusionOk="0">
                  <a:moveTo>
                    <a:pt x="652" y="250"/>
                  </a:moveTo>
                  <a:cubicBezTo>
                    <a:pt x="546" y="190"/>
                    <a:pt x="463" y="107"/>
                    <a:pt x="415" y="1"/>
                  </a:cubicBezTo>
                  <a:lnTo>
                    <a:pt x="0" y="119"/>
                  </a:lnTo>
                  <a:cubicBezTo>
                    <a:pt x="83" y="333"/>
                    <a:pt x="237" y="511"/>
                    <a:pt x="463" y="629"/>
                  </a:cubicBezTo>
                  <a:cubicBezTo>
                    <a:pt x="664" y="748"/>
                    <a:pt x="913" y="772"/>
                    <a:pt x="1127" y="724"/>
                  </a:cubicBezTo>
                  <a:lnTo>
                    <a:pt x="1008" y="309"/>
                  </a:lnTo>
                  <a:cubicBezTo>
                    <a:pt x="878" y="333"/>
                    <a:pt x="759" y="309"/>
                    <a:pt x="652" y="25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120;p44">
              <a:extLst>
                <a:ext uri="{FF2B5EF4-FFF2-40B4-BE49-F238E27FC236}">
                  <a16:creationId xmlns:a16="http://schemas.microsoft.com/office/drawing/2014/main" id="{C2DA504A-4F75-C772-2560-9FA128F2DDFB}"/>
                </a:ext>
              </a:extLst>
            </p:cNvPr>
            <p:cNvSpPr/>
            <p:nvPr/>
          </p:nvSpPr>
          <p:spPr>
            <a:xfrm>
              <a:off x="7140076" y="2481835"/>
              <a:ext cx="124159" cy="84972"/>
            </a:xfrm>
            <a:custGeom>
              <a:avLst/>
              <a:gdLst/>
              <a:ahLst/>
              <a:cxnLst/>
              <a:rect l="l" t="t" r="r" b="b"/>
              <a:pathLst>
                <a:path w="1128" h="772" extrusionOk="0">
                  <a:moveTo>
                    <a:pt x="475" y="523"/>
                  </a:moveTo>
                  <a:cubicBezTo>
                    <a:pt x="582" y="582"/>
                    <a:pt x="665" y="677"/>
                    <a:pt x="712" y="772"/>
                  </a:cubicBezTo>
                  <a:lnTo>
                    <a:pt x="1127" y="653"/>
                  </a:lnTo>
                  <a:cubicBezTo>
                    <a:pt x="1044" y="452"/>
                    <a:pt x="890" y="274"/>
                    <a:pt x="665" y="155"/>
                  </a:cubicBezTo>
                  <a:cubicBezTo>
                    <a:pt x="463" y="37"/>
                    <a:pt x="214" y="1"/>
                    <a:pt x="1" y="48"/>
                  </a:cubicBezTo>
                  <a:lnTo>
                    <a:pt x="119" y="464"/>
                  </a:lnTo>
                  <a:cubicBezTo>
                    <a:pt x="238" y="452"/>
                    <a:pt x="368" y="464"/>
                    <a:pt x="475" y="52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121;p44">
              <a:extLst>
                <a:ext uri="{FF2B5EF4-FFF2-40B4-BE49-F238E27FC236}">
                  <a16:creationId xmlns:a16="http://schemas.microsoft.com/office/drawing/2014/main" id="{27C2A061-CFA9-A92A-845A-5AE26B422DCC}"/>
                </a:ext>
              </a:extLst>
            </p:cNvPr>
            <p:cNvSpPr/>
            <p:nvPr/>
          </p:nvSpPr>
          <p:spPr>
            <a:xfrm>
              <a:off x="7128298" y="2562845"/>
              <a:ext cx="65382" cy="66701"/>
            </a:xfrm>
            <a:custGeom>
              <a:avLst/>
              <a:gdLst/>
              <a:ahLst/>
              <a:cxnLst/>
              <a:rect l="l" t="t" r="r" b="b"/>
              <a:pathLst>
                <a:path w="594" h="606" extrusionOk="0">
                  <a:moveTo>
                    <a:pt x="440" y="71"/>
                  </a:moveTo>
                  <a:cubicBezTo>
                    <a:pt x="297" y="0"/>
                    <a:pt x="143" y="60"/>
                    <a:pt x="84" y="178"/>
                  </a:cubicBezTo>
                  <a:cubicBezTo>
                    <a:pt x="1" y="309"/>
                    <a:pt x="60" y="475"/>
                    <a:pt x="179" y="534"/>
                  </a:cubicBezTo>
                  <a:cubicBezTo>
                    <a:pt x="321" y="605"/>
                    <a:pt x="475" y="546"/>
                    <a:pt x="535" y="427"/>
                  </a:cubicBezTo>
                  <a:cubicBezTo>
                    <a:pt x="594" y="309"/>
                    <a:pt x="570" y="131"/>
                    <a:pt x="440" y="7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122;p44">
              <a:extLst>
                <a:ext uri="{FF2B5EF4-FFF2-40B4-BE49-F238E27FC236}">
                  <a16:creationId xmlns:a16="http://schemas.microsoft.com/office/drawing/2014/main" id="{30608F28-EB46-28B1-BB02-E123A4B022A0}"/>
                </a:ext>
              </a:extLst>
            </p:cNvPr>
            <p:cNvSpPr/>
            <p:nvPr/>
          </p:nvSpPr>
          <p:spPr>
            <a:xfrm>
              <a:off x="7452124" y="2245631"/>
              <a:ext cx="312048" cy="312041"/>
            </a:xfrm>
            <a:custGeom>
              <a:avLst/>
              <a:gdLst/>
              <a:ahLst/>
              <a:cxnLst/>
              <a:rect l="l" t="t" r="r" b="b"/>
              <a:pathLst>
                <a:path w="2835" h="2835" extrusionOk="0">
                  <a:moveTo>
                    <a:pt x="2799" y="1459"/>
                  </a:moveTo>
                  <a:cubicBezTo>
                    <a:pt x="2787" y="2230"/>
                    <a:pt x="2135" y="2835"/>
                    <a:pt x="1376" y="2799"/>
                  </a:cubicBezTo>
                  <a:cubicBezTo>
                    <a:pt x="605" y="2787"/>
                    <a:pt x="0" y="2135"/>
                    <a:pt x="24" y="1376"/>
                  </a:cubicBezTo>
                  <a:cubicBezTo>
                    <a:pt x="48" y="605"/>
                    <a:pt x="700" y="0"/>
                    <a:pt x="1447" y="36"/>
                  </a:cubicBezTo>
                  <a:cubicBezTo>
                    <a:pt x="2218" y="60"/>
                    <a:pt x="2835" y="700"/>
                    <a:pt x="2799" y="145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123;p44">
              <a:extLst>
                <a:ext uri="{FF2B5EF4-FFF2-40B4-BE49-F238E27FC236}">
                  <a16:creationId xmlns:a16="http://schemas.microsoft.com/office/drawing/2014/main" id="{70F6078F-9D65-4524-3868-F4B9389E857C}"/>
                </a:ext>
              </a:extLst>
            </p:cNvPr>
            <p:cNvSpPr/>
            <p:nvPr/>
          </p:nvSpPr>
          <p:spPr>
            <a:xfrm>
              <a:off x="7505618" y="2288667"/>
              <a:ext cx="206381" cy="225969"/>
            </a:xfrm>
            <a:custGeom>
              <a:avLst/>
              <a:gdLst/>
              <a:ahLst/>
              <a:cxnLst/>
              <a:rect l="l" t="t" r="r" b="b"/>
              <a:pathLst>
                <a:path w="1875" h="2053" extrusionOk="0">
                  <a:moveTo>
                    <a:pt x="961" y="13"/>
                  </a:moveTo>
                  <a:cubicBezTo>
                    <a:pt x="463" y="1"/>
                    <a:pt x="36" y="392"/>
                    <a:pt x="12" y="902"/>
                  </a:cubicBezTo>
                  <a:lnTo>
                    <a:pt x="12" y="1092"/>
                  </a:lnTo>
                  <a:cubicBezTo>
                    <a:pt x="0" y="1602"/>
                    <a:pt x="404" y="2029"/>
                    <a:pt x="902" y="2041"/>
                  </a:cubicBezTo>
                  <a:cubicBezTo>
                    <a:pt x="1412" y="2052"/>
                    <a:pt x="1839" y="1661"/>
                    <a:pt x="1850" y="1151"/>
                  </a:cubicBezTo>
                  <a:lnTo>
                    <a:pt x="1850" y="961"/>
                  </a:lnTo>
                  <a:cubicBezTo>
                    <a:pt x="1874" y="451"/>
                    <a:pt x="1471" y="24"/>
                    <a:pt x="961" y="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124;p44">
              <a:extLst>
                <a:ext uri="{FF2B5EF4-FFF2-40B4-BE49-F238E27FC236}">
                  <a16:creationId xmlns:a16="http://schemas.microsoft.com/office/drawing/2014/main" id="{1B1E4329-5312-DF09-381E-24ACF7E7861B}"/>
                </a:ext>
              </a:extLst>
            </p:cNvPr>
            <p:cNvSpPr/>
            <p:nvPr/>
          </p:nvSpPr>
          <p:spPr>
            <a:xfrm>
              <a:off x="7505618" y="2288667"/>
              <a:ext cx="206381" cy="205056"/>
            </a:xfrm>
            <a:custGeom>
              <a:avLst/>
              <a:gdLst/>
              <a:ahLst/>
              <a:cxnLst/>
              <a:rect l="l" t="t" r="r" b="b"/>
              <a:pathLst>
                <a:path w="1875" h="1863" extrusionOk="0">
                  <a:moveTo>
                    <a:pt x="1850" y="961"/>
                  </a:moveTo>
                  <a:cubicBezTo>
                    <a:pt x="1839" y="1459"/>
                    <a:pt x="1412" y="1863"/>
                    <a:pt x="902" y="1851"/>
                  </a:cubicBezTo>
                  <a:cubicBezTo>
                    <a:pt x="404" y="1839"/>
                    <a:pt x="0" y="1400"/>
                    <a:pt x="12" y="902"/>
                  </a:cubicBezTo>
                  <a:cubicBezTo>
                    <a:pt x="24" y="392"/>
                    <a:pt x="463" y="1"/>
                    <a:pt x="961" y="13"/>
                  </a:cubicBezTo>
                  <a:cubicBezTo>
                    <a:pt x="1471" y="24"/>
                    <a:pt x="1874" y="451"/>
                    <a:pt x="1850" y="96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125;p44">
              <a:extLst>
                <a:ext uri="{FF2B5EF4-FFF2-40B4-BE49-F238E27FC236}">
                  <a16:creationId xmlns:a16="http://schemas.microsoft.com/office/drawing/2014/main" id="{B55BEE0B-FB0D-D6DE-E64B-F629C0CC9979}"/>
                </a:ext>
              </a:extLst>
            </p:cNvPr>
            <p:cNvSpPr/>
            <p:nvPr/>
          </p:nvSpPr>
          <p:spPr>
            <a:xfrm>
              <a:off x="7304520" y="2822604"/>
              <a:ext cx="101925" cy="101923"/>
            </a:xfrm>
            <a:custGeom>
              <a:avLst/>
              <a:gdLst/>
              <a:ahLst/>
              <a:cxnLst/>
              <a:rect l="l" t="t" r="r" b="b"/>
              <a:pathLst>
                <a:path w="926" h="926" extrusionOk="0">
                  <a:moveTo>
                    <a:pt x="926" y="463"/>
                  </a:moveTo>
                  <a:cubicBezTo>
                    <a:pt x="926" y="724"/>
                    <a:pt x="713" y="925"/>
                    <a:pt x="463" y="925"/>
                  </a:cubicBezTo>
                  <a:cubicBezTo>
                    <a:pt x="214" y="925"/>
                    <a:pt x="1" y="724"/>
                    <a:pt x="1" y="463"/>
                  </a:cubicBezTo>
                  <a:cubicBezTo>
                    <a:pt x="1" y="214"/>
                    <a:pt x="214" y="0"/>
                    <a:pt x="463" y="0"/>
                  </a:cubicBezTo>
                  <a:cubicBezTo>
                    <a:pt x="713" y="0"/>
                    <a:pt x="926" y="214"/>
                    <a:pt x="926" y="4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126;p44">
              <a:extLst>
                <a:ext uri="{FF2B5EF4-FFF2-40B4-BE49-F238E27FC236}">
                  <a16:creationId xmlns:a16="http://schemas.microsoft.com/office/drawing/2014/main" id="{F68D8227-5F1B-9ECC-F0C0-D36071A08058}"/>
                </a:ext>
              </a:extLst>
            </p:cNvPr>
            <p:cNvSpPr/>
            <p:nvPr/>
          </p:nvSpPr>
          <p:spPr>
            <a:xfrm>
              <a:off x="7326754" y="2843517"/>
              <a:ext cx="61419" cy="61418"/>
            </a:xfrm>
            <a:custGeom>
              <a:avLst/>
              <a:gdLst/>
              <a:ahLst/>
              <a:cxnLst/>
              <a:rect l="l" t="t" r="r" b="b"/>
              <a:pathLst>
                <a:path w="558" h="558" extrusionOk="0">
                  <a:moveTo>
                    <a:pt x="558" y="273"/>
                  </a:moveTo>
                  <a:cubicBezTo>
                    <a:pt x="558" y="439"/>
                    <a:pt x="427" y="558"/>
                    <a:pt x="273" y="558"/>
                  </a:cubicBezTo>
                  <a:cubicBezTo>
                    <a:pt x="119" y="558"/>
                    <a:pt x="1" y="427"/>
                    <a:pt x="1" y="273"/>
                  </a:cubicBezTo>
                  <a:cubicBezTo>
                    <a:pt x="1" y="119"/>
                    <a:pt x="131" y="0"/>
                    <a:pt x="273" y="0"/>
                  </a:cubicBezTo>
                  <a:cubicBezTo>
                    <a:pt x="427" y="0"/>
                    <a:pt x="558" y="119"/>
                    <a:pt x="558" y="27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127;p44">
              <a:extLst>
                <a:ext uri="{FF2B5EF4-FFF2-40B4-BE49-F238E27FC236}">
                  <a16:creationId xmlns:a16="http://schemas.microsoft.com/office/drawing/2014/main" id="{16028683-C8FA-B3C5-6ABF-D00B7D930693}"/>
                </a:ext>
              </a:extLst>
            </p:cNvPr>
            <p:cNvSpPr/>
            <p:nvPr/>
          </p:nvSpPr>
          <p:spPr>
            <a:xfrm>
              <a:off x="7168804" y="2893048"/>
              <a:ext cx="101925" cy="101923"/>
            </a:xfrm>
            <a:custGeom>
              <a:avLst/>
              <a:gdLst/>
              <a:ahLst/>
              <a:cxnLst/>
              <a:rect l="l" t="t" r="r" b="b"/>
              <a:pathLst>
                <a:path w="926" h="926" extrusionOk="0">
                  <a:moveTo>
                    <a:pt x="926" y="463"/>
                  </a:moveTo>
                  <a:cubicBezTo>
                    <a:pt x="926" y="712"/>
                    <a:pt x="724" y="926"/>
                    <a:pt x="463" y="926"/>
                  </a:cubicBezTo>
                  <a:cubicBezTo>
                    <a:pt x="214" y="926"/>
                    <a:pt x="0" y="712"/>
                    <a:pt x="0" y="463"/>
                  </a:cubicBezTo>
                  <a:cubicBezTo>
                    <a:pt x="0" y="214"/>
                    <a:pt x="214" y="1"/>
                    <a:pt x="463" y="1"/>
                  </a:cubicBezTo>
                  <a:cubicBezTo>
                    <a:pt x="724" y="1"/>
                    <a:pt x="926" y="214"/>
                    <a:pt x="926" y="4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1128;p44">
              <a:extLst>
                <a:ext uri="{FF2B5EF4-FFF2-40B4-BE49-F238E27FC236}">
                  <a16:creationId xmlns:a16="http://schemas.microsoft.com/office/drawing/2014/main" id="{C12C003B-8C92-0A5B-B615-359E30606A8F}"/>
                </a:ext>
              </a:extLst>
            </p:cNvPr>
            <p:cNvSpPr/>
            <p:nvPr/>
          </p:nvSpPr>
          <p:spPr>
            <a:xfrm>
              <a:off x="7188396" y="2912640"/>
              <a:ext cx="62740" cy="62738"/>
            </a:xfrm>
            <a:custGeom>
              <a:avLst/>
              <a:gdLst/>
              <a:ahLst/>
              <a:cxnLst/>
              <a:rect l="l" t="t" r="r" b="b"/>
              <a:pathLst>
                <a:path w="570" h="570" extrusionOk="0">
                  <a:moveTo>
                    <a:pt x="570" y="285"/>
                  </a:moveTo>
                  <a:cubicBezTo>
                    <a:pt x="570" y="451"/>
                    <a:pt x="439" y="570"/>
                    <a:pt x="285" y="570"/>
                  </a:cubicBezTo>
                  <a:cubicBezTo>
                    <a:pt x="131" y="570"/>
                    <a:pt x="0" y="428"/>
                    <a:pt x="0" y="285"/>
                  </a:cubicBezTo>
                  <a:cubicBezTo>
                    <a:pt x="0" y="131"/>
                    <a:pt x="143" y="1"/>
                    <a:pt x="285" y="1"/>
                  </a:cubicBezTo>
                  <a:cubicBezTo>
                    <a:pt x="439" y="1"/>
                    <a:pt x="570" y="131"/>
                    <a:pt x="570" y="28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1129;p44">
              <a:extLst>
                <a:ext uri="{FF2B5EF4-FFF2-40B4-BE49-F238E27FC236}">
                  <a16:creationId xmlns:a16="http://schemas.microsoft.com/office/drawing/2014/main" id="{DDE26610-FE09-5095-7F65-75DE0F385245}"/>
                </a:ext>
              </a:extLst>
            </p:cNvPr>
            <p:cNvSpPr/>
            <p:nvPr/>
          </p:nvSpPr>
          <p:spPr>
            <a:xfrm>
              <a:off x="6490002" y="1283531"/>
              <a:ext cx="890356" cy="425741"/>
            </a:xfrm>
            <a:custGeom>
              <a:avLst/>
              <a:gdLst/>
              <a:ahLst/>
              <a:cxnLst/>
              <a:rect l="l" t="t" r="r" b="b"/>
              <a:pathLst>
                <a:path w="8089" h="3868" extrusionOk="0">
                  <a:moveTo>
                    <a:pt x="439" y="3511"/>
                  </a:moveTo>
                  <a:lnTo>
                    <a:pt x="7626" y="357"/>
                  </a:lnTo>
                  <a:cubicBezTo>
                    <a:pt x="7780" y="297"/>
                    <a:pt x="7935" y="274"/>
                    <a:pt x="8089" y="309"/>
                  </a:cubicBezTo>
                  <a:cubicBezTo>
                    <a:pt x="7899" y="84"/>
                    <a:pt x="7567" y="1"/>
                    <a:pt x="7270" y="131"/>
                  </a:cubicBezTo>
                  <a:lnTo>
                    <a:pt x="463" y="3108"/>
                  </a:lnTo>
                  <a:cubicBezTo>
                    <a:pt x="166" y="3238"/>
                    <a:pt x="0" y="3559"/>
                    <a:pt x="48" y="3867"/>
                  </a:cubicBezTo>
                  <a:cubicBezTo>
                    <a:pt x="143" y="3701"/>
                    <a:pt x="261" y="3582"/>
                    <a:pt x="439" y="351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1130;p44">
              <a:extLst>
                <a:ext uri="{FF2B5EF4-FFF2-40B4-BE49-F238E27FC236}">
                  <a16:creationId xmlns:a16="http://schemas.microsoft.com/office/drawing/2014/main" id="{F686B4A0-3614-A1E3-C205-C73B5E1B137D}"/>
                </a:ext>
              </a:extLst>
            </p:cNvPr>
            <p:cNvSpPr/>
            <p:nvPr/>
          </p:nvSpPr>
          <p:spPr>
            <a:xfrm>
              <a:off x="6826816" y="1483303"/>
              <a:ext cx="275505" cy="154094"/>
            </a:xfrm>
            <a:custGeom>
              <a:avLst/>
              <a:gdLst/>
              <a:ahLst/>
              <a:cxnLst/>
              <a:rect l="l" t="t" r="r" b="b"/>
              <a:pathLst>
                <a:path w="2503" h="1400" extrusionOk="0">
                  <a:moveTo>
                    <a:pt x="2171" y="60"/>
                  </a:moveTo>
                  <a:lnTo>
                    <a:pt x="166" y="937"/>
                  </a:lnTo>
                  <a:cubicBezTo>
                    <a:pt x="60" y="985"/>
                    <a:pt x="0" y="1115"/>
                    <a:pt x="48" y="1234"/>
                  </a:cubicBezTo>
                  <a:cubicBezTo>
                    <a:pt x="83" y="1340"/>
                    <a:pt x="226" y="1400"/>
                    <a:pt x="344" y="1352"/>
                  </a:cubicBezTo>
                  <a:lnTo>
                    <a:pt x="2348" y="475"/>
                  </a:lnTo>
                  <a:cubicBezTo>
                    <a:pt x="2443" y="439"/>
                    <a:pt x="2503" y="297"/>
                    <a:pt x="2467" y="178"/>
                  </a:cubicBezTo>
                  <a:cubicBezTo>
                    <a:pt x="2408" y="60"/>
                    <a:pt x="2265" y="0"/>
                    <a:pt x="2171" y="6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1131;p44">
              <a:extLst>
                <a:ext uri="{FF2B5EF4-FFF2-40B4-BE49-F238E27FC236}">
                  <a16:creationId xmlns:a16="http://schemas.microsoft.com/office/drawing/2014/main" id="{B9E9A2A3-214C-4E49-3979-50027F044FEF}"/>
                </a:ext>
              </a:extLst>
            </p:cNvPr>
            <p:cNvSpPr/>
            <p:nvPr/>
          </p:nvSpPr>
          <p:spPr>
            <a:xfrm>
              <a:off x="6845088" y="1500254"/>
              <a:ext cx="238962" cy="120194"/>
            </a:xfrm>
            <a:custGeom>
              <a:avLst/>
              <a:gdLst/>
              <a:ahLst/>
              <a:cxnLst/>
              <a:rect l="l" t="t" r="r" b="b"/>
              <a:pathLst>
                <a:path w="2171" h="1092" extrusionOk="0">
                  <a:moveTo>
                    <a:pt x="2005" y="12"/>
                  </a:moveTo>
                  <a:lnTo>
                    <a:pt x="83" y="854"/>
                  </a:lnTo>
                  <a:cubicBezTo>
                    <a:pt x="24" y="890"/>
                    <a:pt x="0" y="949"/>
                    <a:pt x="24" y="1009"/>
                  </a:cubicBezTo>
                  <a:cubicBezTo>
                    <a:pt x="60" y="1068"/>
                    <a:pt x="119" y="1092"/>
                    <a:pt x="178" y="1068"/>
                  </a:cubicBezTo>
                  <a:lnTo>
                    <a:pt x="2088" y="226"/>
                  </a:lnTo>
                  <a:cubicBezTo>
                    <a:pt x="2147" y="190"/>
                    <a:pt x="2171" y="131"/>
                    <a:pt x="2147" y="72"/>
                  </a:cubicBezTo>
                  <a:cubicBezTo>
                    <a:pt x="2123" y="24"/>
                    <a:pt x="2064" y="0"/>
                    <a:pt x="2005" y="1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950;p39">
            <a:extLst>
              <a:ext uri="{FF2B5EF4-FFF2-40B4-BE49-F238E27FC236}">
                <a16:creationId xmlns:a16="http://schemas.microsoft.com/office/drawing/2014/main" id="{64BE51CD-ACA2-D86A-3FB1-10789E97335B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9"/>
          <p:cNvSpPr txBox="1">
            <a:spLocks noGrp="1"/>
          </p:cNvSpPr>
          <p:nvPr>
            <p:ph type="subTitle" idx="9"/>
          </p:nvPr>
        </p:nvSpPr>
        <p:spPr>
          <a:xfrm>
            <a:off x="2130864" y="1960085"/>
            <a:ext cx="219602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1"/>
                </a:solidFill>
                <a:latin typeface="+mj-lt"/>
              </a:rPr>
              <a:t>Tổng quan nghiên cứu</a:t>
            </a:r>
            <a:endParaRPr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48" name="Google Shape;948;p39"/>
          <p:cNvSpPr txBox="1">
            <a:spLocks noGrp="1"/>
          </p:cNvSpPr>
          <p:nvPr>
            <p:ph type="subTitle" idx="13"/>
          </p:nvPr>
        </p:nvSpPr>
        <p:spPr>
          <a:xfrm>
            <a:off x="4746925" y="1982260"/>
            <a:ext cx="2336399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1"/>
                </a:solidFill>
                <a:latin typeface="+mj-lt"/>
              </a:rPr>
              <a:t>Cơ sở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1"/>
                </a:solidFill>
                <a:latin typeface="+mj-lt"/>
              </a:rPr>
              <a:t>lý thuyết</a:t>
            </a:r>
            <a:endParaRPr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49" name="Google Shape;949;p39"/>
          <p:cNvSpPr txBox="1">
            <a:spLocks noGrp="1"/>
          </p:cNvSpPr>
          <p:nvPr>
            <p:ph type="subTitle" idx="14"/>
          </p:nvPr>
        </p:nvSpPr>
        <p:spPr>
          <a:xfrm>
            <a:off x="568225" y="3597085"/>
            <a:ext cx="263505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1"/>
                </a:solidFill>
                <a:latin typeface="+mj-lt"/>
              </a:rPr>
              <a:t>Phân tích và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1"/>
                </a:solidFill>
                <a:latin typeface="+mj-lt"/>
              </a:rPr>
              <a:t>thiết kế hệ thống</a:t>
            </a:r>
            <a:endParaRPr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50" name="Google Shape;950;p39"/>
          <p:cNvSpPr txBox="1">
            <a:spLocks noGrp="1"/>
          </p:cNvSpPr>
          <p:nvPr>
            <p:ph type="title" idx="2"/>
          </p:nvPr>
        </p:nvSpPr>
        <p:spPr>
          <a:xfrm>
            <a:off x="2930225" y="1169653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+mj-lt"/>
              </a:rPr>
              <a:t>01</a:t>
            </a:r>
            <a:endParaRPr sz="2800" dirty="0">
              <a:latin typeface="+mj-lt"/>
            </a:endParaRPr>
          </a:p>
        </p:txBody>
      </p:sp>
      <p:sp>
        <p:nvSpPr>
          <p:cNvPr id="951" name="Google Shape;951;p39"/>
          <p:cNvSpPr txBox="1">
            <a:spLocks noGrp="1"/>
          </p:cNvSpPr>
          <p:nvPr>
            <p:ph type="title" idx="3"/>
          </p:nvPr>
        </p:nvSpPr>
        <p:spPr>
          <a:xfrm>
            <a:off x="5616475" y="1169653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+mj-lt"/>
              </a:rPr>
              <a:t>02</a:t>
            </a:r>
            <a:endParaRPr sz="2800">
              <a:latin typeface="+mj-lt"/>
            </a:endParaRPr>
          </a:p>
        </p:txBody>
      </p:sp>
      <p:sp>
        <p:nvSpPr>
          <p:cNvPr id="953" name="Google Shape;953;p39"/>
          <p:cNvSpPr txBox="1">
            <a:spLocks noGrp="1"/>
          </p:cNvSpPr>
          <p:nvPr>
            <p:ph type="title" idx="5"/>
          </p:nvPr>
        </p:nvSpPr>
        <p:spPr>
          <a:xfrm>
            <a:off x="1587100" y="2806653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+mj-lt"/>
              </a:rPr>
              <a:t>03</a:t>
            </a:r>
            <a:endParaRPr sz="2800">
              <a:latin typeface="+mj-lt"/>
            </a:endParaRPr>
          </a:p>
        </p:txBody>
      </p:sp>
      <p:sp>
        <p:nvSpPr>
          <p:cNvPr id="955" name="Google Shape;955;p39"/>
          <p:cNvSpPr txBox="1">
            <a:spLocks noGrp="1"/>
          </p:cNvSpPr>
          <p:nvPr>
            <p:ph type="title" idx="7"/>
          </p:nvPr>
        </p:nvSpPr>
        <p:spPr>
          <a:xfrm>
            <a:off x="4273350" y="2806653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+mj-lt"/>
              </a:rPr>
              <a:t>04</a:t>
            </a:r>
            <a:endParaRPr sz="2800">
              <a:latin typeface="+mj-lt"/>
            </a:endParaRPr>
          </a:p>
        </p:txBody>
      </p:sp>
      <p:sp>
        <p:nvSpPr>
          <p:cNvPr id="957" name="Google Shape;957;p39"/>
          <p:cNvSpPr txBox="1">
            <a:spLocks noGrp="1"/>
          </p:cNvSpPr>
          <p:nvPr>
            <p:ph type="subTitle" idx="18"/>
          </p:nvPr>
        </p:nvSpPr>
        <p:spPr>
          <a:xfrm>
            <a:off x="6090050" y="357975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1"/>
                </a:solidFill>
                <a:latin typeface="+mj-lt"/>
              </a:rPr>
              <a:t>Kết luận và hướng phát triển</a:t>
            </a:r>
            <a:endParaRPr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58" name="Google Shape;958;p39"/>
          <p:cNvSpPr txBox="1">
            <a:spLocks noGrp="1"/>
          </p:cNvSpPr>
          <p:nvPr>
            <p:ph type="title"/>
          </p:nvPr>
        </p:nvSpPr>
        <p:spPr>
          <a:xfrm>
            <a:off x="568225" y="46001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spc="3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3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60" name="Google Shape;960;p39"/>
          <p:cNvSpPr txBox="1">
            <a:spLocks noGrp="1"/>
          </p:cNvSpPr>
          <p:nvPr>
            <p:ph type="title" idx="16"/>
          </p:nvPr>
        </p:nvSpPr>
        <p:spPr>
          <a:xfrm>
            <a:off x="6959600" y="2806653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+mj-lt"/>
              </a:rPr>
              <a:t>05</a:t>
            </a:r>
            <a:endParaRPr sz="2800">
              <a:latin typeface="+mj-lt"/>
            </a:endParaRPr>
          </a:p>
        </p:txBody>
      </p:sp>
      <p:sp>
        <p:nvSpPr>
          <p:cNvPr id="962" name="Google Shape;962;p39"/>
          <p:cNvSpPr txBox="1">
            <a:spLocks noGrp="1"/>
          </p:cNvSpPr>
          <p:nvPr>
            <p:ph type="subTitle" idx="15"/>
          </p:nvPr>
        </p:nvSpPr>
        <p:spPr>
          <a:xfrm>
            <a:off x="3651470" y="3575690"/>
            <a:ext cx="184106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1"/>
                </a:solidFill>
                <a:latin typeface="+mj-lt"/>
              </a:rPr>
              <a:t>Kết quả nghiên cứu</a:t>
            </a:r>
            <a:endParaRPr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Google Shape;950;p39">
            <a:extLst>
              <a:ext uri="{FF2B5EF4-FFF2-40B4-BE49-F238E27FC236}">
                <a16:creationId xmlns:a16="http://schemas.microsoft.com/office/drawing/2014/main" id="{0D39FF7C-CB56-A76A-E496-7312911B1AF0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2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40"/>
          <p:cNvGrpSpPr/>
          <p:nvPr/>
        </p:nvGrpSpPr>
        <p:grpSpPr>
          <a:xfrm>
            <a:off x="6157799" y="1746529"/>
            <a:ext cx="3615825" cy="4103195"/>
            <a:chOff x="6352326" y="2814330"/>
            <a:chExt cx="1427825" cy="1620215"/>
          </a:xfrm>
        </p:grpSpPr>
        <p:sp>
          <p:nvSpPr>
            <p:cNvPr id="968" name="Google Shape;968;p40"/>
            <p:cNvSpPr/>
            <p:nvPr/>
          </p:nvSpPr>
          <p:spPr>
            <a:xfrm>
              <a:off x="6444440" y="2814330"/>
              <a:ext cx="433665" cy="914873"/>
            </a:xfrm>
            <a:custGeom>
              <a:avLst/>
              <a:gdLst/>
              <a:ahLst/>
              <a:cxnLst/>
              <a:rect l="l" t="t" r="r" b="b"/>
              <a:pathLst>
                <a:path w="14877" h="31385" extrusionOk="0">
                  <a:moveTo>
                    <a:pt x="10620" y="31018"/>
                  </a:moveTo>
                  <a:cubicBezTo>
                    <a:pt x="12667" y="28725"/>
                    <a:pt x="14876" y="25783"/>
                    <a:pt x="13360" y="22608"/>
                  </a:cubicBezTo>
                  <a:cubicBezTo>
                    <a:pt x="12714" y="21251"/>
                    <a:pt x="11274" y="20689"/>
                    <a:pt x="9906" y="20359"/>
                  </a:cubicBezTo>
                  <a:cubicBezTo>
                    <a:pt x="8491" y="20014"/>
                    <a:pt x="7076" y="19680"/>
                    <a:pt x="5682" y="19245"/>
                  </a:cubicBezTo>
                  <a:cubicBezTo>
                    <a:pt x="4409" y="18846"/>
                    <a:pt x="3161" y="18287"/>
                    <a:pt x="2286" y="17249"/>
                  </a:cubicBezTo>
                  <a:cubicBezTo>
                    <a:pt x="1053" y="15783"/>
                    <a:pt x="1223" y="13356"/>
                    <a:pt x="1397" y="11589"/>
                  </a:cubicBezTo>
                  <a:cubicBezTo>
                    <a:pt x="1786" y="7624"/>
                    <a:pt x="3306" y="3854"/>
                    <a:pt x="6002" y="897"/>
                  </a:cubicBezTo>
                  <a:cubicBezTo>
                    <a:pt x="6332" y="534"/>
                    <a:pt x="5791" y="1"/>
                    <a:pt x="5465" y="363"/>
                  </a:cubicBezTo>
                  <a:cubicBezTo>
                    <a:pt x="3052" y="3008"/>
                    <a:pt x="1514" y="6274"/>
                    <a:pt x="893" y="9793"/>
                  </a:cubicBezTo>
                  <a:cubicBezTo>
                    <a:pt x="363" y="12805"/>
                    <a:pt x="1" y="16636"/>
                    <a:pt x="2725" y="18693"/>
                  </a:cubicBezTo>
                  <a:cubicBezTo>
                    <a:pt x="4924" y="20359"/>
                    <a:pt x="8030" y="20551"/>
                    <a:pt x="10584" y="21338"/>
                  </a:cubicBezTo>
                  <a:cubicBezTo>
                    <a:pt x="12518" y="21937"/>
                    <a:pt x="13327" y="23693"/>
                    <a:pt x="13037" y="25616"/>
                  </a:cubicBezTo>
                  <a:cubicBezTo>
                    <a:pt x="12750" y="27535"/>
                    <a:pt x="11324" y="29099"/>
                    <a:pt x="10083" y="30485"/>
                  </a:cubicBezTo>
                  <a:cubicBezTo>
                    <a:pt x="9761" y="30844"/>
                    <a:pt x="10294" y="31385"/>
                    <a:pt x="10620" y="3101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0"/>
            <p:cNvSpPr/>
            <p:nvPr/>
          </p:nvSpPr>
          <p:spPr>
            <a:xfrm>
              <a:off x="6352326" y="3545062"/>
              <a:ext cx="389240" cy="889483"/>
            </a:xfrm>
            <a:custGeom>
              <a:avLst/>
              <a:gdLst/>
              <a:ahLst/>
              <a:cxnLst/>
              <a:rect l="l" t="t" r="r" b="b"/>
              <a:pathLst>
                <a:path w="13353" h="30514" extrusionOk="0">
                  <a:moveTo>
                    <a:pt x="11977" y="2467"/>
                  </a:moveTo>
                  <a:lnTo>
                    <a:pt x="12848" y="6262"/>
                  </a:lnTo>
                  <a:cubicBezTo>
                    <a:pt x="12362" y="6382"/>
                    <a:pt x="12355" y="7173"/>
                    <a:pt x="12340" y="7558"/>
                  </a:cubicBezTo>
                  <a:cubicBezTo>
                    <a:pt x="12311" y="8374"/>
                    <a:pt x="12518" y="8820"/>
                    <a:pt x="11683" y="9299"/>
                  </a:cubicBezTo>
                  <a:cubicBezTo>
                    <a:pt x="10635" y="9905"/>
                    <a:pt x="9586" y="10504"/>
                    <a:pt x="8534" y="11106"/>
                  </a:cubicBezTo>
                  <a:cubicBezTo>
                    <a:pt x="8338" y="11215"/>
                    <a:pt x="8146" y="11331"/>
                    <a:pt x="7990" y="11494"/>
                  </a:cubicBezTo>
                  <a:cubicBezTo>
                    <a:pt x="7714" y="11792"/>
                    <a:pt x="7623" y="12216"/>
                    <a:pt x="7591" y="12619"/>
                  </a:cubicBezTo>
                  <a:cubicBezTo>
                    <a:pt x="7547" y="13182"/>
                    <a:pt x="7594" y="13744"/>
                    <a:pt x="7696" y="14303"/>
                  </a:cubicBezTo>
                  <a:cubicBezTo>
                    <a:pt x="8012" y="16062"/>
                    <a:pt x="8773" y="15620"/>
                    <a:pt x="9942" y="16980"/>
                  </a:cubicBezTo>
                  <a:cubicBezTo>
                    <a:pt x="10776" y="17953"/>
                    <a:pt x="7805" y="21124"/>
                    <a:pt x="7660" y="22140"/>
                  </a:cubicBezTo>
                  <a:cubicBezTo>
                    <a:pt x="7420" y="23867"/>
                    <a:pt x="6901" y="28783"/>
                    <a:pt x="6662" y="30514"/>
                  </a:cubicBezTo>
                  <a:lnTo>
                    <a:pt x="0" y="23391"/>
                  </a:lnTo>
                  <a:cubicBezTo>
                    <a:pt x="0" y="23391"/>
                    <a:pt x="1404" y="20373"/>
                    <a:pt x="1709" y="19691"/>
                  </a:cubicBezTo>
                  <a:cubicBezTo>
                    <a:pt x="2014" y="19012"/>
                    <a:pt x="2558" y="13533"/>
                    <a:pt x="2558" y="13533"/>
                  </a:cubicBezTo>
                  <a:cubicBezTo>
                    <a:pt x="2558" y="13533"/>
                    <a:pt x="2366" y="10214"/>
                    <a:pt x="2420" y="9789"/>
                  </a:cubicBezTo>
                  <a:cubicBezTo>
                    <a:pt x="2478" y="9368"/>
                    <a:pt x="4195" y="6371"/>
                    <a:pt x="4195" y="6371"/>
                  </a:cubicBezTo>
                  <a:lnTo>
                    <a:pt x="5341" y="3113"/>
                  </a:lnTo>
                  <a:lnTo>
                    <a:pt x="9699" y="748"/>
                  </a:lnTo>
                  <a:cubicBezTo>
                    <a:pt x="9699" y="748"/>
                    <a:pt x="12826" y="0"/>
                    <a:pt x="12960" y="515"/>
                  </a:cubicBezTo>
                  <a:cubicBezTo>
                    <a:pt x="13352" y="2003"/>
                    <a:pt x="12518" y="1934"/>
                    <a:pt x="11977" y="2467"/>
                  </a:cubicBezTo>
                  <a:close/>
                </a:path>
              </a:pathLst>
            </a:custGeom>
            <a:solidFill>
              <a:srgbClr val="F8C6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0"/>
            <p:cNvSpPr/>
            <p:nvPr/>
          </p:nvSpPr>
          <p:spPr>
            <a:xfrm>
              <a:off x="6493616" y="3681280"/>
              <a:ext cx="104328" cy="209851"/>
            </a:xfrm>
            <a:custGeom>
              <a:avLst/>
              <a:gdLst/>
              <a:ahLst/>
              <a:cxnLst/>
              <a:rect l="l" t="t" r="r" b="b"/>
              <a:pathLst>
                <a:path w="3579" h="7199" extrusionOk="0">
                  <a:moveTo>
                    <a:pt x="1" y="7199"/>
                  </a:moveTo>
                  <a:lnTo>
                    <a:pt x="915" y="2885"/>
                  </a:lnTo>
                  <a:lnTo>
                    <a:pt x="3578" y="0"/>
                  </a:lnTo>
                  <a:lnTo>
                    <a:pt x="3288" y="3389"/>
                  </a:ln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0"/>
            <p:cNvSpPr/>
            <p:nvPr/>
          </p:nvSpPr>
          <p:spPr>
            <a:xfrm>
              <a:off x="6871400" y="3490785"/>
              <a:ext cx="908751" cy="709190"/>
            </a:xfrm>
            <a:custGeom>
              <a:avLst/>
              <a:gdLst/>
              <a:ahLst/>
              <a:cxnLst/>
              <a:rect l="l" t="t" r="r" b="b"/>
              <a:pathLst>
                <a:path w="31175" h="24329" extrusionOk="0">
                  <a:moveTo>
                    <a:pt x="1808" y="2537"/>
                  </a:moveTo>
                  <a:lnTo>
                    <a:pt x="2624" y="6343"/>
                  </a:lnTo>
                  <a:cubicBezTo>
                    <a:pt x="3117" y="6245"/>
                    <a:pt x="3458" y="6960"/>
                    <a:pt x="3636" y="7297"/>
                  </a:cubicBezTo>
                  <a:cubicBezTo>
                    <a:pt x="4006" y="8030"/>
                    <a:pt x="4010" y="8520"/>
                    <a:pt x="4968" y="8596"/>
                  </a:cubicBezTo>
                  <a:cubicBezTo>
                    <a:pt x="6176" y="8694"/>
                    <a:pt x="7377" y="8799"/>
                    <a:pt x="8582" y="8901"/>
                  </a:cubicBezTo>
                  <a:cubicBezTo>
                    <a:pt x="8803" y="8919"/>
                    <a:pt x="9031" y="8937"/>
                    <a:pt x="9238" y="9021"/>
                  </a:cubicBezTo>
                  <a:cubicBezTo>
                    <a:pt x="9616" y="9177"/>
                    <a:pt x="9877" y="9521"/>
                    <a:pt x="10073" y="9870"/>
                  </a:cubicBezTo>
                  <a:cubicBezTo>
                    <a:pt x="10352" y="10359"/>
                    <a:pt x="10552" y="10889"/>
                    <a:pt x="10693" y="11433"/>
                  </a:cubicBezTo>
                  <a:cubicBezTo>
                    <a:pt x="11150" y="13160"/>
                    <a:pt x="10269" y="13081"/>
                    <a:pt x="9790" y="14808"/>
                  </a:cubicBezTo>
                  <a:cubicBezTo>
                    <a:pt x="9445" y="16041"/>
                    <a:pt x="13480" y="17659"/>
                    <a:pt x="14038" y="18519"/>
                  </a:cubicBezTo>
                  <a:cubicBezTo>
                    <a:pt x="14993" y="19985"/>
                    <a:pt x="15813" y="21451"/>
                    <a:pt x="16763" y="22913"/>
                  </a:cubicBezTo>
                  <a:lnTo>
                    <a:pt x="31175" y="24328"/>
                  </a:lnTo>
                  <a:cubicBezTo>
                    <a:pt x="31175" y="24328"/>
                    <a:pt x="18958" y="14267"/>
                    <a:pt x="18396" y="13785"/>
                  </a:cubicBezTo>
                  <a:cubicBezTo>
                    <a:pt x="17834" y="13295"/>
                    <a:pt x="15029" y="8563"/>
                    <a:pt x="15029" y="8563"/>
                  </a:cubicBezTo>
                  <a:cubicBezTo>
                    <a:pt x="15029" y="8563"/>
                    <a:pt x="13799" y="5472"/>
                    <a:pt x="13567" y="5117"/>
                  </a:cubicBezTo>
                  <a:cubicBezTo>
                    <a:pt x="13335" y="4757"/>
                    <a:pt x="10515" y="2766"/>
                    <a:pt x="10515" y="2766"/>
                  </a:cubicBezTo>
                  <a:lnTo>
                    <a:pt x="8095" y="298"/>
                  </a:lnTo>
                  <a:lnTo>
                    <a:pt x="3150" y="1"/>
                  </a:lnTo>
                  <a:cubicBezTo>
                    <a:pt x="3150" y="1"/>
                    <a:pt x="1" y="643"/>
                    <a:pt x="95" y="1169"/>
                  </a:cubicBezTo>
                  <a:cubicBezTo>
                    <a:pt x="364" y="2697"/>
                    <a:pt x="1089" y="2287"/>
                    <a:pt x="1808" y="2537"/>
                  </a:cubicBezTo>
                  <a:close/>
                </a:path>
              </a:pathLst>
            </a:custGeom>
            <a:solidFill>
              <a:srgbClr val="F8C6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0"/>
            <p:cNvSpPr/>
            <p:nvPr/>
          </p:nvSpPr>
          <p:spPr>
            <a:xfrm>
              <a:off x="7045076" y="3579226"/>
              <a:ext cx="183208" cy="145954"/>
            </a:xfrm>
            <a:custGeom>
              <a:avLst/>
              <a:gdLst/>
              <a:ahLst/>
              <a:cxnLst/>
              <a:rect l="l" t="t" r="r" b="b"/>
              <a:pathLst>
                <a:path w="6285" h="5007" extrusionOk="0">
                  <a:moveTo>
                    <a:pt x="6284" y="5007"/>
                  </a:moveTo>
                  <a:lnTo>
                    <a:pt x="3632" y="1488"/>
                  </a:lnTo>
                  <a:lnTo>
                    <a:pt x="0" y="0"/>
                  </a:lnTo>
                  <a:lnTo>
                    <a:pt x="1695" y="2950"/>
                  </a:ln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0"/>
            <p:cNvSpPr/>
            <p:nvPr/>
          </p:nvSpPr>
          <p:spPr>
            <a:xfrm>
              <a:off x="6765528" y="3815370"/>
              <a:ext cx="220665" cy="92901"/>
            </a:xfrm>
            <a:custGeom>
              <a:avLst/>
              <a:gdLst/>
              <a:ahLst/>
              <a:cxnLst/>
              <a:rect l="l" t="t" r="r" b="b"/>
              <a:pathLst>
                <a:path w="7570" h="3187" extrusionOk="0">
                  <a:moveTo>
                    <a:pt x="7569" y="1703"/>
                  </a:moveTo>
                  <a:lnTo>
                    <a:pt x="356" y="3186"/>
                  </a:lnTo>
                  <a:lnTo>
                    <a:pt x="1" y="1488"/>
                  </a:lnTo>
                  <a:lnTo>
                    <a:pt x="7217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0"/>
            <p:cNvSpPr/>
            <p:nvPr/>
          </p:nvSpPr>
          <p:spPr>
            <a:xfrm>
              <a:off x="6608788" y="3572026"/>
              <a:ext cx="120390" cy="81037"/>
            </a:xfrm>
            <a:custGeom>
              <a:avLst/>
              <a:gdLst/>
              <a:ahLst/>
              <a:cxnLst/>
              <a:rect l="l" t="t" r="r" b="b"/>
              <a:pathLst>
                <a:path w="4130" h="2780" extrusionOk="0">
                  <a:moveTo>
                    <a:pt x="4093" y="1658"/>
                  </a:moveTo>
                  <a:cubicBezTo>
                    <a:pt x="4021" y="1209"/>
                    <a:pt x="3930" y="762"/>
                    <a:pt x="3832" y="312"/>
                  </a:cubicBezTo>
                  <a:cubicBezTo>
                    <a:pt x="3792" y="131"/>
                    <a:pt x="3586" y="0"/>
                    <a:pt x="3350" y="11"/>
                  </a:cubicBezTo>
                  <a:cubicBezTo>
                    <a:pt x="2327" y="73"/>
                    <a:pt x="1318" y="280"/>
                    <a:pt x="356" y="628"/>
                  </a:cubicBezTo>
                  <a:cubicBezTo>
                    <a:pt x="135" y="711"/>
                    <a:pt x="1" y="911"/>
                    <a:pt x="41" y="1096"/>
                  </a:cubicBezTo>
                  <a:cubicBezTo>
                    <a:pt x="124" y="1546"/>
                    <a:pt x="226" y="1989"/>
                    <a:pt x="335" y="2435"/>
                  </a:cubicBezTo>
                  <a:cubicBezTo>
                    <a:pt x="393" y="2667"/>
                    <a:pt x="647" y="2780"/>
                    <a:pt x="864" y="2692"/>
                  </a:cubicBezTo>
                  <a:cubicBezTo>
                    <a:pt x="1768" y="2333"/>
                    <a:pt x="2729" y="2141"/>
                    <a:pt x="3705" y="2112"/>
                  </a:cubicBezTo>
                  <a:cubicBezTo>
                    <a:pt x="3945" y="2101"/>
                    <a:pt x="4130" y="1894"/>
                    <a:pt x="4093" y="1658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0"/>
            <p:cNvSpPr/>
            <p:nvPr/>
          </p:nvSpPr>
          <p:spPr>
            <a:xfrm>
              <a:off x="6906089" y="3510782"/>
              <a:ext cx="120506" cy="81037"/>
            </a:xfrm>
            <a:custGeom>
              <a:avLst/>
              <a:gdLst/>
              <a:ahLst/>
              <a:cxnLst/>
              <a:rect l="l" t="t" r="r" b="b"/>
              <a:pathLst>
                <a:path w="4134" h="2780" extrusionOk="0">
                  <a:moveTo>
                    <a:pt x="4094" y="1659"/>
                  </a:moveTo>
                  <a:cubicBezTo>
                    <a:pt x="4021" y="1209"/>
                    <a:pt x="3930" y="762"/>
                    <a:pt x="3832" y="313"/>
                  </a:cubicBezTo>
                  <a:cubicBezTo>
                    <a:pt x="3792" y="131"/>
                    <a:pt x="3589" y="1"/>
                    <a:pt x="3350" y="15"/>
                  </a:cubicBezTo>
                  <a:cubicBezTo>
                    <a:pt x="2327" y="73"/>
                    <a:pt x="1318" y="280"/>
                    <a:pt x="356" y="632"/>
                  </a:cubicBezTo>
                  <a:cubicBezTo>
                    <a:pt x="135" y="712"/>
                    <a:pt x="1" y="911"/>
                    <a:pt x="41" y="1096"/>
                  </a:cubicBezTo>
                  <a:cubicBezTo>
                    <a:pt x="128" y="1546"/>
                    <a:pt x="226" y="1992"/>
                    <a:pt x="335" y="2435"/>
                  </a:cubicBezTo>
                  <a:cubicBezTo>
                    <a:pt x="393" y="2664"/>
                    <a:pt x="647" y="2780"/>
                    <a:pt x="864" y="2693"/>
                  </a:cubicBezTo>
                  <a:cubicBezTo>
                    <a:pt x="1768" y="2337"/>
                    <a:pt x="2729" y="2141"/>
                    <a:pt x="3705" y="2112"/>
                  </a:cubicBezTo>
                  <a:cubicBezTo>
                    <a:pt x="3945" y="2101"/>
                    <a:pt x="4133" y="1895"/>
                    <a:pt x="4094" y="165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0"/>
            <p:cNvSpPr/>
            <p:nvPr/>
          </p:nvSpPr>
          <p:spPr>
            <a:xfrm>
              <a:off x="6900813" y="3564301"/>
              <a:ext cx="300391" cy="389881"/>
            </a:xfrm>
            <a:custGeom>
              <a:avLst/>
              <a:gdLst/>
              <a:ahLst/>
              <a:cxnLst/>
              <a:rect l="l" t="t" r="r" b="b"/>
              <a:pathLst>
                <a:path w="10305" h="13375" extrusionOk="0">
                  <a:moveTo>
                    <a:pt x="5251" y="400"/>
                  </a:moveTo>
                  <a:cubicBezTo>
                    <a:pt x="5251" y="400"/>
                    <a:pt x="6684" y="3179"/>
                    <a:pt x="8026" y="6020"/>
                  </a:cubicBezTo>
                  <a:cubicBezTo>
                    <a:pt x="8055" y="5936"/>
                    <a:pt x="8081" y="5856"/>
                    <a:pt x="8102" y="5769"/>
                  </a:cubicBezTo>
                  <a:cubicBezTo>
                    <a:pt x="8549" y="6734"/>
                    <a:pt x="8951" y="7725"/>
                    <a:pt x="9329" y="8719"/>
                  </a:cubicBezTo>
                  <a:cubicBezTo>
                    <a:pt x="9673" y="9633"/>
                    <a:pt x="10123" y="10599"/>
                    <a:pt x="10294" y="11567"/>
                  </a:cubicBezTo>
                  <a:cubicBezTo>
                    <a:pt x="10294" y="11567"/>
                    <a:pt x="10305" y="12340"/>
                    <a:pt x="9369" y="12913"/>
                  </a:cubicBezTo>
                  <a:cubicBezTo>
                    <a:pt x="8607" y="13374"/>
                    <a:pt x="7642" y="13338"/>
                    <a:pt x="6883" y="12863"/>
                  </a:cubicBezTo>
                  <a:lnTo>
                    <a:pt x="2823" y="10326"/>
                  </a:lnTo>
                  <a:lnTo>
                    <a:pt x="2145" y="7159"/>
                  </a:lnTo>
                  <a:lnTo>
                    <a:pt x="4" y="1474"/>
                  </a:lnTo>
                  <a:cubicBezTo>
                    <a:pt x="0" y="1481"/>
                    <a:pt x="2595" y="0"/>
                    <a:pt x="5251" y="40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0"/>
            <p:cNvSpPr/>
            <p:nvPr/>
          </p:nvSpPr>
          <p:spPr>
            <a:xfrm>
              <a:off x="6630680" y="3535734"/>
              <a:ext cx="371575" cy="108030"/>
            </a:xfrm>
            <a:custGeom>
              <a:avLst/>
              <a:gdLst/>
              <a:ahLst/>
              <a:cxnLst/>
              <a:rect l="l" t="t" r="r" b="b"/>
              <a:pathLst>
                <a:path w="12747" h="3706" extrusionOk="0">
                  <a:moveTo>
                    <a:pt x="2998" y="3139"/>
                  </a:moveTo>
                  <a:cubicBezTo>
                    <a:pt x="3277" y="3520"/>
                    <a:pt x="3738" y="3705"/>
                    <a:pt x="4184" y="3611"/>
                  </a:cubicBezTo>
                  <a:lnTo>
                    <a:pt x="9300" y="2559"/>
                  </a:lnTo>
                  <a:cubicBezTo>
                    <a:pt x="9743" y="2468"/>
                    <a:pt x="10091" y="2116"/>
                    <a:pt x="10196" y="1655"/>
                  </a:cubicBezTo>
                  <a:lnTo>
                    <a:pt x="10389" y="817"/>
                  </a:lnTo>
                  <a:cubicBezTo>
                    <a:pt x="10871" y="585"/>
                    <a:pt x="11724" y="222"/>
                    <a:pt x="12747" y="1"/>
                  </a:cubicBezTo>
                  <a:cubicBezTo>
                    <a:pt x="10697" y="128"/>
                    <a:pt x="8977" y="1104"/>
                    <a:pt x="8977" y="1104"/>
                  </a:cubicBezTo>
                  <a:lnTo>
                    <a:pt x="8712" y="2181"/>
                  </a:lnTo>
                  <a:lnTo>
                    <a:pt x="6641" y="2610"/>
                  </a:lnTo>
                  <a:lnTo>
                    <a:pt x="4569" y="3034"/>
                  </a:lnTo>
                  <a:lnTo>
                    <a:pt x="3898" y="2145"/>
                  </a:lnTo>
                  <a:cubicBezTo>
                    <a:pt x="3898" y="2145"/>
                    <a:pt x="1938" y="1927"/>
                    <a:pt x="1" y="2624"/>
                  </a:cubicBezTo>
                  <a:cubicBezTo>
                    <a:pt x="1028" y="2424"/>
                    <a:pt x="1953" y="2417"/>
                    <a:pt x="2490" y="2443"/>
                  </a:cubicBezTo>
                  <a:close/>
                </a:path>
              </a:pathLst>
            </a:custGeom>
            <a:solidFill>
              <a:srgbClr val="FFA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0"/>
            <p:cNvSpPr/>
            <p:nvPr/>
          </p:nvSpPr>
          <p:spPr>
            <a:xfrm>
              <a:off x="6584156" y="3628286"/>
              <a:ext cx="194518" cy="427426"/>
            </a:xfrm>
            <a:custGeom>
              <a:avLst/>
              <a:gdLst/>
              <a:ahLst/>
              <a:cxnLst/>
              <a:rect l="l" t="t" r="r" b="b"/>
              <a:pathLst>
                <a:path w="6673" h="14663" extrusionOk="0">
                  <a:moveTo>
                    <a:pt x="523" y="1416"/>
                  </a:moveTo>
                  <a:cubicBezTo>
                    <a:pt x="523" y="1416"/>
                    <a:pt x="305" y="4536"/>
                    <a:pt x="193" y="7674"/>
                  </a:cubicBezTo>
                  <a:cubicBezTo>
                    <a:pt x="131" y="7609"/>
                    <a:pt x="77" y="7547"/>
                    <a:pt x="22" y="7478"/>
                  </a:cubicBezTo>
                  <a:cubicBezTo>
                    <a:pt x="0" y="8545"/>
                    <a:pt x="19" y="9612"/>
                    <a:pt x="66" y="10671"/>
                  </a:cubicBezTo>
                  <a:cubicBezTo>
                    <a:pt x="109" y="11651"/>
                    <a:pt x="77" y="12714"/>
                    <a:pt x="302" y="13668"/>
                  </a:cubicBezTo>
                  <a:cubicBezTo>
                    <a:pt x="302" y="13668"/>
                    <a:pt x="599" y="14386"/>
                    <a:pt x="1684" y="14539"/>
                  </a:cubicBezTo>
                  <a:cubicBezTo>
                    <a:pt x="2569" y="14662"/>
                    <a:pt x="3436" y="14245"/>
                    <a:pt x="3944" y="13516"/>
                  </a:cubicBezTo>
                  <a:lnTo>
                    <a:pt x="6673" y="9583"/>
                  </a:lnTo>
                  <a:lnTo>
                    <a:pt x="6045" y="6401"/>
                  </a:lnTo>
                  <a:lnTo>
                    <a:pt x="5766" y="331"/>
                  </a:lnTo>
                  <a:cubicBezTo>
                    <a:pt x="5773" y="331"/>
                    <a:pt x="2809" y="1"/>
                    <a:pt x="523" y="141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0"/>
            <p:cNvSpPr/>
            <p:nvPr/>
          </p:nvSpPr>
          <p:spPr>
            <a:xfrm>
              <a:off x="6585002" y="3535006"/>
              <a:ext cx="551810" cy="353065"/>
            </a:xfrm>
            <a:custGeom>
              <a:avLst/>
              <a:gdLst/>
              <a:ahLst/>
              <a:cxnLst/>
              <a:rect l="l" t="t" r="r" b="b"/>
              <a:pathLst>
                <a:path w="18930" h="12112" extrusionOk="0">
                  <a:moveTo>
                    <a:pt x="18929" y="6778"/>
                  </a:moveTo>
                  <a:cubicBezTo>
                    <a:pt x="17496" y="3650"/>
                    <a:pt x="15656" y="77"/>
                    <a:pt x="15656" y="77"/>
                  </a:cubicBezTo>
                  <a:cubicBezTo>
                    <a:pt x="15203" y="8"/>
                    <a:pt x="14749" y="0"/>
                    <a:pt x="14314" y="26"/>
                  </a:cubicBezTo>
                  <a:cubicBezTo>
                    <a:pt x="13291" y="247"/>
                    <a:pt x="12438" y="610"/>
                    <a:pt x="11956" y="842"/>
                  </a:cubicBezTo>
                  <a:lnTo>
                    <a:pt x="11763" y="1680"/>
                  </a:lnTo>
                  <a:cubicBezTo>
                    <a:pt x="11658" y="2141"/>
                    <a:pt x="11310" y="2493"/>
                    <a:pt x="10867" y="2584"/>
                  </a:cubicBezTo>
                  <a:lnTo>
                    <a:pt x="5751" y="3636"/>
                  </a:lnTo>
                  <a:cubicBezTo>
                    <a:pt x="5305" y="3727"/>
                    <a:pt x="4844" y="3545"/>
                    <a:pt x="4565" y="3164"/>
                  </a:cubicBezTo>
                  <a:lnTo>
                    <a:pt x="4057" y="2464"/>
                  </a:lnTo>
                  <a:cubicBezTo>
                    <a:pt x="3524" y="2442"/>
                    <a:pt x="2591" y="2453"/>
                    <a:pt x="1568" y="2645"/>
                  </a:cubicBezTo>
                  <a:cubicBezTo>
                    <a:pt x="1154" y="2798"/>
                    <a:pt x="748" y="2983"/>
                    <a:pt x="356" y="3222"/>
                  </a:cubicBezTo>
                  <a:cubicBezTo>
                    <a:pt x="356" y="3222"/>
                    <a:pt x="77" y="7232"/>
                    <a:pt x="0" y="10675"/>
                  </a:cubicBezTo>
                  <a:cubicBezTo>
                    <a:pt x="726" y="11596"/>
                    <a:pt x="1905" y="12111"/>
                    <a:pt x="3128" y="11858"/>
                  </a:cubicBezTo>
                  <a:lnTo>
                    <a:pt x="6332" y="11201"/>
                  </a:lnTo>
                  <a:lnTo>
                    <a:pt x="6350" y="11168"/>
                  </a:lnTo>
                  <a:lnTo>
                    <a:pt x="9819" y="10453"/>
                  </a:lnTo>
                  <a:lnTo>
                    <a:pt x="13287" y="9735"/>
                  </a:lnTo>
                  <a:lnTo>
                    <a:pt x="13320" y="9753"/>
                  </a:lnTo>
                  <a:lnTo>
                    <a:pt x="16520" y="9096"/>
                  </a:lnTo>
                  <a:cubicBezTo>
                    <a:pt x="17746" y="8853"/>
                    <a:pt x="18624" y="7914"/>
                    <a:pt x="18929" y="677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0"/>
            <p:cNvSpPr/>
            <p:nvPr/>
          </p:nvSpPr>
          <p:spPr>
            <a:xfrm>
              <a:off x="6597070" y="3579430"/>
              <a:ext cx="520590" cy="290130"/>
            </a:xfrm>
            <a:custGeom>
              <a:avLst/>
              <a:gdLst/>
              <a:ahLst/>
              <a:cxnLst/>
              <a:rect l="l" t="t" r="r" b="b"/>
              <a:pathLst>
                <a:path w="17859" h="9953" extrusionOk="0">
                  <a:moveTo>
                    <a:pt x="17049" y="3077"/>
                  </a:moveTo>
                  <a:cubicBezTo>
                    <a:pt x="16824" y="2598"/>
                    <a:pt x="16596" y="2123"/>
                    <a:pt x="16371" y="1651"/>
                  </a:cubicBezTo>
                  <a:cubicBezTo>
                    <a:pt x="15852" y="581"/>
                    <a:pt x="14673" y="0"/>
                    <a:pt x="13512" y="240"/>
                  </a:cubicBezTo>
                  <a:lnTo>
                    <a:pt x="2199" y="2569"/>
                  </a:lnTo>
                  <a:cubicBezTo>
                    <a:pt x="1031" y="2812"/>
                    <a:pt x="178" y="3810"/>
                    <a:pt x="131" y="4996"/>
                  </a:cubicBezTo>
                  <a:cubicBezTo>
                    <a:pt x="105" y="5519"/>
                    <a:pt x="87" y="6049"/>
                    <a:pt x="69" y="6578"/>
                  </a:cubicBezTo>
                  <a:cubicBezTo>
                    <a:pt x="0" y="8472"/>
                    <a:pt x="1665" y="9953"/>
                    <a:pt x="3443" y="9586"/>
                  </a:cubicBezTo>
                  <a:lnTo>
                    <a:pt x="15141" y="7177"/>
                  </a:lnTo>
                  <a:cubicBezTo>
                    <a:pt x="16919" y="6810"/>
                    <a:pt x="17858" y="4793"/>
                    <a:pt x="17049" y="307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0"/>
            <p:cNvSpPr/>
            <p:nvPr/>
          </p:nvSpPr>
          <p:spPr>
            <a:xfrm>
              <a:off x="6613248" y="3656007"/>
              <a:ext cx="177174" cy="177174"/>
            </a:xfrm>
            <a:custGeom>
              <a:avLst/>
              <a:gdLst/>
              <a:ahLst/>
              <a:cxnLst/>
              <a:rect l="l" t="t" r="r" b="b"/>
              <a:pathLst>
                <a:path w="6078" h="6078" extrusionOk="0">
                  <a:moveTo>
                    <a:pt x="6078" y="3041"/>
                  </a:moveTo>
                  <a:cubicBezTo>
                    <a:pt x="6078" y="4720"/>
                    <a:pt x="4717" y="6077"/>
                    <a:pt x="3041" y="6077"/>
                  </a:cubicBezTo>
                  <a:cubicBezTo>
                    <a:pt x="1361" y="6077"/>
                    <a:pt x="0" y="4720"/>
                    <a:pt x="0" y="3041"/>
                  </a:cubicBezTo>
                  <a:cubicBezTo>
                    <a:pt x="0" y="1361"/>
                    <a:pt x="1361" y="0"/>
                    <a:pt x="3041" y="0"/>
                  </a:cubicBezTo>
                  <a:cubicBezTo>
                    <a:pt x="4717" y="0"/>
                    <a:pt x="6078" y="1361"/>
                    <a:pt x="6078" y="304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0"/>
            <p:cNvSpPr/>
            <p:nvPr/>
          </p:nvSpPr>
          <p:spPr>
            <a:xfrm>
              <a:off x="6632924" y="3713433"/>
              <a:ext cx="42646" cy="83369"/>
            </a:xfrm>
            <a:custGeom>
              <a:avLst/>
              <a:gdLst/>
              <a:ahLst/>
              <a:cxnLst/>
              <a:rect l="l" t="t" r="r" b="b"/>
              <a:pathLst>
                <a:path w="1463" h="2860" extrusionOk="0">
                  <a:moveTo>
                    <a:pt x="1070" y="1339"/>
                  </a:moveTo>
                  <a:cubicBezTo>
                    <a:pt x="1012" y="1063"/>
                    <a:pt x="1049" y="784"/>
                    <a:pt x="1154" y="545"/>
                  </a:cubicBezTo>
                  <a:lnTo>
                    <a:pt x="327" y="0"/>
                  </a:lnTo>
                  <a:cubicBezTo>
                    <a:pt x="87" y="454"/>
                    <a:pt x="0" y="994"/>
                    <a:pt x="109" y="1535"/>
                  </a:cubicBezTo>
                  <a:cubicBezTo>
                    <a:pt x="225" y="2079"/>
                    <a:pt x="519" y="2536"/>
                    <a:pt x="918" y="2859"/>
                  </a:cubicBezTo>
                  <a:lnTo>
                    <a:pt x="1462" y="2032"/>
                  </a:lnTo>
                  <a:cubicBezTo>
                    <a:pt x="1270" y="1851"/>
                    <a:pt x="1128" y="1615"/>
                    <a:pt x="1070" y="133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0"/>
            <p:cNvSpPr/>
            <p:nvPr/>
          </p:nvSpPr>
          <p:spPr>
            <a:xfrm>
              <a:off x="6728216" y="3692591"/>
              <a:ext cx="42646" cy="83252"/>
            </a:xfrm>
            <a:custGeom>
              <a:avLst/>
              <a:gdLst/>
              <a:ahLst/>
              <a:cxnLst/>
              <a:rect l="l" t="t" r="r" b="b"/>
              <a:pathLst>
                <a:path w="1463" h="2856" extrusionOk="0">
                  <a:moveTo>
                    <a:pt x="392" y="1517"/>
                  </a:moveTo>
                  <a:cubicBezTo>
                    <a:pt x="450" y="1796"/>
                    <a:pt x="414" y="2072"/>
                    <a:pt x="309" y="2312"/>
                  </a:cubicBezTo>
                  <a:lnTo>
                    <a:pt x="1136" y="2856"/>
                  </a:lnTo>
                  <a:cubicBezTo>
                    <a:pt x="1375" y="2402"/>
                    <a:pt x="1462" y="1862"/>
                    <a:pt x="1353" y="1321"/>
                  </a:cubicBezTo>
                  <a:cubicBezTo>
                    <a:pt x="1241" y="777"/>
                    <a:pt x="943" y="320"/>
                    <a:pt x="544" y="1"/>
                  </a:cubicBezTo>
                  <a:lnTo>
                    <a:pt x="0" y="824"/>
                  </a:lnTo>
                  <a:cubicBezTo>
                    <a:pt x="192" y="1006"/>
                    <a:pt x="334" y="1241"/>
                    <a:pt x="392" y="151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0"/>
            <p:cNvSpPr/>
            <p:nvPr/>
          </p:nvSpPr>
          <p:spPr>
            <a:xfrm>
              <a:off x="6670674" y="3770975"/>
              <a:ext cx="83252" cy="42530"/>
            </a:xfrm>
            <a:custGeom>
              <a:avLst/>
              <a:gdLst/>
              <a:ahLst/>
              <a:cxnLst/>
              <a:rect l="l" t="t" r="r" b="b"/>
              <a:pathLst>
                <a:path w="2856" h="1459" extrusionOk="0">
                  <a:moveTo>
                    <a:pt x="2032" y="0"/>
                  </a:moveTo>
                  <a:cubicBezTo>
                    <a:pt x="1851" y="189"/>
                    <a:pt x="1615" y="330"/>
                    <a:pt x="1336" y="388"/>
                  </a:cubicBezTo>
                  <a:cubicBezTo>
                    <a:pt x="1060" y="450"/>
                    <a:pt x="784" y="414"/>
                    <a:pt x="545" y="308"/>
                  </a:cubicBezTo>
                  <a:lnTo>
                    <a:pt x="0" y="1132"/>
                  </a:lnTo>
                  <a:cubicBezTo>
                    <a:pt x="454" y="1375"/>
                    <a:pt x="991" y="1459"/>
                    <a:pt x="1531" y="1350"/>
                  </a:cubicBezTo>
                  <a:cubicBezTo>
                    <a:pt x="2076" y="1237"/>
                    <a:pt x="2533" y="943"/>
                    <a:pt x="2856" y="54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0"/>
            <p:cNvSpPr/>
            <p:nvPr/>
          </p:nvSpPr>
          <p:spPr>
            <a:xfrm>
              <a:off x="6649715" y="3675771"/>
              <a:ext cx="83398" cy="42559"/>
            </a:xfrm>
            <a:custGeom>
              <a:avLst/>
              <a:gdLst/>
              <a:ahLst/>
              <a:cxnLst/>
              <a:rect l="l" t="t" r="r" b="b"/>
              <a:pathLst>
                <a:path w="2861" h="1460" extrusionOk="0">
                  <a:moveTo>
                    <a:pt x="825" y="1459"/>
                  </a:moveTo>
                  <a:cubicBezTo>
                    <a:pt x="1006" y="1271"/>
                    <a:pt x="1242" y="1129"/>
                    <a:pt x="1521" y="1071"/>
                  </a:cubicBezTo>
                  <a:cubicBezTo>
                    <a:pt x="1797" y="1013"/>
                    <a:pt x="2073" y="1049"/>
                    <a:pt x="2316" y="1151"/>
                  </a:cubicBezTo>
                  <a:lnTo>
                    <a:pt x="2860" y="327"/>
                  </a:lnTo>
                  <a:cubicBezTo>
                    <a:pt x="2406" y="88"/>
                    <a:pt x="1866" y="1"/>
                    <a:pt x="1325" y="109"/>
                  </a:cubicBezTo>
                  <a:cubicBezTo>
                    <a:pt x="781" y="222"/>
                    <a:pt x="324" y="516"/>
                    <a:pt x="1" y="91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0"/>
            <p:cNvSpPr/>
            <p:nvPr/>
          </p:nvSpPr>
          <p:spPr>
            <a:xfrm>
              <a:off x="6682625" y="3725472"/>
              <a:ext cx="38536" cy="38332"/>
            </a:xfrm>
            <a:custGeom>
              <a:avLst/>
              <a:gdLst/>
              <a:ahLst/>
              <a:cxnLst/>
              <a:rect l="l" t="t" r="r" b="b"/>
              <a:pathLst>
                <a:path w="1322" h="1315" extrusionOk="0">
                  <a:moveTo>
                    <a:pt x="1252" y="534"/>
                  </a:moveTo>
                  <a:cubicBezTo>
                    <a:pt x="1321" y="861"/>
                    <a:pt x="1107" y="1184"/>
                    <a:pt x="780" y="1245"/>
                  </a:cubicBezTo>
                  <a:cubicBezTo>
                    <a:pt x="454" y="1314"/>
                    <a:pt x="135" y="1100"/>
                    <a:pt x="69" y="774"/>
                  </a:cubicBezTo>
                  <a:cubicBezTo>
                    <a:pt x="0" y="447"/>
                    <a:pt x="214" y="128"/>
                    <a:pt x="541" y="63"/>
                  </a:cubicBezTo>
                  <a:cubicBezTo>
                    <a:pt x="864" y="1"/>
                    <a:pt x="1187" y="208"/>
                    <a:pt x="1252" y="53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0"/>
            <p:cNvSpPr/>
            <p:nvPr/>
          </p:nvSpPr>
          <p:spPr>
            <a:xfrm>
              <a:off x="6925765" y="3588729"/>
              <a:ext cx="92697" cy="109721"/>
            </a:xfrm>
            <a:custGeom>
              <a:avLst/>
              <a:gdLst/>
              <a:ahLst/>
              <a:cxnLst/>
              <a:rect l="l" t="t" r="r" b="b"/>
              <a:pathLst>
                <a:path w="3180" h="3764" extrusionOk="0">
                  <a:moveTo>
                    <a:pt x="1390" y="538"/>
                  </a:moveTo>
                  <a:lnTo>
                    <a:pt x="276" y="2228"/>
                  </a:lnTo>
                  <a:cubicBezTo>
                    <a:pt x="1" y="2646"/>
                    <a:pt x="120" y="3208"/>
                    <a:pt x="538" y="3484"/>
                  </a:cubicBezTo>
                  <a:cubicBezTo>
                    <a:pt x="955" y="3763"/>
                    <a:pt x="1517" y="3643"/>
                    <a:pt x="1793" y="3226"/>
                  </a:cubicBezTo>
                  <a:lnTo>
                    <a:pt x="2903" y="1535"/>
                  </a:lnTo>
                  <a:cubicBezTo>
                    <a:pt x="3179" y="1118"/>
                    <a:pt x="3063" y="556"/>
                    <a:pt x="2646" y="280"/>
                  </a:cubicBezTo>
                  <a:cubicBezTo>
                    <a:pt x="2228" y="1"/>
                    <a:pt x="1666" y="117"/>
                    <a:pt x="1390" y="53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0"/>
            <p:cNvSpPr/>
            <p:nvPr/>
          </p:nvSpPr>
          <p:spPr>
            <a:xfrm>
              <a:off x="6937075" y="3644668"/>
              <a:ext cx="41189" cy="41276"/>
            </a:xfrm>
            <a:custGeom>
              <a:avLst/>
              <a:gdLst/>
              <a:ahLst/>
              <a:cxnLst/>
              <a:rect l="l" t="t" r="r" b="b"/>
              <a:pathLst>
                <a:path w="1413" h="1416" extrusionOk="0">
                  <a:moveTo>
                    <a:pt x="1064" y="200"/>
                  </a:moveTo>
                  <a:cubicBezTo>
                    <a:pt x="1347" y="400"/>
                    <a:pt x="1412" y="785"/>
                    <a:pt x="1216" y="1068"/>
                  </a:cubicBezTo>
                  <a:cubicBezTo>
                    <a:pt x="1020" y="1347"/>
                    <a:pt x="632" y="1416"/>
                    <a:pt x="353" y="1220"/>
                  </a:cubicBezTo>
                  <a:cubicBezTo>
                    <a:pt x="70" y="1020"/>
                    <a:pt x="1" y="636"/>
                    <a:pt x="197" y="356"/>
                  </a:cubicBezTo>
                  <a:cubicBezTo>
                    <a:pt x="393" y="70"/>
                    <a:pt x="785" y="1"/>
                    <a:pt x="1064" y="2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0"/>
            <p:cNvSpPr/>
            <p:nvPr/>
          </p:nvSpPr>
          <p:spPr>
            <a:xfrm>
              <a:off x="6965526" y="3601526"/>
              <a:ext cx="41189" cy="41160"/>
            </a:xfrm>
            <a:custGeom>
              <a:avLst/>
              <a:gdLst/>
              <a:ahLst/>
              <a:cxnLst/>
              <a:rect l="l" t="t" r="r" b="b"/>
              <a:pathLst>
                <a:path w="1413" h="1412" extrusionOk="0">
                  <a:moveTo>
                    <a:pt x="1064" y="197"/>
                  </a:moveTo>
                  <a:cubicBezTo>
                    <a:pt x="1343" y="396"/>
                    <a:pt x="1412" y="784"/>
                    <a:pt x="1216" y="1064"/>
                  </a:cubicBezTo>
                  <a:cubicBezTo>
                    <a:pt x="1020" y="1343"/>
                    <a:pt x="632" y="1412"/>
                    <a:pt x="349" y="1220"/>
                  </a:cubicBezTo>
                  <a:cubicBezTo>
                    <a:pt x="70" y="1020"/>
                    <a:pt x="1" y="632"/>
                    <a:pt x="197" y="353"/>
                  </a:cubicBezTo>
                  <a:cubicBezTo>
                    <a:pt x="393" y="70"/>
                    <a:pt x="781" y="1"/>
                    <a:pt x="1064" y="19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0"/>
            <p:cNvSpPr/>
            <p:nvPr/>
          </p:nvSpPr>
          <p:spPr>
            <a:xfrm>
              <a:off x="6974329" y="3644989"/>
              <a:ext cx="92668" cy="109604"/>
            </a:xfrm>
            <a:custGeom>
              <a:avLst/>
              <a:gdLst/>
              <a:ahLst/>
              <a:cxnLst/>
              <a:rect l="l" t="t" r="r" b="b"/>
              <a:pathLst>
                <a:path w="3179" h="3760" extrusionOk="0">
                  <a:moveTo>
                    <a:pt x="1386" y="534"/>
                  </a:moveTo>
                  <a:lnTo>
                    <a:pt x="276" y="2225"/>
                  </a:lnTo>
                  <a:cubicBezTo>
                    <a:pt x="0" y="2642"/>
                    <a:pt x="116" y="3205"/>
                    <a:pt x="533" y="3484"/>
                  </a:cubicBezTo>
                  <a:cubicBezTo>
                    <a:pt x="951" y="3760"/>
                    <a:pt x="1513" y="3640"/>
                    <a:pt x="1792" y="3223"/>
                  </a:cubicBezTo>
                  <a:lnTo>
                    <a:pt x="2903" y="1532"/>
                  </a:lnTo>
                  <a:cubicBezTo>
                    <a:pt x="3178" y="1115"/>
                    <a:pt x="3062" y="552"/>
                    <a:pt x="2645" y="277"/>
                  </a:cubicBezTo>
                  <a:cubicBezTo>
                    <a:pt x="2228" y="1"/>
                    <a:pt x="1662" y="113"/>
                    <a:pt x="1386" y="53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0"/>
            <p:cNvSpPr/>
            <p:nvPr/>
          </p:nvSpPr>
          <p:spPr>
            <a:xfrm>
              <a:off x="6985727" y="3700840"/>
              <a:ext cx="41189" cy="41160"/>
            </a:xfrm>
            <a:custGeom>
              <a:avLst/>
              <a:gdLst/>
              <a:ahLst/>
              <a:cxnLst/>
              <a:rect l="l" t="t" r="r" b="b"/>
              <a:pathLst>
                <a:path w="1413" h="1412" extrusionOk="0">
                  <a:moveTo>
                    <a:pt x="1064" y="196"/>
                  </a:moveTo>
                  <a:cubicBezTo>
                    <a:pt x="1347" y="396"/>
                    <a:pt x="1412" y="781"/>
                    <a:pt x="1220" y="1064"/>
                  </a:cubicBezTo>
                  <a:cubicBezTo>
                    <a:pt x="1020" y="1343"/>
                    <a:pt x="632" y="1412"/>
                    <a:pt x="353" y="1216"/>
                  </a:cubicBezTo>
                  <a:cubicBezTo>
                    <a:pt x="70" y="1016"/>
                    <a:pt x="1" y="632"/>
                    <a:pt x="197" y="352"/>
                  </a:cubicBezTo>
                  <a:cubicBezTo>
                    <a:pt x="393" y="69"/>
                    <a:pt x="777" y="1"/>
                    <a:pt x="1064" y="19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0"/>
            <p:cNvSpPr/>
            <p:nvPr/>
          </p:nvSpPr>
          <p:spPr>
            <a:xfrm>
              <a:off x="7014177" y="3657698"/>
              <a:ext cx="41189" cy="41160"/>
            </a:xfrm>
            <a:custGeom>
              <a:avLst/>
              <a:gdLst/>
              <a:ahLst/>
              <a:cxnLst/>
              <a:rect l="l" t="t" r="r" b="b"/>
              <a:pathLst>
                <a:path w="1413" h="1412" extrusionOk="0">
                  <a:moveTo>
                    <a:pt x="1064" y="200"/>
                  </a:moveTo>
                  <a:cubicBezTo>
                    <a:pt x="1343" y="399"/>
                    <a:pt x="1412" y="784"/>
                    <a:pt x="1216" y="1063"/>
                  </a:cubicBezTo>
                  <a:cubicBezTo>
                    <a:pt x="1017" y="1346"/>
                    <a:pt x="632" y="1412"/>
                    <a:pt x="349" y="1219"/>
                  </a:cubicBezTo>
                  <a:cubicBezTo>
                    <a:pt x="70" y="1020"/>
                    <a:pt x="1" y="635"/>
                    <a:pt x="197" y="352"/>
                  </a:cubicBezTo>
                  <a:cubicBezTo>
                    <a:pt x="393" y="73"/>
                    <a:pt x="777" y="0"/>
                    <a:pt x="1064" y="2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0"/>
            <p:cNvSpPr/>
            <p:nvPr/>
          </p:nvSpPr>
          <p:spPr>
            <a:xfrm>
              <a:off x="6826451" y="3712588"/>
              <a:ext cx="66141" cy="29966"/>
            </a:xfrm>
            <a:custGeom>
              <a:avLst/>
              <a:gdLst/>
              <a:ahLst/>
              <a:cxnLst/>
              <a:rect l="l" t="t" r="r" b="b"/>
              <a:pathLst>
                <a:path w="2269" h="1028" extrusionOk="0">
                  <a:moveTo>
                    <a:pt x="1851" y="40"/>
                  </a:moveTo>
                  <a:lnTo>
                    <a:pt x="287" y="359"/>
                  </a:lnTo>
                  <a:cubicBezTo>
                    <a:pt x="113" y="396"/>
                    <a:pt x="1" y="566"/>
                    <a:pt x="37" y="740"/>
                  </a:cubicBezTo>
                  <a:cubicBezTo>
                    <a:pt x="73" y="918"/>
                    <a:pt x="244" y="1027"/>
                    <a:pt x="418" y="991"/>
                  </a:cubicBezTo>
                  <a:lnTo>
                    <a:pt x="1982" y="668"/>
                  </a:lnTo>
                  <a:cubicBezTo>
                    <a:pt x="2156" y="632"/>
                    <a:pt x="2268" y="465"/>
                    <a:pt x="2232" y="287"/>
                  </a:cubicBezTo>
                  <a:cubicBezTo>
                    <a:pt x="2196" y="116"/>
                    <a:pt x="2029" y="0"/>
                    <a:pt x="1851" y="4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0"/>
            <p:cNvSpPr/>
            <p:nvPr/>
          </p:nvSpPr>
          <p:spPr>
            <a:xfrm>
              <a:off x="6834176" y="3749491"/>
              <a:ext cx="66141" cy="29966"/>
            </a:xfrm>
            <a:custGeom>
              <a:avLst/>
              <a:gdLst/>
              <a:ahLst/>
              <a:cxnLst/>
              <a:rect l="l" t="t" r="r" b="b"/>
              <a:pathLst>
                <a:path w="2269" h="1028" extrusionOk="0">
                  <a:moveTo>
                    <a:pt x="1851" y="37"/>
                  </a:moveTo>
                  <a:lnTo>
                    <a:pt x="287" y="360"/>
                  </a:lnTo>
                  <a:cubicBezTo>
                    <a:pt x="113" y="396"/>
                    <a:pt x="1" y="563"/>
                    <a:pt x="37" y="741"/>
                  </a:cubicBezTo>
                  <a:cubicBezTo>
                    <a:pt x="73" y="915"/>
                    <a:pt x="240" y="1027"/>
                    <a:pt x="418" y="991"/>
                  </a:cubicBezTo>
                  <a:lnTo>
                    <a:pt x="1982" y="668"/>
                  </a:lnTo>
                  <a:cubicBezTo>
                    <a:pt x="2156" y="632"/>
                    <a:pt x="2268" y="465"/>
                    <a:pt x="2232" y="287"/>
                  </a:cubicBezTo>
                  <a:cubicBezTo>
                    <a:pt x="2196" y="117"/>
                    <a:pt x="2022" y="0"/>
                    <a:pt x="1851" y="3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0"/>
            <p:cNvSpPr/>
            <p:nvPr/>
          </p:nvSpPr>
          <p:spPr>
            <a:xfrm>
              <a:off x="6838927" y="3689093"/>
              <a:ext cx="28188" cy="12826"/>
            </a:xfrm>
            <a:custGeom>
              <a:avLst/>
              <a:gdLst/>
              <a:ahLst/>
              <a:cxnLst/>
              <a:rect l="l" t="t" r="r" b="b"/>
              <a:pathLst>
                <a:path w="967" h="440" extrusionOk="0">
                  <a:moveTo>
                    <a:pt x="788" y="19"/>
                  </a:moveTo>
                  <a:lnTo>
                    <a:pt x="124" y="157"/>
                  </a:lnTo>
                  <a:cubicBezTo>
                    <a:pt x="48" y="168"/>
                    <a:pt x="1" y="240"/>
                    <a:pt x="15" y="320"/>
                  </a:cubicBezTo>
                  <a:cubicBezTo>
                    <a:pt x="26" y="393"/>
                    <a:pt x="99" y="440"/>
                    <a:pt x="179" y="429"/>
                  </a:cubicBezTo>
                  <a:lnTo>
                    <a:pt x="843" y="291"/>
                  </a:lnTo>
                  <a:cubicBezTo>
                    <a:pt x="915" y="277"/>
                    <a:pt x="966" y="204"/>
                    <a:pt x="952" y="128"/>
                  </a:cubicBezTo>
                  <a:cubicBezTo>
                    <a:pt x="933" y="52"/>
                    <a:pt x="861" y="1"/>
                    <a:pt x="788" y="1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0"/>
            <p:cNvSpPr/>
            <p:nvPr/>
          </p:nvSpPr>
          <p:spPr>
            <a:xfrm>
              <a:off x="7001497" y="3645309"/>
              <a:ext cx="302315" cy="355601"/>
            </a:xfrm>
            <a:custGeom>
              <a:avLst/>
              <a:gdLst/>
              <a:ahLst/>
              <a:cxnLst/>
              <a:rect l="l" t="t" r="r" b="b"/>
              <a:pathLst>
                <a:path w="10371" h="12199" extrusionOk="0">
                  <a:moveTo>
                    <a:pt x="10370" y="5218"/>
                  </a:moveTo>
                  <a:lnTo>
                    <a:pt x="5686" y="734"/>
                  </a:lnTo>
                  <a:cubicBezTo>
                    <a:pt x="5686" y="734"/>
                    <a:pt x="5008" y="193"/>
                    <a:pt x="4902" y="189"/>
                  </a:cubicBezTo>
                  <a:cubicBezTo>
                    <a:pt x="4801" y="182"/>
                    <a:pt x="1303" y="1"/>
                    <a:pt x="1230" y="19"/>
                  </a:cubicBezTo>
                  <a:cubicBezTo>
                    <a:pt x="1158" y="33"/>
                    <a:pt x="1" y="795"/>
                    <a:pt x="868" y="1753"/>
                  </a:cubicBezTo>
                  <a:cubicBezTo>
                    <a:pt x="1738" y="2711"/>
                    <a:pt x="3005" y="3045"/>
                    <a:pt x="3005" y="3045"/>
                  </a:cubicBezTo>
                  <a:lnTo>
                    <a:pt x="4079" y="4950"/>
                  </a:lnTo>
                  <a:cubicBezTo>
                    <a:pt x="4079" y="4950"/>
                    <a:pt x="3023" y="11263"/>
                    <a:pt x="9568" y="12199"/>
                  </a:cubicBezTo>
                  <a:close/>
                </a:path>
              </a:pathLst>
            </a:custGeom>
            <a:solidFill>
              <a:srgbClr val="F8C6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0"/>
            <p:cNvSpPr/>
            <p:nvPr/>
          </p:nvSpPr>
          <p:spPr>
            <a:xfrm>
              <a:off x="7026041" y="3646067"/>
              <a:ext cx="61885" cy="43055"/>
            </a:xfrm>
            <a:custGeom>
              <a:avLst/>
              <a:gdLst/>
              <a:ahLst/>
              <a:cxnLst/>
              <a:rect l="l" t="t" r="r" b="b"/>
              <a:pathLst>
                <a:path w="2123" h="1477" extrusionOk="0">
                  <a:moveTo>
                    <a:pt x="22" y="951"/>
                  </a:moveTo>
                  <a:cubicBezTo>
                    <a:pt x="22" y="951"/>
                    <a:pt x="0" y="428"/>
                    <a:pt x="592" y="0"/>
                  </a:cubicBezTo>
                  <a:cubicBezTo>
                    <a:pt x="896" y="7"/>
                    <a:pt x="1506" y="40"/>
                    <a:pt x="2123" y="65"/>
                  </a:cubicBezTo>
                  <a:lnTo>
                    <a:pt x="2123" y="65"/>
                  </a:lnTo>
                  <a:lnTo>
                    <a:pt x="987" y="1477"/>
                  </a:lnTo>
                  <a:cubicBezTo>
                    <a:pt x="991" y="1477"/>
                    <a:pt x="447" y="1390"/>
                    <a:pt x="22" y="951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0"/>
            <p:cNvSpPr/>
            <p:nvPr/>
          </p:nvSpPr>
          <p:spPr>
            <a:xfrm>
              <a:off x="6455751" y="3737861"/>
              <a:ext cx="268559" cy="424978"/>
            </a:xfrm>
            <a:custGeom>
              <a:avLst/>
              <a:gdLst/>
              <a:ahLst/>
              <a:cxnLst/>
              <a:rect l="l" t="t" r="r" b="b"/>
              <a:pathLst>
                <a:path w="9213" h="14579" extrusionOk="0">
                  <a:moveTo>
                    <a:pt x="1" y="8596"/>
                  </a:moveTo>
                  <a:lnTo>
                    <a:pt x="2352" y="2551"/>
                  </a:lnTo>
                  <a:cubicBezTo>
                    <a:pt x="2352" y="2551"/>
                    <a:pt x="2736" y="1775"/>
                    <a:pt x="2827" y="1731"/>
                  </a:cubicBezTo>
                  <a:cubicBezTo>
                    <a:pt x="2918" y="1684"/>
                    <a:pt x="6013" y="37"/>
                    <a:pt x="6085" y="19"/>
                  </a:cubicBezTo>
                  <a:cubicBezTo>
                    <a:pt x="6158" y="0"/>
                    <a:pt x="7526" y="200"/>
                    <a:pt x="7145" y="1434"/>
                  </a:cubicBezTo>
                  <a:cubicBezTo>
                    <a:pt x="6764" y="2667"/>
                    <a:pt x="5752" y="3509"/>
                    <a:pt x="5752" y="3509"/>
                  </a:cubicBezTo>
                  <a:lnTo>
                    <a:pt x="5585" y="5689"/>
                  </a:lnTo>
                  <a:cubicBezTo>
                    <a:pt x="5585" y="5689"/>
                    <a:pt x="9213" y="10965"/>
                    <a:pt x="3680" y="14579"/>
                  </a:cubicBezTo>
                  <a:close/>
                </a:path>
              </a:pathLst>
            </a:custGeom>
            <a:solidFill>
              <a:srgbClr val="F8C6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0"/>
            <p:cNvSpPr/>
            <p:nvPr/>
          </p:nvSpPr>
          <p:spPr>
            <a:xfrm>
              <a:off x="6588179" y="3741038"/>
              <a:ext cx="66345" cy="44133"/>
            </a:xfrm>
            <a:custGeom>
              <a:avLst/>
              <a:gdLst/>
              <a:ahLst/>
              <a:cxnLst/>
              <a:rect l="l" t="t" r="r" b="b"/>
              <a:pathLst>
                <a:path w="2276" h="1514" extrusionOk="0">
                  <a:moveTo>
                    <a:pt x="2275" y="624"/>
                  </a:moveTo>
                  <a:cubicBezTo>
                    <a:pt x="2275" y="624"/>
                    <a:pt x="2076" y="142"/>
                    <a:pt x="1354" y="0"/>
                  </a:cubicBezTo>
                  <a:cubicBezTo>
                    <a:pt x="1082" y="142"/>
                    <a:pt x="548" y="425"/>
                    <a:pt x="0" y="715"/>
                  </a:cubicBezTo>
                  <a:lnTo>
                    <a:pt x="0" y="715"/>
                  </a:lnTo>
                  <a:lnTo>
                    <a:pt x="1622" y="1513"/>
                  </a:lnTo>
                  <a:cubicBezTo>
                    <a:pt x="1622" y="1513"/>
                    <a:pt x="2076" y="1201"/>
                    <a:pt x="2275" y="624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0"/>
          <p:cNvSpPr txBox="1">
            <a:spLocks noGrp="1"/>
          </p:cNvSpPr>
          <p:nvPr>
            <p:ph type="title"/>
          </p:nvPr>
        </p:nvSpPr>
        <p:spPr>
          <a:xfrm>
            <a:off x="1094913" y="3297718"/>
            <a:ext cx="4969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Tổng quan về nghiên cứu</a:t>
            </a:r>
            <a:endParaRPr dirty="0">
              <a:latin typeface="+mj-lt"/>
            </a:endParaRPr>
          </a:p>
        </p:txBody>
      </p:sp>
      <p:sp>
        <p:nvSpPr>
          <p:cNvPr id="1001" name="Google Shape;1001;p40"/>
          <p:cNvSpPr txBox="1">
            <a:spLocks noGrp="1"/>
          </p:cNvSpPr>
          <p:nvPr>
            <p:ph type="title" idx="2"/>
          </p:nvPr>
        </p:nvSpPr>
        <p:spPr>
          <a:xfrm>
            <a:off x="2989400" y="1191100"/>
            <a:ext cx="1184100" cy="11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+mj-lt"/>
              </a:rPr>
              <a:t>01</a:t>
            </a:r>
            <a:endParaRPr>
              <a:latin typeface="+mj-lt"/>
            </a:endParaRPr>
          </a:p>
        </p:txBody>
      </p:sp>
      <p:sp>
        <p:nvSpPr>
          <p:cNvPr id="5" name="Google Shape;950;p39">
            <a:extLst>
              <a:ext uri="{FF2B5EF4-FFF2-40B4-BE49-F238E27FC236}">
                <a16:creationId xmlns:a16="http://schemas.microsoft.com/office/drawing/2014/main" id="{33A92BC0-6FBD-D9A8-BDEA-6BCE928B747C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bg1"/>
                </a:solidFill>
                <a:latin typeface="+mj-lt"/>
              </a:rPr>
              <a:t>3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1"/>
          <p:cNvSpPr txBox="1">
            <a:spLocks noGrp="1"/>
          </p:cNvSpPr>
          <p:nvPr>
            <p:ph type="title"/>
          </p:nvPr>
        </p:nvSpPr>
        <p:spPr>
          <a:xfrm>
            <a:off x="738377" y="639111"/>
            <a:ext cx="4276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Lý do chọn đề tài</a:t>
            </a:r>
            <a:endParaRPr dirty="0">
              <a:latin typeface="+mj-lt"/>
            </a:endParaRPr>
          </a:p>
        </p:txBody>
      </p:sp>
      <p:sp>
        <p:nvSpPr>
          <p:cNvPr id="1008" name="Google Shape;1008;p41"/>
          <p:cNvSpPr txBox="1">
            <a:spLocks noGrp="1"/>
          </p:cNvSpPr>
          <p:nvPr>
            <p:ph type="subTitle" idx="1"/>
          </p:nvPr>
        </p:nvSpPr>
        <p:spPr>
          <a:xfrm>
            <a:off x="738377" y="1211811"/>
            <a:ext cx="5267439" cy="28771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Game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vai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tồn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hút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lớn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người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chơi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nhờ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nhịp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nhanh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chiến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cao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trải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nghiệm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tương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tác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Xây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dựng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chiến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đấu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đòi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giải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quyết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bài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phức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tạp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cấu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chạm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hoạt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ảnh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vi AI.</a:t>
            </a:r>
            <a:endParaRPr lang="en-US" sz="1600" dirty="0">
              <a:latin typeface="+mj-lt"/>
            </a:endParaRP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Thử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thách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thân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vận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dụng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lập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sản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phẩm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mềm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chỉnh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rèn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luyện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tư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duy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logic.</a:t>
            </a:r>
            <a:endParaRPr lang="en-US" sz="1600" dirty="0">
              <a:latin typeface="+mj-lt"/>
            </a:endParaRPr>
          </a:p>
        </p:txBody>
      </p:sp>
      <p:grpSp>
        <p:nvGrpSpPr>
          <p:cNvPr id="1009" name="Google Shape;1009;p41"/>
          <p:cNvGrpSpPr/>
          <p:nvPr/>
        </p:nvGrpSpPr>
        <p:grpSpPr>
          <a:xfrm>
            <a:off x="5988460" y="1883404"/>
            <a:ext cx="2417162" cy="1533921"/>
            <a:chOff x="5453580" y="1918498"/>
            <a:chExt cx="2975298" cy="1883213"/>
          </a:xfrm>
        </p:grpSpPr>
        <p:sp>
          <p:nvSpPr>
            <p:cNvPr id="1010" name="Google Shape;1010;p41"/>
            <p:cNvSpPr/>
            <p:nvPr/>
          </p:nvSpPr>
          <p:spPr>
            <a:xfrm>
              <a:off x="5751196" y="2393286"/>
              <a:ext cx="1714687" cy="1225131"/>
            </a:xfrm>
            <a:custGeom>
              <a:avLst/>
              <a:gdLst/>
              <a:ahLst/>
              <a:cxnLst/>
              <a:rect l="l" t="t" r="r" b="b"/>
              <a:pathLst>
                <a:path w="30409" h="21727" extrusionOk="0">
                  <a:moveTo>
                    <a:pt x="9251" y="21727"/>
                  </a:moveTo>
                  <a:cubicBezTo>
                    <a:pt x="9251" y="21727"/>
                    <a:pt x="0" y="10437"/>
                    <a:pt x="71" y="6985"/>
                  </a:cubicBezTo>
                  <a:cubicBezTo>
                    <a:pt x="131" y="3510"/>
                    <a:pt x="1542" y="747"/>
                    <a:pt x="1542" y="747"/>
                  </a:cubicBezTo>
                  <a:lnTo>
                    <a:pt x="8551" y="0"/>
                  </a:lnTo>
                  <a:lnTo>
                    <a:pt x="11836" y="95"/>
                  </a:lnTo>
                  <a:lnTo>
                    <a:pt x="19510" y="1779"/>
                  </a:lnTo>
                  <a:lnTo>
                    <a:pt x="30409" y="16390"/>
                  </a:lnTo>
                  <a:lnTo>
                    <a:pt x="21087" y="21110"/>
                  </a:lnTo>
                  <a:lnTo>
                    <a:pt x="19438" y="12619"/>
                  </a:lnTo>
                  <a:lnTo>
                    <a:pt x="20209" y="2052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1"/>
            <p:cNvSpPr/>
            <p:nvPr/>
          </p:nvSpPr>
          <p:spPr>
            <a:xfrm>
              <a:off x="6795110" y="2771086"/>
              <a:ext cx="228764" cy="702250"/>
            </a:xfrm>
            <a:custGeom>
              <a:avLst/>
              <a:gdLst/>
              <a:ahLst/>
              <a:cxnLst/>
              <a:rect l="l" t="t" r="r" b="b"/>
              <a:pathLst>
                <a:path w="4057" h="12454" extrusionOk="0">
                  <a:moveTo>
                    <a:pt x="4056" y="12453"/>
                  </a:moveTo>
                  <a:lnTo>
                    <a:pt x="1661" y="12204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1"/>
            <p:cNvSpPr/>
            <p:nvPr/>
          </p:nvSpPr>
          <p:spPr>
            <a:xfrm>
              <a:off x="5823430" y="2714247"/>
              <a:ext cx="1005164" cy="1072716"/>
            </a:xfrm>
            <a:custGeom>
              <a:avLst/>
              <a:gdLst/>
              <a:ahLst/>
              <a:cxnLst/>
              <a:rect l="l" t="t" r="r" b="b"/>
              <a:pathLst>
                <a:path w="17826" h="19024" extrusionOk="0">
                  <a:moveTo>
                    <a:pt x="0" y="16130"/>
                  </a:moveTo>
                  <a:cubicBezTo>
                    <a:pt x="1388" y="16284"/>
                    <a:pt x="3261" y="16082"/>
                    <a:pt x="4459" y="15359"/>
                  </a:cubicBezTo>
                  <a:cubicBezTo>
                    <a:pt x="5040" y="15003"/>
                    <a:pt x="5539" y="14458"/>
                    <a:pt x="5847" y="13865"/>
                  </a:cubicBezTo>
                  <a:cubicBezTo>
                    <a:pt x="5930" y="13734"/>
                    <a:pt x="6440" y="12145"/>
                    <a:pt x="6286" y="12145"/>
                  </a:cubicBezTo>
                  <a:cubicBezTo>
                    <a:pt x="5456" y="12157"/>
                    <a:pt x="4483" y="12098"/>
                    <a:pt x="3878" y="11481"/>
                  </a:cubicBezTo>
                  <a:cubicBezTo>
                    <a:pt x="3344" y="10935"/>
                    <a:pt x="3107" y="10141"/>
                    <a:pt x="2906" y="9429"/>
                  </a:cubicBezTo>
                  <a:cubicBezTo>
                    <a:pt x="2372" y="7579"/>
                    <a:pt x="1838" y="5741"/>
                    <a:pt x="1316" y="3891"/>
                  </a:cubicBezTo>
                  <a:cubicBezTo>
                    <a:pt x="973" y="2681"/>
                    <a:pt x="1079" y="1246"/>
                    <a:pt x="1150" y="1"/>
                  </a:cubicBezTo>
                  <a:cubicBezTo>
                    <a:pt x="1684" y="760"/>
                    <a:pt x="2218" y="1531"/>
                    <a:pt x="2740" y="2290"/>
                  </a:cubicBezTo>
                  <a:cubicBezTo>
                    <a:pt x="3024" y="2681"/>
                    <a:pt x="3321" y="3096"/>
                    <a:pt x="3688" y="3428"/>
                  </a:cubicBezTo>
                  <a:cubicBezTo>
                    <a:pt x="4068" y="3748"/>
                    <a:pt x="4519" y="3986"/>
                    <a:pt x="4922" y="4282"/>
                  </a:cubicBezTo>
                  <a:cubicBezTo>
                    <a:pt x="6025" y="5112"/>
                    <a:pt x="6191" y="6227"/>
                    <a:pt x="6535" y="7484"/>
                  </a:cubicBezTo>
                  <a:cubicBezTo>
                    <a:pt x="6701" y="8101"/>
                    <a:pt x="6950" y="8706"/>
                    <a:pt x="7424" y="9121"/>
                  </a:cubicBezTo>
                  <a:cubicBezTo>
                    <a:pt x="8100" y="9714"/>
                    <a:pt x="9073" y="9761"/>
                    <a:pt x="9927" y="9832"/>
                  </a:cubicBezTo>
                  <a:cubicBezTo>
                    <a:pt x="11694" y="10010"/>
                    <a:pt x="13473" y="10117"/>
                    <a:pt x="15216" y="10366"/>
                  </a:cubicBezTo>
                  <a:cubicBezTo>
                    <a:pt x="16212" y="10496"/>
                    <a:pt x="17232" y="10852"/>
                    <a:pt x="17825" y="11659"/>
                  </a:cubicBezTo>
                  <a:cubicBezTo>
                    <a:pt x="17351" y="11018"/>
                    <a:pt x="9191" y="18146"/>
                    <a:pt x="8539" y="18775"/>
                  </a:cubicBezTo>
                  <a:cubicBezTo>
                    <a:pt x="8456" y="18846"/>
                    <a:pt x="8373" y="18917"/>
                    <a:pt x="8302" y="19012"/>
                  </a:cubicBezTo>
                  <a:lnTo>
                    <a:pt x="783" y="19012"/>
                  </a:lnTo>
                  <a:cubicBezTo>
                    <a:pt x="795" y="19024"/>
                    <a:pt x="451" y="17826"/>
                    <a:pt x="0" y="1613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1"/>
            <p:cNvSpPr/>
            <p:nvPr/>
          </p:nvSpPr>
          <p:spPr>
            <a:xfrm>
              <a:off x="6577734" y="3346245"/>
              <a:ext cx="509687" cy="329698"/>
            </a:xfrm>
            <a:custGeom>
              <a:avLst/>
              <a:gdLst/>
              <a:ahLst/>
              <a:cxnLst/>
              <a:rect l="l" t="t" r="r" b="b"/>
              <a:pathLst>
                <a:path w="9039" h="5847" extrusionOk="0">
                  <a:moveTo>
                    <a:pt x="404" y="2657"/>
                  </a:moveTo>
                  <a:lnTo>
                    <a:pt x="1566" y="2313"/>
                  </a:lnTo>
                  <a:cubicBezTo>
                    <a:pt x="1566" y="2313"/>
                    <a:pt x="4318" y="59"/>
                    <a:pt x="4662" y="36"/>
                  </a:cubicBezTo>
                  <a:cubicBezTo>
                    <a:pt x="4994" y="0"/>
                    <a:pt x="9038" y="2064"/>
                    <a:pt x="8943" y="2372"/>
                  </a:cubicBezTo>
                  <a:cubicBezTo>
                    <a:pt x="8848" y="2692"/>
                    <a:pt x="8599" y="3131"/>
                    <a:pt x="6749" y="2408"/>
                  </a:cubicBezTo>
                  <a:cubicBezTo>
                    <a:pt x="6749" y="2408"/>
                    <a:pt x="9026" y="3273"/>
                    <a:pt x="8659" y="3688"/>
                  </a:cubicBezTo>
                  <a:cubicBezTo>
                    <a:pt x="8291" y="4092"/>
                    <a:pt x="7164" y="3890"/>
                    <a:pt x="5848" y="3131"/>
                  </a:cubicBezTo>
                  <a:cubicBezTo>
                    <a:pt x="5848" y="3131"/>
                    <a:pt x="7900" y="3949"/>
                    <a:pt x="7567" y="4424"/>
                  </a:cubicBezTo>
                  <a:cubicBezTo>
                    <a:pt x="7223" y="4898"/>
                    <a:pt x="4911" y="3795"/>
                    <a:pt x="4911" y="3795"/>
                  </a:cubicBezTo>
                  <a:cubicBezTo>
                    <a:pt x="4911" y="3795"/>
                    <a:pt x="5943" y="4483"/>
                    <a:pt x="5848" y="4803"/>
                  </a:cubicBezTo>
                  <a:cubicBezTo>
                    <a:pt x="5753" y="5123"/>
                    <a:pt x="4970" y="5254"/>
                    <a:pt x="3476" y="4021"/>
                  </a:cubicBezTo>
                  <a:lnTo>
                    <a:pt x="2029" y="4803"/>
                  </a:lnTo>
                  <a:lnTo>
                    <a:pt x="1" y="5847"/>
                  </a:ln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5733772" y="3253938"/>
              <a:ext cx="989826" cy="466832"/>
            </a:xfrm>
            <a:custGeom>
              <a:avLst/>
              <a:gdLst/>
              <a:ahLst/>
              <a:cxnLst/>
              <a:rect l="l" t="t" r="r" b="b"/>
              <a:pathLst>
                <a:path w="17554" h="8279" extrusionOk="0">
                  <a:moveTo>
                    <a:pt x="5397" y="0"/>
                  </a:moveTo>
                  <a:cubicBezTo>
                    <a:pt x="5397" y="0"/>
                    <a:pt x="15644" y="2372"/>
                    <a:pt x="17553" y="2728"/>
                  </a:cubicBezTo>
                  <a:lnTo>
                    <a:pt x="17138" y="7508"/>
                  </a:lnTo>
                  <a:cubicBezTo>
                    <a:pt x="17138" y="7508"/>
                    <a:pt x="3701" y="8278"/>
                    <a:pt x="2005" y="7199"/>
                  </a:cubicBezTo>
                  <a:cubicBezTo>
                    <a:pt x="297" y="6120"/>
                    <a:pt x="1" y="2930"/>
                    <a:pt x="108" y="132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1"/>
            <p:cNvSpPr/>
            <p:nvPr/>
          </p:nvSpPr>
          <p:spPr>
            <a:xfrm>
              <a:off x="5453580" y="2436084"/>
              <a:ext cx="648062" cy="1183686"/>
            </a:xfrm>
            <a:custGeom>
              <a:avLst/>
              <a:gdLst/>
              <a:ahLst/>
              <a:cxnLst/>
              <a:rect l="l" t="t" r="r" b="b"/>
              <a:pathLst>
                <a:path w="11493" h="20992" extrusionOk="0">
                  <a:moveTo>
                    <a:pt x="2966" y="9381"/>
                  </a:moveTo>
                  <a:cubicBezTo>
                    <a:pt x="1" y="17268"/>
                    <a:pt x="6227" y="20992"/>
                    <a:pt x="6227" y="20992"/>
                  </a:cubicBezTo>
                  <a:lnTo>
                    <a:pt x="11493" y="15038"/>
                  </a:lnTo>
                  <a:lnTo>
                    <a:pt x="6773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1"/>
            <p:cNvSpPr/>
            <p:nvPr/>
          </p:nvSpPr>
          <p:spPr>
            <a:xfrm>
              <a:off x="6418606" y="2399263"/>
              <a:ext cx="797827" cy="584569"/>
            </a:xfrm>
            <a:custGeom>
              <a:avLst/>
              <a:gdLst/>
              <a:ahLst/>
              <a:cxnLst/>
              <a:rect l="l" t="t" r="r" b="b"/>
              <a:pathLst>
                <a:path w="14149" h="10367" extrusionOk="0">
                  <a:moveTo>
                    <a:pt x="12" y="1"/>
                  </a:moveTo>
                  <a:lnTo>
                    <a:pt x="7674" y="1697"/>
                  </a:lnTo>
                  <a:lnTo>
                    <a:pt x="14149" y="10366"/>
                  </a:lnTo>
                  <a:lnTo>
                    <a:pt x="14149" y="10366"/>
                  </a:lnTo>
                  <a:lnTo>
                    <a:pt x="7057" y="2361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1"/>
            <p:cNvSpPr/>
            <p:nvPr/>
          </p:nvSpPr>
          <p:spPr>
            <a:xfrm>
              <a:off x="5620094" y="2393286"/>
              <a:ext cx="656125" cy="1052642"/>
            </a:xfrm>
            <a:custGeom>
              <a:avLst/>
              <a:gdLst/>
              <a:ahLst/>
              <a:cxnLst/>
              <a:rect l="l" t="t" r="r" b="b"/>
              <a:pathLst>
                <a:path w="11636" h="18668" extrusionOk="0">
                  <a:moveTo>
                    <a:pt x="3808" y="771"/>
                  </a:moveTo>
                  <a:cubicBezTo>
                    <a:pt x="3855" y="759"/>
                    <a:pt x="3867" y="747"/>
                    <a:pt x="3867" y="747"/>
                  </a:cubicBezTo>
                  <a:lnTo>
                    <a:pt x="10876" y="0"/>
                  </a:lnTo>
                  <a:lnTo>
                    <a:pt x="11564" y="24"/>
                  </a:lnTo>
                  <a:cubicBezTo>
                    <a:pt x="11588" y="142"/>
                    <a:pt x="11623" y="273"/>
                    <a:pt x="11635" y="391"/>
                  </a:cubicBezTo>
                  <a:cubicBezTo>
                    <a:pt x="10070" y="510"/>
                    <a:pt x="8492" y="747"/>
                    <a:pt x="6950" y="1091"/>
                  </a:cubicBezTo>
                  <a:cubicBezTo>
                    <a:pt x="6108" y="1281"/>
                    <a:pt x="5160" y="1577"/>
                    <a:pt x="4792" y="2372"/>
                  </a:cubicBezTo>
                  <a:cubicBezTo>
                    <a:pt x="4460" y="3107"/>
                    <a:pt x="4756" y="3973"/>
                    <a:pt x="4472" y="4720"/>
                  </a:cubicBezTo>
                  <a:cubicBezTo>
                    <a:pt x="4175" y="5491"/>
                    <a:pt x="3345" y="5894"/>
                    <a:pt x="2717" y="6452"/>
                  </a:cubicBezTo>
                  <a:cubicBezTo>
                    <a:pt x="1293" y="7697"/>
                    <a:pt x="949" y="9784"/>
                    <a:pt x="1092" y="11670"/>
                  </a:cubicBezTo>
                  <a:cubicBezTo>
                    <a:pt x="1258" y="13556"/>
                    <a:pt x="1827" y="15394"/>
                    <a:pt x="1863" y="17291"/>
                  </a:cubicBezTo>
                  <a:cubicBezTo>
                    <a:pt x="1886" y="17766"/>
                    <a:pt x="1851" y="18252"/>
                    <a:pt x="1661" y="18667"/>
                  </a:cubicBezTo>
                  <a:cubicBezTo>
                    <a:pt x="961" y="16793"/>
                    <a:pt x="250" y="14042"/>
                    <a:pt x="1" y="10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1"/>
            <p:cNvSpPr/>
            <p:nvPr/>
          </p:nvSpPr>
          <p:spPr>
            <a:xfrm>
              <a:off x="6246735" y="2251470"/>
              <a:ext cx="191999" cy="253518"/>
            </a:xfrm>
            <a:custGeom>
              <a:avLst/>
              <a:gdLst/>
              <a:ahLst/>
              <a:cxnLst/>
              <a:rect l="l" t="t" r="r" b="b"/>
              <a:pathLst>
                <a:path w="3405" h="4496" extrusionOk="0">
                  <a:moveTo>
                    <a:pt x="653" y="1"/>
                  </a:moveTo>
                  <a:lnTo>
                    <a:pt x="2277" y="878"/>
                  </a:lnTo>
                  <a:lnTo>
                    <a:pt x="3404" y="2681"/>
                  </a:lnTo>
                  <a:lnTo>
                    <a:pt x="3404" y="3642"/>
                  </a:lnTo>
                  <a:cubicBezTo>
                    <a:pt x="2906" y="4341"/>
                    <a:pt x="1933" y="4496"/>
                    <a:pt x="1246" y="3962"/>
                  </a:cubicBezTo>
                  <a:lnTo>
                    <a:pt x="0" y="2978"/>
                  </a:ln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1"/>
            <p:cNvSpPr/>
            <p:nvPr/>
          </p:nvSpPr>
          <p:spPr>
            <a:xfrm>
              <a:off x="6312258" y="2267540"/>
              <a:ext cx="126477" cy="190646"/>
            </a:xfrm>
            <a:custGeom>
              <a:avLst/>
              <a:gdLst/>
              <a:ahLst/>
              <a:cxnLst/>
              <a:rect l="l" t="t" r="r" b="b"/>
              <a:pathLst>
                <a:path w="2243" h="3381" extrusionOk="0">
                  <a:moveTo>
                    <a:pt x="1" y="0"/>
                  </a:moveTo>
                  <a:lnTo>
                    <a:pt x="2218" y="3380"/>
                  </a:lnTo>
                  <a:lnTo>
                    <a:pt x="2242" y="2408"/>
                  </a:lnTo>
                  <a:lnTo>
                    <a:pt x="1115" y="6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04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1"/>
            <p:cNvSpPr/>
            <p:nvPr/>
          </p:nvSpPr>
          <p:spPr>
            <a:xfrm>
              <a:off x="6203260" y="1932482"/>
              <a:ext cx="407343" cy="472189"/>
            </a:xfrm>
            <a:custGeom>
              <a:avLst/>
              <a:gdLst/>
              <a:ahLst/>
              <a:cxnLst/>
              <a:rect l="l" t="t" r="r" b="b"/>
              <a:pathLst>
                <a:path w="7224" h="8374" extrusionOk="0">
                  <a:moveTo>
                    <a:pt x="5337" y="392"/>
                  </a:moveTo>
                  <a:cubicBezTo>
                    <a:pt x="5337" y="392"/>
                    <a:pt x="6796" y="926"/>
                    <a:pt x="7223" y="1981"/>
                  </a:cubicBezTo>
                  <a:cubicBezTo>
                    <a:pt x="7223" y="1981"/>
                    <a:pt x="7211" y="3250"/>
                    <a:pt x="6772" y="4306"/>
                  </a:cubicBezTo>
                  <a:cubicBezTo>
                    <a:pt x="6345" y="5361"/>
                    <a:pt x="6428" y="5919"/>
                    <a:pt x="6428" y="5919"/>
                  </a:cubicBezTo>
                  <a:lnTo>
                    <a:pt x="5907" y="8267"/>
                  </a:lnTo>
                  <a:cubicBezTo>
                    <a:pt x="5907" y="8267"/>
                    <a:pt x="4922" y="8338"/>
                    <a:pt x="4033" y="8374"/>
                  </a:cubicBezTo>
                  <a:lnTo>
                    <a:pt x="1424" y="5670"/>
                  </a:lnTo>
                  <a:cubicBezTo>
                    <a:pt x="1424" y="5670"/>
                    <a:pt x="0" y="938"/>
                    <a:pt x="2111" y="487"/>
                  </a:cubicBezTo>
                  <a:cubicBezTo>
                    <a:pt x="4199" y="1"/>
                    <a:pt x="5337" y="392"/>
                    <a:pt x="5337" y="392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1"/>
            <p:cNvSpPr/>
            <p:nvPr/>
          </p:nvSpPr>
          <p:spPr>
            <a:xfrm>
              <a:off x="6209294" y="1918498"/>
              <a:ext cx="461475" cy="341708"/>
            </a:xfrm>
            <a:custGeom>
              <a:avLst/>
              <a:gdLst/>
              <a:ahLst/>
              <a:cxnLst/>
              <a:rect l="l" t="t" r="r" b="b"/>
              <a:pathLst>
                <a:path w="8184" h="6060" extrusionOk="0">
                  <a:moveTo>
                    <a:pt x="2368" y="1"/>
                  </a:moveTo>
                  <a:cubicBezTo>
                    <a:pt x="2212" y="1"/>
                    <a:pt x="2053" y="21"/>
                    <a:pt x="1886" y="71"/>
                  </a:cubicBezTo>
                  <a:cubicBezTo>
                    <a:pt x="1471" y="201"/>
                    <a:pt x="1079" y="521"/>
                    <a:pt x="1008" y="948"/>
                  </a:cubicBezTo>
                  <a:cubicBezTo>
                    <a:pt x="558" y="996"/>
                    <a:pt x="190" y="1411"/>
                    <a:pt x="107" y="1862"/>
                  </a:cubicBezTo>
                  <a:cubicBezTo>
                    <a:pt x="0" y="2300"/>
                    <a:pt x="119" y="2763"/>
                    <a:pt x="297" y="3178"/>
                  </a:cubicBezTo>
                  <a:cubicBezTo>
                    <a:pt x="475" y="3605"/>
                    <a:pt x="712" y="3996"/>
                    <a:pt x="866" y="4447"/>
                  </a:cubicBezTo>
                  <a:cubicBezTo>
                    <a:pt x="925" y="4601"/>
                    <a:pt x="961" y="4779"/>
                    <a:pt x="925" y="4933"/>
                  </a:cubicBezTo>
                  <a:cubicBezTo>
                    <a:pt x="886" y="5071"/>
                    <a:pt x="756" y="5185"/>
                    <a:pt x="618" y="5185"/>
                  </a:cubicBezTo>
                  <a:cubicBezTo>
                    <a:pt x="590" y="5185"/>
                    <a:pt x="562" y="5180"/>
                    <a:pt x="534" y="5170"/>
                  </a:cubicBezTo>
                  <a:lnTo>
                    <a:pt x="534" y="5170"/>
                  </a:lnTo>
                  <a:cubicBezTo>
                    <a:pt x="605" y="5526"/>
                    <a:pt x="937" y="5882"/>
                    <a:pt x="1257" y="6060"/>
                  </a:cubicBezTo>
                  <a:cubicBezTo>
                    <a:pt x="1423" y="5965"/>
                    <a:pt x="1542" y="5799"/>
                    <a:pt x="1554" y="5609"/>
                  </a:cubicBezTo>
                  <a:cubicBezTo>
                    <a:pt x="1257" y="5325"/>
                    <a:pt x="1068" y="4933"/>
                    <a:pt x="1020" y="4542"/>
                  </a:cubicBezTo>
                  <a:cubicBezTo>
                    <a:pt x="996" y="4281"/>
                    <a:pt x="1044" y="4008"/>
                    <a:pt x="1198" y="3807"/>
                  </a:cubicBezTo>
                  <a:cubicBezTo>
                    <a:pt x="1297" y="3693"/>
                    <a:pt x="1456" y="3626"/>
                    <a:pt x="1608" y="3626"/>
                  </a:cubicBezTo>
                  <a:cubicBezTo>
                    <a:pt x="1710" y="3626"/>
                    <a:pt x="1809" y="3657"/>
                    <a:pt x="1886" y="3724"/>
                  </a:cubicBezTo>
                  <a:cubicBezTo>
                    <a:pt x="2004" y="3830"/>
                    <a:pt x="2052" y="4008"/>
                    <a:pt x="2028" y="4162"/>
                  </a:cubicBezTo>
                  <a:cubicBezTo>
                    <a:pt x="2016" y="4328"/>
                    <a:pt x="1945" y="4483"/>
                    <a:pt x="1886" y="4625"/>
                  </a:cubicBezTo>
                  <a:cubicBezTo>
                    <a:pt x="2206" y="4518"/>
                    <a:pt x="2479" y="4281"/>
                    <a:pt x="2645" y="3985"/>
                  </a:cubicBezTo>
                  <a:cubicBezTo>
                    <a:pt x="2799" y="3712"/>
                    <a:pt x="2728" y="3380"/>
                    <a:pt x="2858" y="3095"/>
                  </a:cubicBezTo>
                  <a:cubicBezTo>
                    <a:pt x="2858" y="3095"/>
                    <a:pt x="4341" y="3617"/>
                    <a:pt x="6381" y="3617"/>
                  </a:cubicBezTo>
                  <a:cubicBezTo>
                    <a:pt x="8041" y="3617"/>
                    <a:pt x="8183" y="2075"/>
                    <a:pt x="8183" y="1494"/>
                  </a:cubicBezTo>
                  <a:cubicBezTo>
                    <a:pt x="8183" y="1423"/>
                    <a:pt x="8183" y="1352"/>
                    <a:pt x="8172" y="1281"/>
                  </a:cubicBezTo>
                  <a:cubicBezTo>
                    <a:pt x="8100" y="1286"/>
                    <a:pt x="8026" y="1289"/>
                    <a:pt x="7953" y="1289"/>
                  </a:cubicBezTo>
                  <a:cubicBezTo>
                    <a:pt x="7722" y="1289"/>
                    <a:pt x="7489" y="1260"/>
                    <a:pt x="7282" y="1197"/>
                  </a:cubicBezTo>
                  <a:cubicBezTo>
                    <a:pt x="7484" y="1043"/>
                    <a:pt x="7638" y="818"/>
                    <a:pt x="7721" y="581"/>
                  </a:cubicBezTo>
                  <a:lnTo>
                    <a:pt x="7721" y="581"/>
                  </a:lnTo>
                  <a:cubicBezTo>
                    <a:pt x="7556" y="591"/>
                    <a:pt x="7391" y="595"/>
                    <a:pt x="7224" y="595"/>
                  </a:cubicBezTo>
                  <a:cubicBezTo>
                    <a:pt x="6588" y="595"/>
                    <a:pt x="5941" y="533"/>
                    <a:pt x="5301" y="486"/>
                  </a:cubicBezTo>
                  <a:cubicBezTo>
                    <a:pt x="4708" y="450"/>
                    <a:pt x="4139" y="355"/>
                    <a:pt x="3558" y="225"/>
                  </a:cubicBezTo>
                  <a:cubicBezTo>
                    <a:pt x="3140" y="131"/>
                    <a:pt x="2766" y="1"/>
                    <a:pt x="23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1"/>
            <p:cNvSpPr/>
            <p:nvPr/>
          </p:nvSpPr>
          <p:spPr>
            <a:xfrm>
              <a:off x="6330303" y="2086985"/>
              <a:ext cx="327104" cy="172602"/>
            </a:xfrm>
            <a:custGeom>
              <a:avLst/>
              <a:gdLst/>
              <a:ahLst/>
              <a:cxnLst/>
              <a:rect l="l" t="t" r="r" b="b"/>
              <a:pathLst>
                <a:path w="5801" h="3061" extrusionOk="0">
                  <a:moveTo>
                    <a:pt x="155" y="795"/>
                  </a:moveTo>
                  <a:cubicBezTo>
                    <a:pt x="262" y="487"/>
                    <a:pt x="451" y="190"/>
                    <a:pt x="795" y="119"/>
                  </a:cubicBezTo>
                  <a:cubicBezTo>
                    <a:pt x="1341" y="0"/>
                    <a:pt x="1934" y="36"/>
                    <a:pt x="2515" y="60"/>
                  </a:cubicBezTo>
                  <a:lnTo>
                    <a:pt x="2562" y="60"/>
                  </a:lnTo>
                  <a:lnTo>
                    <a:pt x="2622" y="60"/>
                  </a:lnTo>
                  <a:cubicBezTo>
                    <a:pt x="3191" y="95"/>
                    <a:pt x="3796" y="131"/>
                    <a:pt x="4341" y="309"/>
                  </a:cubicBezTo>
                  <a:cubicBezTo>
                    <a:pt x="4436" y="332"/>
                    <a:pt x="4507" y="380"/>
                    <a:pt x="4590" y="427"/>
                  </a:cubicBezTo>
                  <a:lnTo>
                    <a:pt x="5136" y="795"/>
                  </a:lnTo>
                  <a:cubicBezTo>
                    <a:pt x="5326" y="949"/>
                    <a:pt x="5456" y="1186"/>
                    <a:pt x="5551" y="1423"/>
                  </a:cubicBezTo>
                  <a:cubicBezTo>
                    <a:pt x="5800" y="2147"/>
                    <a:pt x="5516" y="3060"/>
                    <a:pt x="4662" y="3060"/>
                  </a:cubicBezTo>
                  <a:cubicBezTo>
                    <a:pt x="4021" y="3060"/>
                    <a:pt x="3179" y="3001"/>
                    <a:pt x="3179" y="3001"/>
                  </a:cubicBezTo>
                  <a:lnTo>
                    <a:pt x="3179" y="3001"/>
                  </a:lnTo>
                  <a:lnTo>
                    <a:pt x="3179" y="3001"/>
                  </a:lnTo>
                  <a:cubicBezTo>
                    <a:pt x="3179" y="3001"/>
                    <a:pt x="2337" y="2977"/>
                    <a:pt x="1697" y="2882"/>
                  </a:cubicBezTo>
                  <a:cubicBezTo>
                    <a:pt x="1483" y="2858"/>
                    <a:pt x="1329" y="2799"/>
                    <a:pt x="1175" y="2692"/>
                  </a:cubicBezTo>
                  <a:lnTo>
                    <a:pt x="392" y="2159"/>
                  </a:lnTo>
                  <a:cubicBezTo>
                    <a:pt x="84" y="1803"/>
                    <a:pt x="1" y="1246"/>
                    <a:pt x="155" y="79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1"/>
            <p:cNvSpPr/>
            <p:nvPr/>
          </p:nvSpPr>
          <p:spPr>
            <a:xfrm>
              <a:off x="6359737" y="2107059"/>
              <a:ext cx="296993" cy="154502"/>
            </a:xfrm>
            <a:custGeom>
              <a:avLst/>
              <a:gdLst/>
              <a:ahLst/>
              <a:cxnLst/>
              <a:rect l="l" t="t" r="r" b="b"/>
              <a:pathLst>
                <a:path w="5267" h="2740" extrusionOk="0">
                  <a:moveTo>
                    <a:pt x="5005" y="1079"/>
                  </a:moveTo>
                  <a:cubicBezTo>
                    <a:pt x="4911" y="771"/>
                    <a:pt x="4697" y="439"/>
                    <a:pt x="4377" y="320"/>
                  </a:cubicBezTo>
                  <a:cubicBezTo>
                    <a:pt x="3819" y="142"/>
                    <a:pt x="3226" y="119"/>
                    <a:pt x="2669" y="71"/>
                  </a:cubicBezTo>
                  <a:lnTo>
                    <a:pt x="2610" y="71"/>
                  </a:lnTo>
                  <a:lnTo>
                    <a:pt x="2550" y="71"/>
                  </a:lnTo>
                  <a:cubicBezTo>
                    <a:pt x="1993" y="59"/>
                    <a:pt x="1400" y="0"/>
                    <a:pt x="843" y="119"/>
                  </a:cubicBezTo>
                  <a:cubicBezTo>
                    <a:pt x="522" y="190"/>
                    <a:pt x="309" y="486"/>
                    <a:pt x="226" y="795"/>
                  </a:cubicBezTo>
                  <a:cubicBezTo>
                    <a:pt x="1" y="1494"/>
                    <a:pt x="285" y="2455"/>
                    <a:pt x="1139" y="2562"/>
                  </a:cubicBezTo>
                  <a:cubicBezTo>
                    <a:pt x="1780" y="2633"/>
                    <a:pt x="2622" y="2680"/>
                    <a:pt x="2622" y="2680"/>
                  </a:cubicBezTo>
                  <a:lnTo>
                    <a:pt x="2622" y="2680"/>
                  </a:lnTo>
                  <a:lnTo>
                    <a:pt x="2622" y="2680"/>
                  </a:lnTo>
                  <a:cubicBezTo>
                    <a:pt x="2622" y="2680"/>
                    <a:pt x="3476" y="2740"/>
                    <a:pt x="4104" y="2740"/>
                  </a:cubicBezTo>
                  <a:cubicBezTo>
                    <a:pt x="4994" y="2740"/>
                    <a:pt x="5266" y="1803"/>
                    <a:pt x="5005" y="107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1"/>
            <p:cNvSpPr/>
            <p:nvPr/>
          </p:nvSpPr>
          <p:spPr>
            <a:xfrm>
              <a:off x="6376484" y="2115743"/>
              <a:ext cx="267502" cy="138488"/>
            </a:xfrm>
            <a:custGeom>
              <a:avLst/>
              <a:gdLst/>
              <a:ahLst/>
              <a:cxnLst/>
              <a:rect l="l" t="t" r="r" b="b"/>
              <a:pathLst>
                <a:path w="4744" h="2456" extrusionOk="0">
                  <a:moveTo>
                    <a:pt x="4519" y="985"/>
                  </a:moveTo>
                  <a:cubicBezTo>
                    <a:pt x="4424" y="700"/>
                    <a:pt x="4246" y="403"/>
                    <a:pt x="3949" y="320"/>
                  </a:cubicBezTo>
                  <a:cubicBezTo>
                    <a:pt x="3439" y="154"/>
                    <a:pt x="2906" y="143"/>
                    <a:pt x="2408" y="83"/>
                  </a:cubicBezTo>
                  <a:lnTo>
                    <a:pt x="2360" y="83"/>
                  </a:lnTo>
                  <a:lnTo>
                    <a:pt x="2313" y="83"/>
                  </a:lnTo>
                  <a:cubicBezTo>
                    <a:pt x="1791" y="60"/>
                    <a:pt x="1257" y="0"/>
                    <a:pt x="771" y="107"/>
                  </a:cubicBezTo>
                  <a:cubicBezTo>
                    <a:pt x="474" y="166"/>
                    <a:pt x="297" y="439"/>
                    <a:pt x="214" y="700"/>
                  </a:cubicBezTo>
                  <a:cubicBezTo>
                    <a:pt x="0" y="1329"/>
                    <a:pt x="273" y="2171"/>
                    <a:pt x="1056" y="2277"/>
                  </a:cubicBezTo>
                  <a:cubicBezTo>
                    <a:pt x="1637" y="2348"/>
                    <a:pt x="2408" y="2372"/>
                    <a:pt x="2408" y="2372"/>
                  </a:cubicBezTo>
                  <a:lnTo>
                    <a:pt x="2408" y="2372"/>
                  </a:lnTo>
                  <a:lnTo>
                    <a:pt x="2408" y="2372"/>
                  </a:lnTo>
                  <a:cubicBezTo>
                    <a:pt x="2408" y="2372"/>
                    <a:pt x="3179" y="2432"/>
                    <a:pt x="3748" y="2432"/>
                  </a:cubicBezTo>
                  <a:cubicBezTo>
                    <a:pt x="4495" y="2455"/>
                    <a:pt x="4744" y="1637"/>
                    <a:pt x="4519" y="98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1"/>
            <p:cNvSpPr/>
            <p:nvPr/>
          </p:nvSpPr>
          <p:spPr>
            <a:xfrm>
              <a:off x="5735810" y="3629091"/>
              <a:ext cx="2693067" cy="172620"/>
            </a:xfrm>
            <a:custGeom>
              <a:avLst/>
              <a:gdLst/>
              <a:ahLst/>
              <a:cxnLst/>
              <a:rect l="l" t="t" r="r" b="b"/>
              <a:pathLst>
                <a:path w="47760" h="2255" extrusionOk="0">
                  <a:moveTo>
                    <a:pt x="0" y="1"/>
                  </a:moveTo>
                  <a:lnTo>
                    <a:pt x="0" y="2254"/>
                  </a:lnTo>
                  <a:lnTo>
                    <a:pt x="47760" y="2254"/>
                  </a:lnTo>
                  <a:lnTo>
                    <a:pt x="47760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1"/>
            <p:cNvSpPr/>
            <p:nvPr/>
          </p:nvSpPr>
          <p:spPr>
            <a:xfrm>
              <a:off x="6898751" y="2940984"/>
              <a:ext cx="1239905" cy="601204"/>
            </a:xfrm>
            <a:custGeom>
              <a:avLst/>
              <a:gdLst/>
              <a:ahLst/>
              <a:cxnLst/>
              <a:rect l="l" t="t" r="r" b="b"/>
              <a:pathLst>
                <a:path w="21989" h="10662" extrusionOk="0">
                  <a:moveTo>
                    <a:pt x="1" y="10662"/>
                  </a:moveTo>
                  <a:lnTo>
                    <a:pt x="17992" y="10662"/>
                  </a:lnTo>
                  <a:lnTo>
                    <a:pt x="21740" y="1340"/>
                  </a:lnTo>
                  <a:cubicBezTo>
                    <a:pt x="21989" y="700"/>
                    <a:pt x="21526" y="0"/>
                    <a:pt x="20838" y="0"/>
                  </a:cubicBezTo>
                  <a:lnTo>
                    <a:pt x="5812" y="0"/>
                  </a:lnTo>
                  <a:cubicBezTo>
                    <a:pt x="4899" y="0"/>
                    <a:pt x="4068" y="569"/>
                    <a:pt x="3725" y="141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1"/>
            <p:cNvSpPr/>
            <p:nvPr/>
          </p:nvSpPr>
          <p:spPr>
            <a:xfrm>
              <a:off x="6898751" y="3542138"/>
              <a:ext cx="1014524" cy="85032"/>
            </a:xfrm>
            <a:custGeom>
              <a:avLst/>
              <a:gdLst/>
              <a:ahLst/>
              <a:cxnLst/>
              <a:rect l="l" t="t" r="r" b="b"/>
              <a:pathLst>
                <a:path w="17992" h="1508" extrusionOk="0">
                  <a:moveTo>
                    <a:pt x="1" y="1507"/>
                  </a:moveTo>
                  <a:lnTo>
                    <a:pt x="17992" y="1507"/>
                  </a:lnTo>
                  <a:lnTo>
                    <a:pt x="17992" y="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1"/>
            <p:cNvSpPr/>
            <p:nvPr/>
          </p:nvSpPr>
          <p:spPr>
            <a:xfrm>
              <a:off x="6560366" y="3542138"/>
              <a:ext cx="338438" cy="85032"/>
            </a:xfrm>
            <a:custGeom>
              <a:avLst/>
              <a:gdLst/>
              <a:ahLst/>
              <a:cxnLst/>
              <a:rect l="l" t="t" r="r" b="b"/>
              <a:pathLst>
                <a:path w="6002" h="1508" extrusionOk="0">
                  <a:moveTo>
                    <a:pt x="605" y="1"/>
                  </a:moveTo>
                  <a:lnTo>
                    <a:pt x="6002" y="1"/>
                  </a:lnTo>
                  <a:lnTo>
                    <a:pt x="6002" y="1507"/>
                  </a:lnTo>
                  <a:lnTo>
                    <a:pt x="1" y="1507"/>
                  </a:lnTo>
                  <a:lnTo>
                    <a:pt x="1" y="606"/>
                  </a:lnTo>
                  <a:cubicBezTo>
                    <a:pt x="1" y="262"/>
                    <a:pt x="261" y="1"/>
                    <a:pt x="60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1"/>
            <p:cNvSpPr/>
            <p:nvPr/>
          </p:nvSpPr>
          <p:spPr>
            <a:xfrm>
              <a:off x="7403651" y="3148267"/>
              <a:ext cx="220080" cy="185966"/>
            </a:xfrm>
            <a:custGeom>
              <a:avLst/>
              <a:gdLst/>
              <a:ahLst/>
              <a:cxnLst/>
              <a:rect l="l" t="t" r="r" b="b"/>
              <a:pathLst>
                <a:path w="3903" h="3298" extrusionOk="0">
                  <a:moveTo>
                    <a:pt x="321" y="1649"/>
                  </a:moveTo>
                  <a:cubicBezTo>
                    <a:pt x="1" y="2550"/>
                    <a:pt x="475" y="3298"/>
                    <a:pt x="1388" y="3298"/>
                  </a:cubicBezTo>
                  <a:cubicBezTo>
                    <a:pt x="2290" y="3298"/>
                    <a:pt x="3286" y="2550"/>
                    <a:pt x="3594" y="1649"/>
                  </a:cubicBezTo>
                  <a:cubicBezTo>
                    <a:pt x="3903" y="748"/>
                    <a:pt x="3428" y="1"/>
                    <a:pt x="2527" y="1"/>
                  </a:cubicBezTo>
                  <a:cubicBezTo>
                    <a:pt x="1626" y="12"/>
                    <a:pt x="629" y="748"/>
                    <a:pt x="321" y="164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950;p39">
            <a:extLst>
              <a:ext uri="{FF2B5EF4-FFF2-40B4-BE49-F238E27FC236}">
                <a16:creationId xmlns:a16="http://schemas.microsoft.com/office/drawing/2014/main" id="{19200E81-B3AD-DBCA-55AC-FB26EF736AC2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">
            <a:extLst>
              <a:ext uri="{FF2B5EF4-FFF2-40B4-BE49-F238E27FC236}">
                <a16:creationId xmlns:a16="http://schemas.microsoft.com/office/drawing/2014/main" id="{539617A8-8B57-A899-11E7-8360EA1CD6B8}"/>
              </a:ext>
            </a:extLst>
          </p:cNvPr>
          <p:cNvSpPr/>
          <p:nvPr/>
        </p:nvSpPr>
        <p:spPr>
          <a:xfrm>
            <a:off x="4625539" y="1242281"/>
            <a:ext cx="3790244" cy="355400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DB540868-2292-8DB9-11DC-2B5189BC604B}"/>
              </a:ext>
            </a:extLst>
          </p:cNvPr>
          <p:cNvSpPr/>
          <p:nvPr/>
        </p:nvSpPr>
        <p:spPr>
          <a:xfrm>
            <a:off x="793170" y="1242281"/>
            <a:ext cx="3790244" cy="355400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36" name="Google Shape;1136;p45"/>
          <p:cNvSpPr txBox="1">
            <a:spLocks noGrp="1"/>
          </p:cNvSpPr>
          <p:nvPr>
            <p:ph type="title"/>
          </p:nvPr>
        </p:nvSpPr>
        <p:spPr>
          <a:xfrm>
            <a:off x="720000" y="478076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Đối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tượng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&amp; Phạm vi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nghiên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cứu</a:t>
            </a:r>
            <a:endParaRPr lang="en-US" sz="3400" dirty="0">
              <a:latin typeface="+mj-lt"/>
            </a:endParaRPr>
          </a:p>
        </p:txBody>
      </p:sp>
      <p:sp>
        <p:nvSpPr>
          <p:cNvPr id="1137" name="Google Shape;1137;p45"/>
          <p:cNvSpPr txBox="1">
            <a:spLocks noGrp="1"/>
          </p:cNvSpPr>
          <p:nvPr>
            <p:ph type="body" idx="1"/>
          </p:nvPr>
        </p:nvSpPr>
        <p:spPr>
          <a:xfrm>
            <a:off x="885371" y="1242282"/>
            <a:ext cx="3698043" cy="3070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spc="15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ĐỐI TƯỢNG NGHIÊN CỨU</a:t>
            </a:r>
            <a:endParaRPr lang="en-US" sz="1600" dirty="0">
              <a:latin typeface="+mj-lt"/>
            </a:endParaRPr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Cơ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chế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chiến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đấu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tối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ưu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chạm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2D.</a:t>
            </a:r>
            <a:endParaRPr lang="en-US" sz="1600" dirty="0">
              <a:latin typeface="+mj-lt"/>
            </a:endParaRPr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AI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vật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tầm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nhìn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đuổi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phản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hồi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thương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Quản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trạng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thái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vật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thập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môi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trường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Nền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tảng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RPG Maker MV, Plugin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tùy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chỉnh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Aseprite, Audacity.</a:t>
            </a:r>
            <a:endParaRPr lang="en-US" sz="1600" dirty="0">
              <a:latin typeface="+mj-lt"/>
            </a:endParaRPr>
          </a:p>
        </p:txBody>
      </p:sp>
      <p:sp>
        <p:nvSpPr>
          <p:cNvPr id="1138" name="Google Shape;1138;p45"/>
          <p:cNvSpPr txBox="1">
            <a:spLocks noGrp="1"/>
          </p:cNvSpPr>
          <p:nvPr>
            <p:ph type="body" idx="2"/>
          </p:nvPr>
        </p:nvSpPr>
        <p:spPr>
          <a:xfrm>
            <a:off x="4719060" y="1242282"/>
            <a:ext cx="3698042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spc="150" dirty="0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PHẠM VI NGHIÊN CỨU</a:t>
            </a:r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Chức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: di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chuyển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đa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tấn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cận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chiến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tầm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xa, AI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đuổi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cơ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túi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đồ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tồn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Công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môi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trường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RPG Maker MV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tinh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chỉnh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qua Plugin.</a:t>
            </a:r>
            <a:endParaRPr lang="en-US" sz="1600" dirty="0">
              <a:latin typeface="+mj-lt"/>
            </a:endParaRPr>
          </a:p>
          <a:p>
            <a:pPr marL="177800" indent="-177800">
              <a:lnSpc>
                <a:spcPct val="128000"/>
              </a:lnSpc>
              <a:buSzPct val="100000"/>
              <a:buChar char="▪"/>
            </a:pP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Tài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ảnh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âm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thanh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mở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tinh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chỉnh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Aseprite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Audacity.</a:t>
            </a:r>
            <a:endParaRPr lang="en-US" sz="1600" dirty="0">
              <a:latin typeface="+mj-lt"/>
            </a:endParaRPr>
          </a:p>
          <a:p>
            <a:pPr marL="0" indent="0">
              <a:buNone/>
            </a:pPr>
            <a:endParaRPr lang="en-US" sz="1600" dirty="0">
              <a:latin typeface="+mj-lt"/>
            </a:endParaRPr>
          </a:p>
        </p:txBody>
      </p:sp>
      <p:grpSp>
        <p:nvGrpSpPr>
          <p:cNvPr id="8" name="Google Shape;1706;p68">
            <a:extLst>
              <a:ext uri="{FF2B5EF4-FFF2-40B4-BE49-F238E27FC236}">
                <a16:creationId xmlns:a16="http://schemas.microsoft.com/office/drawing/2014/main" id="{8A2F59E9-9404-D12A-8D33-47459712A435}"/>
              </a:ext>
            </a:extLst>
          </p:cNvPr>
          <p:cNvGrpSpPr/>
          <p:nvPr/>
        </p:nvGrpSpPr>
        <p:grpSpPr>
          <a:xfrm rot="5400000">
            <a:off x="-869180" y="453370"/>
            <a:ext cx="1987759" cy="713911"/>
            <a:chOff x="1831079" y="3457081"/>
            <a:chExt cx="2350106" cy="1018524"/>
          </a:xfrm>
        </p:grpSpPr>
        <p:sp>
          <p:nvSpPr>
            <p:cNvPr id="9" name="Google Shape;1707;p68">
              <a:extLst>
                <a:ext uri="{FF2B5EF4-FFF2-40B4-BE49-F238E27FC236}">
                  <a16:creationId xmlns:a16="http://schemas.microsoft.com/office/drawing/2014/main" id="{85BFE4A5-48CF-90F0-4DFE-573006234B6B}"/>
                </a:ext>
              </a:extLst>
            </p:cNvPr>
            <p:cNvSpPr/>
            <p:nvPr/>
          </p:nvSpPr>
          <p:spPr>
            <a:xfrm>
              <a:off x="1831079" y="3457081"/>
              <a:ext cx="2350106" cy="922906"/>
            </a:xfrm>
            <a:custGeom>
              <a:avLst/>
              <a:gdLst/>
              <a:ahLst/>
              <a:cxnLst/>
              <a:rect l="l" t="t" r="r" b="b"/>
              <a:pathLst>
                <a:path w="141530" h="55580" extrusionOk="0">
                  <a:moveTo>
                    <a:pt x="141529" y="55104"/>
                  </a:moveTo>
                  <a:lnTo>
                    <a:pt x="222" y="55579"/>
                  </a:lnTo>
                  <a:lnTo>
                    <a:pt x="0" y="2059"/>
                  </a:lnTo>
                  <a:cubicBezTo>
                    <a:pt x="0" y="1172"/>
                    <a:pt x="728" y="475"/>
                    <a:pt x="1583" y="475"/>
                  </a:cubicBezTo>
                  <a:lnTo>
                    <a:pt x="139724" y="0"/>
                  </a:lnTo>
                  <a:cubicBezTo>
                    <a:pt x="140579" y="0"/>
                    <a:pt x="141307" y="697"/>
                    <a:pt x="141307" y="15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08;p68">
              <a:extLst>
                <a:ext uri="{FF2B5EF4-FFF2-40B4-BE49-F238E27FC236}">
                  <a16:creationId xmlns:a16="http://schemas.microsoft.com/office/drawing/2014/main" id="{7D1B1135-4D46-EA44-D672-8AC24FDDC295}"/>
                </a:ext>
              </a:extLst>
            </p:cNvPr>
            <p:cNvSpPr/>
            <p:nvPr/>
          </p:nvSpPr>
          <p:spPr>
            <a:xfrm>
              <a:off x="1888910" y="3562232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66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09;p68">
              <a:extLst>
                <a:ext uri="{FF2B5EF4-FFF2-40B4-BE49-F238E27FC236}">
                  <a16:creationId xmlns:a16="http://schemas.microsoft.com/office/drawing/2014/main" id="{6A7D9514-1FA5-5557-838C-F3156A75763D}"/>
                </a:ext>
              </a:extLst>
            </p:cNvPr>
            <p:cNvSpPr/>
            <p:nvPr/>
          </p:nvSpPr>
          <p:spPr>
            <a:xfrm>
              <a:off x="2049286" y="3562232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5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5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10;p68">
              <a:extLst>
                <a:ext uri="{FF2B5EF4-FFF2-40B4-BE49-F238E27FC236}">
                  <a16:creationId xmlns:a16="http://schemas.microsoft.com/office/drawing/2014/main" id="{25A9ED3A-7B56-0DD8-C53E-62875273248E}"/>
                </a:ext>
              </a:extLst>
            </p:cNvPr>
            <p:cNvSpPr/>
            <p:nvPr/>
          </p:nvSpPr>
          <p:spPr>
            <a:xfrm>
              <a:off x="2209663" y="3561186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35" y="7063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11;p68">
              <a:extLst>
                <a:ext uri="{FF2B5EF4-FFF2-40B4-BE49-F238E27FC236}">
                  <a16:creationId xmlns:a16="http://schemas.microsoft.com/office/drawing/2014/main" id="{5BA688CE-7CBB-2430-B961-7320123E16B5}"/>
                </a:ext>
              </a:extLst>
            </p:cNvPr>
            <p:cNvSpPr/>
            <p:nvPr/>
          </p:nvSpPr>
          <p:spPr>
            <a:xfrm>
              <a:off x="2369524" y="3560655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12;p68">
              <a:extLst>
                <a:ext uri="{FF2B5EF4-FFF2-40B4-BE49-F238E27FC236}">
                  <a16:creationId xmlns:a16="http://schemas.microsoft.com/office/drawing/2014/main" id="{8C46BFFF-1510-B31F-2F77-259C610867BA}"/>
                </a:ext>
              </a:extLst>
            </p:cNvPr>
            <p:cNvSpPr/>
            <p:nvPr/>
          </p:nvSpPr>
          <p:spPr>
            <a:xfrm>
              <a:off x="2529901" y="3560140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2" y="6334"/>
                    <a:pt x="7062" y="5447"/>
                  </a:cubicBezTo>
                  <a:lnTo>
                    <a:pt x="7062" y="1552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13;p68">
              <a:extLst>
                <a:ext uri="{FF2B5EF4-FFF2-40B4-BE49-F238E27FC236}">
                  <a16:creationId xmlns:a16="http://schemas.microsoft.com/office/drawing/2014/main" id="{09F00C27-1FDC-FEB7-85B8-6BC0CBDF3251}"/>
                </a:ext>
              </a:extLst>
            </p:cNvPr>
            <p:cNvSpPr/>
            <p:nvPr/>
          </p:nvSpPr>
          <p:spPr>
            <a:xfrm>
              <a:off x="2690277" y="3559609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2" y="6334"/>
                    <a:pt x="7062" y="5448"/>
                  </a:cubicBezTo>
                  <a:lnTo>
                    <a:pt x="7062" y="1521"/>
                  </a:lnTo>
                  <a:cubicBezTo>
                    <a:pt x="7062" y="697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14;p68">
              <a:extLst>
                <a:ext uri="{FF2B5EF4-FFF2-40B4-BE49-F238E27FC236}">
                  <a16:creationId xmlns:a16="http://schemas.microsoft.com/office/drawing/2014/main" id="{E9FD2008-6C9F-FB6E-07D6-16914AD091CF}"/>
                </a:ext>
              </a:extLst>
            </p:cNvPr>
            <p:cNvSpPr/>
            <p:nvPr/>
          </p:nvSpPr>
          <p:spPr>
            <a:xfrm>
              <a:off x="2850122" y="355856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97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15;p68">
              <a:extLst>
                <a:ext uri="{FF2B5EF4-FFF2-40B4-BE49-F238E27FC236}">
                  <a16:creationId xmlns:a16="http://schemas.microsoft.com/office/drawing/2014/main" id="{C0BCFB31-49C7-4396-C6F3-FA2385EBB7FB}"/>
                </a:ext>
              </a:extLst>
            </p:cNvPr>
            <p:cNvSpPr/>
            <p:nvPr/>
          </p:nvSpPr>
          <p:spPr>
            <a:xfrm>
              <a:off x="3010499" y="355856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16;p68">
              <a:extLst>
                <a:ext uri="{FF2B5EF4-FFF2-40B4-BE49-F238E27FC236}">
                  <a16:creationId xmlns:a16="http://schemas.microsoft.com/office/drawing/2014/main" id="{839F0C1E-E855-052D-2A9F-712E607502C7}"/>
                </a:ext>
              </a:extLst>
            </p:cNvPr>
            <p:cNvSpPr/>
            <p:nvPr/>
          </p:nvSpPr>
          <p:spPr>
            <a:xfrm>
              <a:off x="3170875" y="3558031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17;p68">
              <a:extLst>
                <a:ext uri="{FF2B5EF4-FFF2-40B4-BE49-F238E27FC236}">
                  <a16:creationId xmlns:a16="http://schemas.microsoft.com/office/drawing/2014/main" id="{F732B6E5-4288-3A4F-34EC-B7FD9902F8D2}"/>
                </a:ext>
              </a:extLst>
            </p:cNvPr>
            <p:cNvSpPr/>
            <p:nvPr/>
          </p:nvSpPr>
          <p:spPr>
            <a:xfrm>
              <a:off x="3331252" y="3557500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18;p68">
              <a:extLst>
                <a:ext uri="{FF2B5EF4-FFF2-40B4-BE49-F238E27FC236}">
                  <a16:creationId xmlns:a16="http://schemas.microsoft.com/office/drawing/2014/main" id="{D05DE44F-DAC7-8DC9-D643-CF21BA6ABB72}"/>
                </a:ext>
              </a:extLst>
            </p:cNvPr>
            <p:cNvSpPr/>
            <p:nvPr/>
          </p:nvSpPr>
          <p:spPr>
            <a:xfrm>
              <a:off x="3491113" y="355698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2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19;p68">
              <a:extLst>
                <a:ext uri="{FF2B5EF4-FFF2-40B4-BE49-F238E27FC236}">
                  <a16:creationId xmlns:a16="http://schemas.microsoft.com/office/drawing/2014/main" id="{90F87130-13B2-5F49-3563-0A368DCA02DE}"/>
                </a:ext>
              </a:extLst>
            </p:cNvPr>
            <p:cNvSpPr/>
            <p:nvPr/>
          </p:nvSpPr>
          <p:spPr>
            <a:xfrm>
              <a:off x="2137104" y="3718937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1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03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20;p68">
              <a:extLst>
                <a:ext uri="{FF2B5EF4-FFF2-40B4-BE49-F238E27FC236}">
                  <a16:creationId xmlns:a16="http://schemas.microsoft.com/office/drawing/2014/main" id="{F6F2BEB9-CD2D-7046-9914-348E801A88B6}"/>
                </a:ext>
              </a:extLst>
            </p:cNvPr>
            <p:cNvSpPr/>
            <p:nvPr/>
          </p:nvSpPr>
          <p:spPr>
            <a:xfrm>
              <a:off x="2297480" y="3718406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34" y="7063"/>
                    <a:pt x="7031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21;p68">
              <a:extLst>
                <a:ext uri="{FF2B5EF4-FFF2-40B4-BE49-F238E27FC236}">
                  <a16:creationId xmlns:a16="http://schemas.microsoft.com/office/drawing/2014/main" id="{104D3F36-710B-071C-2398-7437CA71E2CD}"/>
                </a:ext>
              </a:extLst>
            </p:cNvPr>
            <p:cNvSpPr/>
            <p:nvPr/>
          </p:nvSpPr>
          <p:spPr>
            <a:xfrm>
              <a:off x="2456811" y="3718406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6999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22;p68">
              <a:extLst>
                <a:ext uri="{FF2B5EF4-FFF2-40B4-BE49-F238E27FC236}">
                  <a16:creationId xmlns:a16="http://schemas.microsoft.com/office/drawing/2014/main" id="{5D7EA3FB-72F3-4AA8-9C73-B89CFA7BB9AC}"/>
                </a:ext>
              </a:extLst>
            </p:cNvPr>
            <p:cNvSpPr/>
            <p:nvPr/>
          </p:nvSpPr>
          <p:spPr>
            <a:xfrm>
              <a:off x="2617187" y="3717874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723;p68">
              <a:extLst>
                <a:ext uri="{FF2B5EF4-FFF2-40B4-BE49-F238E27FC236}">
                  <a16:creationId xmlns:a16="http://schemas.microsoft.com/office/drawing/2014/main" id="{6B078E14-01C5-E7EA-4906-255263822228}"/>
                </a:ext>
              </a:extLst>
            </p:cNvPr>
            <p:cNvSpPr/>
            <p:nvPr/>
          </p:nvSpPr>
          <p:spPr>
            <a:xfrm>
              <a:off x="2777564" y="3717360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24;p68">
              <a:extLst>
                <a:ext uri="{FF2B5EF4-FFF2-40B4-BE49-F238E27FC236}">
                  <a16:creationId xmlns:a16="http://schemas.microsoft.com/office/drawing/2014/main" id="{8CD260E0-58A7-A2FE-278F-B08216704C42}"/>
                </a:ext>
              </a:extLst>
            </p:cNvPr>
            <p:cNvSpPr/>
            <p:nvPr/>
          </p:nvSpPr>
          <p:spPr>
            <a:xfrm>
              <a:off x="2937409" y="3716297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25;p68">
              <a:extLst>
                <a:ext uri="{FF2B5EF4-FFF2-40B4-BE49-F238E27FC236}">
                  <a16:creationId xmlns:a16="http://schemas.microsoft.com/office/drawing/2014/main" id="{E2A9944D-7437-92A1-5BFC-F2E21C5CCE83}"/>
                </a:ext>
              </a:extLst>
            </p:cNvPr>
            <p:cNvSpPr/>
            <p:nvPr/>
          </p:nvSpPr>
          <p:spPr>
            <a:xfrm>
              <a:off x="3097785" y="3715782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26;p68">
              <a:extLst>
                <a:ext uri="{FF2B5EF4-FFF2-40B4-BE49-F238E27FC236}">
                  <a16:creationId xmlns:a16="http://schemas.microsoft.com/office/drawing/2014/main" id="{D98634B6-F590-44F8-3C8A-F97C1FC38FEE}"/>
                </a:ext>
              </a:extLst>
            </p:cNvPr>
            <p:cNvSpPr/>
            <p:nvPr/>
          </p:nvSpPr>
          <p:spPr>
            <a:xfrm>
              <a:off x="3258161" y="3715251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66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27;p68">
              <a:extLst>
                <a:ext uri="{FF2B5EF4-FFF2-40B4-BE49-F238E27FC236}">
                  <a16:creationId xmlns:a16="http://schemas.microsoft.com/office/drawing/2014/main" id="{D64EBB30-C3FE-4AC2-0309-A7FEC6A4DFA0}"/>
                </a:ext>
              </a:extLst>
            </p:cNvPr>
            <p:cNvSpPr/>
            <p:nvPr/>
          </p:nvSpPr>
          <p:spPr>
            <a:xfrm>
              <a:off x="3418538" y="3715251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6999"/>
                    <a:pt x="7031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28;p68">
              <a:extLst>
                <a:ext uri="{FF2B5EF4-FFF2-40B4-BE49-F238E27FC236}">
                  <a16:creationId xmlns:a16="http://schemas.microsoft.com/office/drawing/2014/main" id="{B4A31324-479F-72DB-7CF3-76280BD241B3}"/>
                </a:ext>
              </a:extLst>
            </p:cNvPr>
            <p:cNvSpPr/>
            <p:nvPr/>
          </p:nvSpPr>
          <p:spPr>
            <a:xfrm>
              <a:off x="3578400" y="3714720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29;p68">
              <a:extLst>
                <a:ext uri="{FF2B5EF4-FFF2-40B4-BE49-F238E27FC236}">
                  <a16:creationId xmlns:a16="http://schemas.microsoft.com/office/drawing/2014/main" id="{B82E8353-D9CB-A82A-E940-62580BED2FB8}"/>
                </a:ext>
              </a:extLst>
            </p:cNvPr>
            <p:cNvSpPr/>
            <p:nvPr/>
          </p:nvSpPr>
          <p:spPr>
            <a:xfrm>
              <a:off x="3738776" y="3713674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730;p68">
              <a:extLst>
                <a:ext uri="{FF2B5EF4-FFF2-40B4-BE49-F238E27FC236}">
                  <a16:creationId xmlns:a16="http://schemas.microsoft.com/office/drawing/2014/main" id="{AEA61882-0976-E6AE-0E21-1497C5E53A2C}"/>
                </a:ext>
              </a:extLst>
            </p:cNvPr>
            <p:cNvSpPr/>
            <p:nvPr/>
          </p:nvSpPr>
          <p:spPr>
            <a:xfrm>
              <a:off x="3651490" y="3555923"/>
              <a:ext cx="116750" cy="117298"/>
            </a:xfrm>
            <a:custGeom>
              <a:avLst/>
              <a:gdLst/>
              <a:ahLst/>
              <a:cxnLst/>
              <a:rect l="l" t="t" r="r" b="b"/>
              <a:pathLst>
                <a:path w="7031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731;p68">
              <a:extLst>
                <a:ext uri="{FF2B5EF4-FFF2-40B4-BE49-F238E27FC236}">
                  <a16:creationId xmlns:a16="http://schemas.microsoft.com/office/drawing/2014/main" id="{B72721F5-ED52-4D3C-AA58-3C4E7DD77865}"/>
                </a:ext>
              </a:extLst>
            </p:cNvPr>
            <p:cNvSpPr/>
            <p:nvPr/>
          </p:nvSpPr>
          <p:spPr>
            <a:xfrm>
              <a:off x="2232277" y="3874048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732;p68">
              <a:extLst>
                <a:ext uri="{FF2B5EF4-FFF2-40B4-BE49-F238E27FC236}">
                  <a16:creationId xmlns:a16="http://schemas.microsoft.com/office/drawing/2014/main" id="{53718416-90AE-2947-51B1-08BB08D341B0}"/>
                </a:ext>
              </a:extLst>
            </p:cNvPr>
            <p:cNvSpPr/>
            <p:nvPr/>
          </p:nvSpPr>
          <p:spPr>
            <a:xfrm>
              <a:off x="2392653" y="3873517"/>
              <a:ext cx="116766" cy="117298"/>
            </a:xfrm>
            <a:custGeom>
              <a:avLst/>
              <a:gdLst/>
              <a:ahLst/>
              <a:cxnLst/>
              <a:rect l="l" t="t" r="r" b="b"/>
              <a:pathLst>
                <a:path w="7032" h="7064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34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733;p68">
              <a:extLst>
                <a:ext uri="{FF2B5EF4-FFF2-40B4-BE49-F238E27FC236}">
                  <a16:creationId xmlns:a16="http://schemas.microsoft.com/office/drawing/2014/main" id="{2237B817-2BB7-8563-BC1D-930042C73A8D}"/>
                </a:ext>
              </a:extLst>
            </p:cNvPr>
            <p:cNvSpPr/>
            <p:nvPr/>
          </p:nvSpPr>
          <p:spPr>
            <a:xfrm>
              <a:off x="2552499" y="3873002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21" y="0"/>
                  </a:moveTo>
                  <a:cubicBezTo>
                    <a:pt x="698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480" y="7031"/>
                  </a:lnTo>
                  <a:cubicBezTo>
                    <a:pt x="6366" y="7031"/>
                    <a:pt x="7063" y="6366"/>
                    <a:pt x="7032" y="5447"/>
                  </a:cubicBezTo>
                  <a:lnTo>
                    <a:pt x="7032" y="1552"/>
                  </a:lnTo>
                  <a:cubicBezTo>
                    <a:pt x="7032" y="697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734;p68">
              <a:extLst>
                <a:ext uri="{FF2B5EF4-FFF2-40B4-BE49-F238E27FC236}">
                  <a16:creationId xmlns:a16="http://schemas.microsoft.com/office/drawing/2014/main" id="{E0FBDAEA-4457-76F3-A767-8ED0AF3A0F94}"/>
                </a:ext>
              </a:extLst>
            </p:cNvPr>
            <p:cNvSpPr/>
            <p:nvPr/>
          </p:nvSpPr>
          <p:spPr>
            <a:xfrm>
              <a:off x="2712892" y="3873002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735;p68">
              <a:extLst>
                <a:ext uri="{FF2B5EF4-FFF2-40B4-BE49-F238E27FC236}">
                  <a16:creationId xmlns:a16="http://schemas.microsoft.com/office/drawing/2014/main" id="{D94848FF-6B95-1F53-566F-969F928E0B65}"/>
                </a:ext>
              </a:extLst>
            </p:cNvPr>
            <p:cNvSpPr/>
            <p:nvPr/>
          </p:nvSpPr>
          <p:spPr>
            <a:xfrm>
              <a:off x="2873268" y="3872470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0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34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02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736;p68">
              <a:extLst>
                <a:ext uri="{FF2B5EF4-FFF2-40B4-BE49-F238E27FC236}">
                  <a16:creationId xmlns:a16="http://schemas.microsoft.com/office/drawing/2014/main" id="{C7E17407-497E-546F-0F56-B44E1A94F0D1}"/>
                </a:ext>
              </a:extLst>
            </p:cNvPr>
            <p:cNvSpPr/>
            <p:nvPr/>
          </p:nvSpPr>
          <p:spPr>
            <a:xfrm>
              <a:off x="3032582" y="387142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98" y="7062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737;p68">
              <a:extLst>
                <a:ext uri="{FF2B5EF4-FFF2-40B4-BE49-F238E27FC236}">
                  <a16:creationId xmlns:a16="http://schemas.microsoft.com/office/drawing/2014/main" id="{31A63494-BF19-A3DA-886D-C2509EA2E8C1}"/>
                </a:ext>
              </a:extLst>
            </p:cNvPr>
            <p:cNvSpPr/>
            <p:nvPr/>
          </p:nvSpPr>
          <p:spPr>
            <a:xfrm>
              <a:off x="3192958" y="387089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8" y="7063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738;p68">
              <a:extLst>
                <a:ext uri="{FF2B5EF4-FFF2-40B4-BE49-F238E27FC236}">
                  <a16:creationId xmlns:a16="http://schemas.microsoft.com/office/drawing/2014/main" id="{5EA9A5C4-A1B1-BA01-F49E-9F592076D18B}"/>
                </a:ext>
              </a:extLst>
            </p:cNvPr>
            <p:cNvSpPr/>
            <p:nvPr/>
          </p:nvSpPr>
          <p:spPr>
            <a:xfrm>
              <a:off x="3353335" y="3870362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739;p68">
              <a:extLst>
                <a:ext uri="{FF2B5EF4-FFF2-40B4-BE49-F238E27FC236}">
                  <a16:creationId xmlns:a16="http://schemas.microsoft.com/office/drawing/2014/main" id="{45C8E852-F2DD-B3C2-C666-C11A017D06C7}"/>
                </a:ext>
              </a:extLst>
            </p:cNvPr>
            <p:cNvSpPr/>
            <p:nvPr/>
          </p:nvSpPr>
          <p:spPr>
            <a:xfrm>
              <a:off x="3513196" y="3869847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66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740;p68">
              <a:extLst>
                <a:ext uri="{FF2B5EF4-FFF2-40B4-BE49-F238E27FC236}">
                  <a16:creationId xmlns:a16="http://schemas.microsoft.com/office/drawing/2014/main" id="{A20E3686-409F-C89A-D3E1-BAD82DFE00EA}"/>
                </a:ext>
              </a:extLst>
            </p:cNvPr>
            <p:cNvSpPr/>
            <p:nvPr/>
          </p:nvSpPr>
          <p:spPr>
            <a:xfrm>
              <a:off x="3673573" y="3869847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741;p68">
              <a:extLst>
                <a:ext uri="{FF2B5EF4-FFF2-40B4-BE49-F238E27FC236}">
                  <a16:creationId xmlns:a16="http://schemas.microsoft.com/office/drawing/2014/main" id="{2F711E13-D31B-1996-8F94-9CB599D0003E}"/>
                </a:ext>
              </a:extLst>
            </p:cNvPr>
            <p:cNvSpPr/>
            <p:nvPr/>
          </p:nvSpPr>
          <p:spPr>
            <a:xfrm>
              <a:off x="1891018" y="4036531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6999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742;p68">
              <a:extLst>
                <a:ext uri="{FF2B5EF4-FFF2-40B4-BE49-F238E27FC236}">
                  <a16:creationId xmlns:a16="http://schemas.microsoft.com/office/drawing/2014/main" id="{6DA770BF-6BF6-9A26-F7AC-DB7648085CA4}"/>
                </a:ext>
              </a:extLst>
            </p:cNvPr>
            <p:cNvSpPr/>
            <p:nvPr/>
          </p:nvSpPr>
          <p:spPr>
            <a:xfrm>
              <a:off x="2050864" y="4035999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743;p68">
              <a:extLst>
                <a:ext uri="{FF2B5EF4-FFF2-40B4-BE49-F238E27FC236}">
                  <a16:creationId xmlns:a16="http://schemas.microsoft.com/office/drawing/2014/main" id="{8B7F351E-A6D5-9BCE-B9D1-D7E242A3227D}"/>
                </a:ext>
              </a:extLst>
            </p:cNvPr>
            <p:cNvSpPr/>
            <p:nvPr/>
          </p:nvSpPr>
          <p:spPr>
            <a:xfrm>
              <a:off x="2211240" y="403546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697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744;p68">
              <a:extLst>
                <a:ext uri="{FF2B5EF4-FFF2-40B4-BE49-F238E27FC236}">
                  <a16:creationId xmlns:a16="http://schemas.microsoft.com/office/drawing/2014/main" id="{701288D5-CCB5-2B20-7180-4A1A577481C7}"/>
                </a:ext>
              </a:extLst>
            </p:cNvPr>
            <p:cNvSpPr/>
            <p:nvPr/>
          </p:nvSpPr>
          <p:spPr>
            <a:xfrm>
              <a:off x="2371616" y="4034422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745;p68">
              <a:extLst>
                <a:ext uri="{FF2B5EF4-FFF2-40B4-BE49-F238E27FC236}">
                  <a16:creationId xmlns:a16="http://schemas.microsoft.com/office/drawing/2014/main" id="{99B62AD1-9C95-9C90-6E92-056EC5CF4290}"/>
                </a:ext>
              </a:extLst>
            </p:cNvPr>
            <p:cNvSpPr/>
            <p:nvPr/>
          </p:nvSpPr>
          <p:spPr>
            <a:xfrm>
              <a:off x="1891018" y="4186910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746;p68">
              <a:extLst>
                <a:ext uri="{FF2B5EF4-FFF2-40B4-BE49-F238E27FC236}">
                  <a16:creationId xmlns:a16="http://schemas.microsoft.com/office/drawing/2014/main" id="{ECA7B819-B79D-3ADB-085D-5EAEBC8462BB}"/>
                </a:ext>
              </a:extLst>
            </p:cNvPr>
            <p:cNvSpPr/>
            <p:nvPr/>
          </p:nvSpPr>
          <p:spPr>
            <a:xfrm>
              <a:off x="2051395" y="4186378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747;p68">
              <a:extLst>
                <a:ext uri="{FF2B5EF4-FFF2-40B4-BE49-F238E27FC236}">
                  <a16:creationId xmlns:a16="http://schemas.microsoft.com/office/drawing/2014/main" id="{25D5AF5B-EFAB-BEC4-C435-1319D63B7061}"/>
                </a:ext>
              </a:extLst>
            </p:cNvPr>
            <p:cNvSpPr/>
            <p:nvPr/>
          </p:nvSpPr>
          <p:spPr>
            <a:xfrm>
              <a:off x="2211771" y="4185864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748;p68">
              <a:extLst>
                <a:ext uri="{FF2B5EF4-FFF2-40B4-BE49-F238E27FC236}">
                  <a16:creationId xmlns:a16="http://schemas.microsoft.com/office/drawing/2014/main" id="{B6B9D9B4-C601-7C53-C2EC-F52A24D2431B}"/>
                </a:ext>
              </a:extLst>
            </p:cNvPr>
            <p:cNvSpPr/>
            <p:nvPr/>
          </p:nvSpPr>
          <p:spPr>
            <a:xfrm>
              <a:off x="2372148" y="4185332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4" y="7031"/>
                    <a:pt x="7063" y="6366"/>
                    <a:pt x="7063" y="5448"/>
                  </a:cubicBezTo>
                  <a:lnTo>
                    <a:pt x="7063" y="1521"/>
                  </a:lnTo>
                  <a:cubicBezTo>
                    <a:pt x="7063" y="697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749;p68">
              <a:extLst>
                <a:ext uri="{FF2B5EF4-FFF2-40B4-BE49-F238E27FC236}">
                  <a16:creationId xmlns:a16="http://schemas.microsoft.com/office/drawing/2014/main" id="{7D1126C5-4139-48FA-D762-CFFB89B12B6A}"/>
                </a:ext>
              </a:extLst>
            </p:cNvPr>
            <p:cNvSpPr/>
            <p:nvPr/>
          </p:nvSpPr>
          <p:spPr>
            <a:xfrm>
              <a:off x="3333360" y="4181646"/>
              <a:ext cx="116766" cy="117298"/>
            </a:xfrm>
            <a:custGeom>
              <a:avLst/>
              <a:gdLst/>
              <a:ahLst/>
              <a:cxnLst/>
              <a:rect l="l" t="t" r="r" b="b"/>
              <a:pathLst>
                <a:path w="7032" h="7064" extrusionOk="0">
                  <a:moveTo>
                    <a:pt x="1521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98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750;p68">
              <a:extLst>
                <a:ext uri="{FF2B5EF4-FFF2-40B4-BE49-F238E27FC236}">
                  <a16:creationId xmlns:a16="http://schemas.microsoft.com/office/drawing/2014/main" id="{2D4DE4EE-3922-2C13-0374-6A0405D9892F}"/>
                </a:ext>
              </a:extLst>
            </p:cNvPr>
            <p:cNvSpPr/>
            <p:nvPr/>
          </p:nvSpPr>
          <p:spPr>
            <a:xfrm>
              <a:off x="3492691" y="4181646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94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751;p68">
              <a:extLst>
                <a:ext uri="{FF2B5EF4-FFF2-40B4-BE49-F238E27FC236}">
                  <a16:creationId xmlns:a16="http://schemas.microsoft.com/office/drawing/2014/main" id="{8CCDD49E-CB0B-2A04-F5CD-5E37891905F7}"/>
                </a:ext>
              </a:extLst>
            </p:cNvPr>
            <p:cNvSpPr/>
            <p:nvPr/>
          </p:nvSpPr>
          <p:spPr>
            <a:xfrm>
              <a:off x="2531478" y="4033891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2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02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752;p68">
              <a:extLst>
                <a:ext uri="{FF2B5EF4-FFF2-40B4-BE49-F238E27FC236}">
                  <a16:creationId xmlns:a16="http://schemas.microsoft.com/office/drawing/2014/main" id="{191A05A2-D654-FC18-45D7-DDAEC95F81A6}"/>
                </a:ext>
              </a:extLst>
            </p:cNvPr>
            <p:cNvSpPr/>
            <p:nvPr/>
          </p:nvSpPr>
          <p:spPr>
            <a:xfrm>
              <a:off x="2691855" y="4033376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2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753;p68">
              <a:extLst>
                <a:ext uri="{FF2B5EF4-FFF2-40B4-BE49-F238E27FC236}">
                  <a16:creationId xmlns:a16="http://schemas.microsoft.com/office/drawing/2014/main" id="{B4185230-F848-4DAE-126B-2962EEEDF3FD}"/>
                </a:ext>
              </a:extLst>
            </p:cNvPr>
            <p:cNvSpPr/>
            <p:nvPr/>
          </p:nvSpPr>
          <p:spPr>
            <a:xfrm>
              <a:off x="2852231" y="4033376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6999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03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754;p68">
              <a:extLst>
                <a:ext uri="{FF2B5EF4-FFF2-40B4-BE49-F238E27FC236}">
                  <a16:creationId xmlns:a16="http://schemas.microsoft.com/office/drawing/2014/main" id="{AC6F78D9-5288-38FE-FCA0-E140C5E7BD52}"/>
                </a:ext>
              </a:extLst>
            </p:cNvPr>
            <p:cNvSpPr/>
            <p:nvPr/>
          </p:nvSpPr>
          <p:spPr>
            <a:xfrm>
              <a:off x="3012607" y="4032845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1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34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755;p68">
              <a:extLst>
                <a:ext uri="{FF2B5EF4-FFF2-40B4-BE49-F238E27FC236}">
                  <a16:creationId xmlns:a16="http://schemas.microsoft.com/office/drawing/2014/main" id="{7D228249-E21E-4759-4205-9BB68C9629D9}"/>
                </a:ext>
              </a:extLst>
            </p:cNvPr>
            <p:cNvSpPr/>
            <p:nvPr/>
          </p:nvSpPr>
          <p:spPr>
            <a:xfrm>
              <a:off x="3171938" y="4031799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97" y="7062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756;p68">
              <a:extLst>
                <a:ext uri="{FF2B5EF4-FFF2-40B4-BE49-F238E27FC236}">
                  <a16:creationId xmlns:a16="http://schemas.microsoft.com/office/drawing/2014/main" id="{6777295E-CC90-3F0F-A1FE-134CDC503371}"/>
                </a:ext>
              </a:extLst>
            </p:cNvPr>
            <p:cNvSpPr/>
            <p:nvPr/>
          </p:nvSpPr>
          <p:spPr>
            <a:xfrm>
              <a:off x="3332314" y="4031267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62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757;p68">
              <a:extLst>
                <a:ext uri="{FF2B5EF4-FFF2-40B4-BE49-F238E27FC236}">
                  <a16:creationId xmlns:a16="http://schemas.microsoft.com/office/drawing/2014/main" id="{0D37BFB0-92B2-6C6E-0B7A-1EC4E2BF6C0D}"/>
                </a:ext>
              </a:extLst>
            </p:cNvPr>
            <p:cNvSpPr/>
            <p:nvPr/>
          </p:nvSpPr>
          <p:spPr>
            <a:xfrm>
              <a:off x="3492691" y="4030736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758;p68">
              <a:extLst>
                <a:ext uri="{FF2B5EF4-FFF2-40B4-BE49-F238E27FC236}">
                  <a16:creationId xmlns:a16="http://schemas.microsoft.com/office/drawing/2014/main" id="{DA421575-0435-45C0-B01B-A2E036A025EC}"/>
                </a:ext>
              </a:extLst>
            </p:cNvPr>
            <p:cNvSpPr/>
            <p:nvPr/>
          </p:nvSpPr>
          <p:spPr>
            <a:xfrm>
              <a:off x="3833949" y="3868784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52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63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759;p68">
              <a:extLst>
                <a:ext uri="{FF2B5EF4-FFF2-40B4-BE49-F238E27FC236}">
                  <a16:creationId xmlns:a16="http://schemas.microsoft.com/office/drawing/2014/main" id="{F365AC26-C46B-5B3C-63D0-D975C9E79E93}"/>
                </a:ext>
              </a:extLst>
            </p:cNvPr>
            <p:cNvSpPr/>
            <p:nvPr/>
          </p:nvSpPr>
          <p:spPr>
            <a:xfrm>
              <a:off x="3805557" y="3554877"/>
              <a:ext cx="283979" cy="118344"/>
            </a:xfrm>
            <a:custGeom>
              <a:avLst/>
              <a:gdLst/>
              <a:ahLst/>
              <a:cxnLst/>
              <a:rect l="l" t="t" r="r" b="b"/>
              <a:pathLst>
                <a:path w="17102" h="7127" extrusionOk="0">
                  <a:moveTo>
                    <a:pt x="15360" y="1"/>
                  </a:moveTo>
                  <a:lnTo>
                    <a:pt x="1742" y="32"/>
                  </a:lnTo>
                  <a:cubicBezTo>
                    <a:pt x="792" y="32"/>
                    <a:pt x="0" y="824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15360" y="7063"/>
                  </a:lnTo>
                  <a:cubicBezTo>
                    <a:pt x="16310" y="7063"/>
                    <a:pt x="17102" y="6271"/>
                    <a:pt x="17102" y="5353"/>
                  </a:cubicBezTo>
                  <a:lnTo>
                    <a:pt x="17102" y="1742"/>
                  </a:lnTo>
                  <a:cubicBezTo>
                    <a:pt x="17070" y="792"/>
                    <a:pt x="16310" y="1"/>
                    <a:pt x="15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760;p68">
              <a:extLst>
                <a:ext uri="{FF2B5EF4-FFF2-40B4-BE49-F238E27FC236}">
                  <a16:creationId xmlns:a16="http://schemas.microsoft.com/office/drawing/2014/main" id="{28BC72E4-95B3-57B5-E853-B6AF7720774D}"/>
                </a:ext>
              </a:extLst>
            </p:cNvPr>
            <p:cNvSpPr/>
            <p:nvPr/>
          </p:nvSpPr>
          <p:spPr>
            <a:xfrm>
              <a:off x="1888910" y="3719452"/>
              <a:ext cx="199841" cy="117812"/>
            </a:xfrm>
            <a:custGeom>
              <a:avLst/>
              <a:gdLst/>
              <a:ahLst/>
              <a:cxnLst/>
              <a:rect l="l" t="t" r="r" b="b"/>
              <a:pathLst>
                <a:path w="12035" h="7095" extrusionOk="0">
                  <a:moveTo>
                    <a:pt x="10103" y="1"/>
                  </a:moveTo>
                  <a:lnTo>
                    <a:pt x="1869" y="64"/>
                  </a:lnTo>
                  <a:cubicBezTo>
                    <a:pt x="824" y="64"/>
                    <a:pt x="1" y="919"/>
                    <a:pt x="1" y="1964"/>
                  </a:cubicBezTo>
                  <a:lnTo>
                    <a:pt x="1" y="5258"/>
                  </a:lnTo>
                  <a:cubicBezTo>
                    <a:pt x="1" y="6271"/>
                    <a:pt x="887" y="7095"/>
                    <a:pt x="1901" y="7095"/>
                  </a:cubicBezTo>
                  <a:lnTo>
                    <a:pt x="10135" y="7063"/>
                  </a:lnTo>
                  <a:cubicBezTo>
                    <a:pt x="11211" y="7063"/>
                    <a:pt x="12035" y="6240"/>
                    <a:pt x="12003" y="5163"/>
                  </a:cubicBezTo>
                  <a:lnTo>
                    <a:pt x="12003" y="1869"/>
                  </a:lnTo>
                  <a:cubicBezTo>
                    <a:pt x="12003" y="856"/>
                    <a:pt x="11116" y="1"/>
                    <a:pt x="10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761;p68">
              <a:extLst>
                <a:ext uri="{FF2B5EF4-FFF2-40B4-BE49-F238E27FC236}">
                  <a16:creationId xmlns:a16="http://schemas.microsoft.com/office/drawing/2014/main" id="{E3FB982A-3695-77A0-42EA-72E866EA1775}"/>
                </a:ext>
              </a:extLst>
            </p:cNvPr>
            <p:cNvSpPr/>
            <p:nvPr/>
          </p:nvSpPr>
          <p:spPr>
            <a:xfrm>
              <a:off x="3901261" y="3713142"/>
              <a:ext cx="189330" cy="272953"/>
            </a:xfrm>
            <a:custGeom>
              <a:avLst/>
              <a:gdLst/>
              <a:ahLst/>
              <a:cxnLst/>
              <a:rect l="l" t="t" r="r" b="b"/>
              <a:pathLst>
                <a:path w="11402" h="16438" extrusionOk="0">
                  <a:moveTo>
                    <a:pt x="9216" y="1"/>
                  </a:moveTo>
                  <a:lnTo>
                    <a:pt x="1457" y="33"/>
                  </a:lnTo>
                  <a:cubicBezTo>
                    <a:pt x="1438" y="32"/>
                    <a:pt x="1419" y="31"/>
                    <a:pt x="1400" y="31"/>
                  </a:cubicBezTo>
                  <a:cubicBezTo>
                    <a:pt x="634" y="31"/>
                    <a:pt x="0" y="654"/>
                    <a:pt x="0" y="1458"/>
                  </a:cubicBezTo>
                  <a:lnTo>
                    <a:pt x="0" y="5638"/>
                  </a:lnTo>
                  <a:cubicBezTo>
                    <a:pt x="0" y="6430"/>
                    <a:pt x="665" y="7095"/>
                    <a:pt x="1457" y="7095"/>
                  </a:cubicBezTo>
                  <a:lnTo>
                    <a:pt x="5859" y="7095"/>
                  </a:lnTo>
                  <a:lnTo>
                    <a:pt x="5891" y="15297"/>
                  </a:lnTo>
                  <a:cubicBezTo>
                    <a:pt x="5891" y="15930"/>
                    <a:pt x="6397" y="16437"/>
                    <a:pt x="7031" y="16437"/>
                  </a:cubicBezTo>
                  <a:lnTo>
                    <a:pt x="10229" y="16437"/>
                  </a:lnTo>
                  <a:cubicBezTo>
                    <a:pt x="10863" y="16437"/>
                    <a:pt x="11401" y="15899"/>
                    <a:pt x="11401" y="15297"/>
                  </a:cubicBezTo>
                  <a:lnTo>
                    <a:pt x="11338" y="2154"/>
                  </a:lnTo>
                  <a:cubicBezTo>
                    <a:pt x="11338" y="951"/>
                    <a:pt x="10388" y="1"/>
                    <a:pt x="9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762;p68">
              <a:extLst>
                <a:ext uri="{FF2B5EF4-FFF2-40B4-BE49-F238E27FC236}">
                  <a16:creationId xmlns:a16="http://schemas.microsoft.com/office/drawing/2014/main" id="{F402CC75-0799-15C3-8D7B-60DEE7A72C2A}"/>
                </a:ext>
              </a:extLst>
            </p:cNvPr>
            <p:cNvSpPr/>
            <p:nvPr/>
          </p:nvSpPr>
          <p:spPr>
            <a:xfrm>
              <a:off x="1890487" y="3874579"/>
              <a:ext cx="305549" cy="117812"/>
            </a:xfrm>
            <a:custGeom>
              <a:avLst/>
              <a:gdLst/>
              <a:ahLst/>
              <a:cxnLst/>
              <a:rect l="l" t="t" r="r" b="b"/>
              <a:pathLst>
                <a:path w="18401" h="7095" extrusionOk="0">
                  <a:moveTo>
                    <a:pt x="17165" y="0"/>
                  </a:moveTo>
                  <a:lnTo>
                    <a:pt x="1204" y="64"/>
                  </a:lnTo>
                  <a:cubicBezTo>
                    <a:pt x="539" y="64"/>
                    <a:pt x="1" y="602"/>
                    <a:pt x="1" y="1267"/>
                  </a:cubicBezTo>
                  <a:lnTo>
                    <a:pt x="1" y="5891"/>
                  </a:lnTo>
                  <a:cubicBezTo>
                    <a:pt x="1" y="6556"/>
                    <a:pt x="539" y="7094"/>
                    <a:pt x="1204" y="7094"/>
                  </a:cubicBezTo>
                  <a:lnTo>
                    <a:pt x="17165" y="7062"/>
                  </a:lnTo>
                  <a:cubicBezTo>
                    <a:pt x="17862" y="7062"/>
                    <a:pt x="18400" y="6524"/>
                    <a:pt x="18400" y="5827"/>
                  </a:cubicBezTo>
                  <a:lnTo>
                    <a:pt x="18400" y="1235"/>
                  </a:lnTo>
                  <a:cubicBezTo>
                    <a:pt x="18400" y="570"/>
                    <a:pt x="17862" y="0"/>
                    <a:pt x="17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763;p68">
              <a:extLst>
                <a:ext uri="{FF2B5EF4-FFF2-40B4-BE49-F238E27FC236}">
                  <a16:creationId xmlns:a16="http://schemas.microsoft.com/office/drawing/2014/main" id="{33EB46DF-18CA-EF9E-1A09-2FA8920E49E3}"/>
                </a:ext>
              </a:extLst>
            </p:cNvPr>
            <p:cNvSpPr/>
            <p:nvPr/>
          </p:nvSpPr>
          <p:spPr>
            <a:xfrm>
              <a:off x="3652536" y="4028113"/>
              <a:ext cx="439119" cy="120967"/>
            </a:xfrm>
            <a:custGeom>
              <a:avLst/>
              <a:gdLst/>
              <a:ahLst/>
              <a:cxnLst/>
              <a:rect l="l" t="t" r="r" b="b"/>
              <a:pathLst>
                <a:path w="26445" h="7285" extrusionOk="0">
                  <a:moveTo>
                    <a:pt x="25051" y="1"/>
                  </a:moveTo>
                  <a:lnTo>
                    <a:pt x="1426" y="64"/>
                  </a:lnTo>
                  <a:cubicBezTo>
                    <a:pt x="666" y="64"/>
                    <a:pt x="32" y="697"/>
                    <a:pt x="32" y="1457"/>
                  </a:cubicBezTo>
                  <a:lnTo>
                    <a:pt x="32" y="5891"/>
                  </a:lnTo>
                  <a:cubicBezTo>
                    <a:pt x="1" y="6651"/>
                    <a:pt x="634" y="7284"/>
                    <a:pt x="1426" y="7284"/>
                  </a:cubicBezTo>
                  <a:lnTo>
                    <a:pt x="25051" y="7189"/>
                  </a:lnTo>
                  <a:cubicBezTo>
                    <a:pt x="25811" y="7189"/>
                    <a:pt x="26444" y="6556"/>
                    <a:pt x="26444" y="5828"/>
                  </a:cubicBezTo>
                  <a:lnTo>
                    <a:pt x="26444" y="1394"/>
                  </a:lnTo>
                  <a:cubicBezTo>
                    <a:pt x="26444" y="634"/>
                    <a:pt x="25811" y="1"/>
                    <a:pt x="25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764;p68">
              <a:extLst>
                <a:ext uri="{FF2B5EF4-FFF2-40B4-BE49-F238E27FC236}">
                  <a16:creationId xmlns:a16="http://schemas.microsoft.com/office/drawing/2014/main" id="{656057B6-1412-7B91-72CF-613C4BBF896E}"/>
                </a:ext>
              </a:extLst>
            </p:cNvPr>
            <p:cNvSpPr/>
            <p:nvPr/>
          </p:nvSpPr>
          <p:spPr>
            <a:xfrm>
              <a:off x="2553030" y="4182709"/>
              <a:ext cx="736764" cy="119905"/>
            </a:xfrm>
            <a:custGeom>
              <a:avLst/>
              <a:gdLst/>
              <a:ahLst/>
              <a:cxnLst/>
              <a:rect l="l" t="t" r="r" b="b"/>
              <a:pathLst>
                <a:path w="44370" h="7221" extrusionOk="0">
                  <a:moveTo>
                    <a:pt x="43356" y="0"/>
                  </a:moveTo>
                  <a:lnTo>
                    <a:pt x="1014" y="159"/>
                  </a:lnTo>
                  <a:cubicBezTo>
                    <a:pt x="476" y="159"/>
                    <a:pt x="1" y="634"/>
                    <a:pt x="1" y="1172"/>
                  </a:cubicBezTo>
                  <a:lnTo>
                    <a:pt x="1" y="6207"/>
                  </a:lnTo>
                  <a:cubicBezTo>
                    <a:pt x="1" y="6746"/>
                    <a:pt x="476" y="7221"/>
                    <a:pt x="1014" y="7221"/>
                  </a:cubicBezTo>
                  <a:lnTo>
                    <a:pt x="43324" y="7062"/>
                  </a:lnTo>
                  <a:cubicBezTo>
                    <a:pt x="43894" y="7062"/>
                    <a:pt x="44369" y="6587"/>
                    <a:pt x="44369" y="6049"/>
                  </a:cubicBezTo>
                  <a:lnTo>
                    <a:pt x="44369" y="1014"/>
                  </a:lnTo>
                  <a:cubicBezTo>
                    <a:pt x="44369" y="412"/>
                    <a:pt x="43894" y="0"/>
                    <a:pt x="433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765;p68">
              <a:extLst>
                <a:ext uri="{FF2B5EF4-FFF2-40B4-BE49-F238E27FC236}">
                  <a16:creationId xmlns:a16="http://schemas.microsoft.com/office/drawing/2014/main" id="{E0374F5F-50DC-F51C-4CF1-4DB1AC329276}"/>
                </a:ext>
              </a:extLst>
            </p:cNvPr>
            <p:cNvSpPr/>
            <p:nvPr/>
          </p:nvSpPr>
          <p:spPr>
            <a:xfrm>
              <a:off x="3653598" y="4247380"/>
              <a:ext cx="121482" cy="51559"/>
            </a:xfrm>
            <a:custGeom>
              <a:avLst/>
              <a:gdLst/>
              <a:ahLst/>
              <a:cxnLst/>
              <a:rect l="l" t="t" r="r" b="b"/>
              <a:pathLst>
                <a:path w="7316" h="3105" extrusionOk="0">
                  <a:moveTo>
                    <a:pt x="6746" y="1"/>
                  </a:moveTo>
                  <a:lnTo>
                    <a:pt x="570" y="64"/>
                  </a:lnTo>
                  <a:cubicBezTo>
                    <a:pt x="253" y="64"/>
                    <a:pt x="0" y="286"/>
                    <a:pt x="0" y="602"/>
                  </a:cubicBezTo>
                  <a:lnTo>
                    <a:pt x="0" y="2534"/>
                  </a:lnTo>
                  <a:cubicBezTo>
                    <a:pt x="0" y="2851"/>
                    <a:pt x="253" y="3104"/>
                    <a:pt x="570" y="3104"/>
                  </a:cubicBezTo>
                  <a:lnTo>
                    <a:pt x="6746" y="3072"/>
                  </a:lnTo>
                  <a:cubicBezTo>
                    <a:pt x="7062" y="3072"/>
                    <a:pt x="7316" y="2787"/>
                    <a:pt x="7284" y="2502"/>
                  </a:cubicBezTo>
                  <a:lnTo>
                    <a:pt x="7284" y="571"/>
                  </a:lnTo>
                  <a:cubicBezTo>
                    <a:pt x="7284" y="254"/>
                    <a:pt x="7062" y="1"/>
                    <a:pt x="6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766;p68">
              <a:extLst>
                <a:ext uri="{FF2B5EF4-FFF2-40B4-BE49-F238E27FC236}">
                  <a16:creationId xmlns:a16="http://schemas.microsoft.com/office/drawing/2014/main" id="{F72D9D4C-9F92-F42A-D735-60FC2B53CECF}"/>
                </a:ext>
              </a:extLst>
            </p:cNvPr>
            <p:cNvSpPr/>
            <p:nvPr/>
          </p:nvSpPr>
          <p:spPr>
            <a:xfrm>
              <a:off x="3812397" y="4246849"/>
              <a:ext cx="120951" cy="51559"/>
            </a:xfrm>
            <a:custGeom>
              <a:avLst/>
              <a:gdLst/>
              <a:ahLst/>
              <a:cxnLst/>
              <a:rect l="l" t="t" r="r" b="b"/>
              <a:pathLst>
                <a:path w="7284" h="3105" extrusionOk="0">
                  <a:moveTo>
                    <a:pt x="6714" y="1"/>
                  </a:moveTo>
                  <a:lnTo>
                    <a:pt x="538" y="33"/>
                  </a:lnTo>
                  <a:cubicBezTo>
                    <a:pt x="222" y="33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22" y="3104"/>
                    <a:pt x="538" y="3104"/>
                  </a:cubicBezTo>
                  <a:lnTo>
                    <a:pt x="6714" y="3041"/>
                  </a:lnTo>
                  <a:cubicBezTo>
                    <a:pt x="7031" y="3041"/>
                    <a:pt x="7284" y="2788"/>
                    <a:pt x="7284" y="2503"/>
                  </a:cubicBezTo>
                  <a:lnTo>
                    <a:pt x="7284" y="571"/>
                  </a:lnTo>
                  <a:cubicBezTo>
                    <a:pt x="7284" y="254"/>
                    <a:pt x="7031" y="1"/>
                    <a:pt x="67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767;p68">
              <a:extLst>
                <a:ext uri="{FF2B5EF4-FFF2-40B4-BE49-F238E27FC236}">
                  <a16:creationId xmlns:a16="http://schemas.microsoft.com/office/drawing/2014/main" id="{37E9A1B9-7A43-D0E4-F246-408EF22BD65F}"/>
                </a:ext>
              </a:extLst>
            </p:cNvPr>
            <p:cNvSpPr/>
            <p:nvPr/>
          </p:nvSpPr>
          <p:spPr>
            <a:xfrm>
              <a:off x="3811335" y="4170090"/>
              <a:ext cx="122014" cy="51027"/>
            </a:xfrm>
            <a:custGeom>
              <a:avLst/>
              <a:gdLst/>
              <a:ahLst/>
              <a:cxnLst/>
              <a:rect l="l" t="t" r="r" b="b"/>
              <a:pathLst>
                <a:path w="7348" h="3073" extrusionOk="0">
                  <a:moveTo>
                    <a:pt x="6746" y="0"/>
                  </a:moveTo>
                  <a:lnTo>
                    <a:pt x="571" y="32"/>
                  </a:lnTo>
                  <a:cubicBezTo>
                    <a:pt x="254" y="32"/>
                    <a:pt x="1" y="285"/>
                    <a:pt x="1" y="602"/>
                  </a:cubicBezTo>
                  <a:lnTo>
                    <a:pt x="1" y="2534"/>
                  </a:lnTo>
                  <a:cubicBezTo>
                    <a:pt x="1" y="2850"/>
                    <a:pt x="254" y="3072"/>
                    <a:pt x="571" y="3072"/>
                  </a:cubicBezTo>
                  <a:lnTo>
                    <a:pt x="6746" y="3040"/>
                  </a:lnTo>
                  <a:cubicBezTo>
                    <a:pt x="7063" y="3040"/>
                    <a:pt x="7348" y="2819"/>
                    <a:pt x="7285" y="2502"/>
                  </a:cubicBezTo>
                  <a:lnTo>
                    <a:pt x="7285" y="539"/>
                  </a:lnTo>
                  <a:cubicBezTo>
                    <a:pt x="7285" y="222"/>
                    <a:pt x="7063" y="0"/>
                    <a:pt x="6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768;p68">
              <a:extLst>
                <a:ext uri="{FF2B5EF4-FFF2-40B4-BE49-F238E27FC236}">
                  <a16:creationId xmlns:a16="http://schemas.microsoft.com/office/drawing/2014/main" id="{176A345C-9960-9B4C-B489-7DE85F3D77B9}"/>
                </a:ext>
              </a:extLst>
            </p:cNvPr>
            <p:cNvSpPr/>
            <p:nvPr/>
          </p:nvSpPr>
          <p:spPr>
            <a:xfrm>
              <a:off x="3970665" y="4246334"/>
              <a:ext cx="120967" cy="51027"/>
            </a:xfrm>
            <a:custGeom>
              <a:avLst/>
              <a:gdLst/>
              <a:ahLst/>
              <a:cxnLst/>
              <a:rect l="l" t="t" r="r" b="b"/>
              <a:pathLst>
                <a:path w="7285" h="3073" extrusionOk="0">
                  <a:moveTo>
                    <a:pt x="6746" y="0"/>
                  </a:moveTo>
                  <a:lnTo>
                    <a:pt x="571" y="32"/>
                  </a:lnTo>
                  <a:cubicBezTo>
                    <a:pt x="254" y="32"/>
                    <a:pt x="0" y="285"/>
                    <a:pt x="0" y="602"/>
                  </a:cubicBezTo>
                  <a:lnTo>
                    <a:pt x="0" y="2534"/>
                  </a:lnTo>
                  <a:cubicBezTo>
                    <a:pt x="0" y="2850"/>
                    <a:pt x="254" y="3072"/>
                    <a:pt x="571" y="3072"/>
                  </a:cubicBezTo>
                  <a:lnTo>
                    <a:pt x="6746" y="3040"/>
                  </a:lnTo>
                  <a:cubicBezTo>
                    <a:pt x="7031" y="3040"/>
                    <a:pt x="7284" y="2819"/>
                    <a:pt x="7284" y="2502"/>
                  </a:cubicBezTo>
                  <a:lnTo>
                    <a:pt x="7284" y="539"/>
                  </a:lnTo>
                  <a:cubicBezTo>
                    <a:pt x="7284" y="222"/>
                    <a:pt x="7031" y="0"/>
                    <a:pt x="6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769;p68">
              <a:extLst>
                <a:ext uri="{FF2B5EF4-FFF2-40B4-BE49-F238E27FC236}">
                  <a16:creationId xmlns:a16="http://schemas.microsoft.com/office/drawing/2014/main" id="{E8080580-5486-B86D-B491-C48F8001FA92}"/>
                </a:ext>
              </a:extLst>
            </p:cNvPr>
            <p:cNvSpPr/>
            <p:nvPr/>
          </p:nvSpPr>
          <p:spPr>
            <a:xfrm>
              <a:off x="1898374" y="3558031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770;p68">
              <a:extLst>
                <a:ext uri="{FF2B5EF4-FFF2-40B4-BE49-F238E27FC236}">
                  <a16:creationId xmlns:a16="http://schemas.microsoft.com/office/drawing/2014/main" id="{8332D418-281D-654F-F27A-9C6B63D9ECA8}"/>
                </a:ext>
              </a:extLst>
            </p:cNvPr>
            <p:cNvSpPr/>
            <p:nvPr/>
          </p:nvSpPr>
          <p:spPr>
            <a:xfrm>
              <a:off x="2058750" y="3558031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6999"/>
                    <a:pt x="7095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771;p68">
              <a:extLst>
                <a:ext uri="{FF2B5EF4-FFF2-40B4-BE49-F238E27FC236}">
                  <a16:creationId xmlns:a16="http://schemas.microsoft.com/office/drawing/2014/main" id="{505B1184-C890-DD02-B8AF-4B87A12374B2}"/>
                </a:ext>
              </a:extLst>
            </p:cNvPr>
            <p:cNvSpPr/>
            <p:nvPr/>
          </p:nvSpPr>
          <p:spPr>
            <a:xfrm>
              <a:off x="2219127" y="3557500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772;p68">
              <a:extLst>
                <a:ext uri="{FF2B5EF4-FFF2-40B4-BE49-F238E27FC236}">
                  <a16:creationId xmlns:a16="http://schemas.microsoft.com/office/drawing/2014/main" id="{F7C20CE1-4D3F-6BE0-E92C-CA7459C67BE0}"/>
                </a:ext>
              </a:extLst>
            </p:cNvPr>
            <p:cNvSpPr/>
            <p:nvPr/>
          </p:nvSpPr>
          <p:spPr>
            <a:xfrm>
              <a:off x="2379503" y="3556985"/>
              <a:ext cx="116766" cy="116750"/>
            </a:xfrm>
            <a:custGeom>
              <a:avLst/>
              <a:gdLst/>
              <a:ahLst/>
              <a:cxnLst/>
              <a:rect l="l" t="t" r="r" b="b"/>
              <a:pathLst>
                <a:path w="7032" h="7031" extrusionOk="0">
                  <a:moveTo>
                    <a:pt x="1553" y="0"/>
                  </a:moveTo>
                  <a:cubicBezTo>
                    <a:pt x="698" y="0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31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773;p68">
              <a:extLst>
                <a:ext uri="{FF2B5EF4-FFF2-40B4-BE49-F238E27FC236}">
                  <a16:creationId xmlns:a16="http://schemas.microsoft.com/office/drawing/2014/main" id="{23D6BCB1-5A9C-A9E1-6918-F3D8994D80B0}"/>
                </a:ext>
              </a:extLst>
            </p:cNvPr>
            <p:cNvSpPr/>
            <p:nvPr/>
          </p:nvSpPr>
          <p:spPr>
            <a:xfrm>
              <a:off x="2539365" y="3555923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2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774;p68">
              <a:extLst>
                <a:ext uri="{FF2B5EF4-FFF2-40B4-BE49-F238E27FC236}">
                  <a16:creationId xmlns:a16="http://schemas.microsoft.com/office/drawing/2014/main" id="{C5DA586C-7CDB-674A-E186-43A491E435FA}"/>
                </a:ext>
              </a:extLst>
            </p:cNvPr>
            <p:cNvSpPr/>
            <p:nvPr/>
          </p:nvSpPr>
          <p:spPr>
            <a:xfrm>
              <a:off x="2699741" y="355540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775;p68">
              <a:extLst>
                <a:ext uri="{FF2B5EF4-FFF2-40B4-BE49-F238E27FC236}">
                  <a16:creationId xmlns:a16="http://schemas.microsoft.com/office/drawing/2014/main" id="{81938C9D-926B-AA1C-B058-6C7C9EE2FB63}"/>
                </a:ext>
              </a:extLst>
            </p:cNvPr>
            <p:cNvSpPr/>
            <p:nvPr/>
          </p:nvSpPr>
          <p:spPr>
            <a:xfrm>
              <a:off x="2699741" y="355540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776;p68">
              <a:extLst>
                <a:ext uri="{FF2B5EF4-FFF2-40B4-BE49-F238E27FC236}">
                  <a16:creationId xmlns:a16="http://schemas.microsoft.com/office/drawing/2014/main" id="{50794C20-CBCE-36C8-9ED0-F29A597CDCF9}"/>
                </a:ext>
              </a:extLst>
            </p:cNvPr>
            <p:cNvSpPr/>
            <p:nvPr/>
          </p:nvSpPr>
          <p:spPr>
            <a:xfrm>
              <a:off x="2860118" y="3554877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1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66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03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777;p68">
              <a:extLst>
                <a:ext uri="{FF2B5EF4-FFF2-40B4-BE49-F238E27FC236}">
                  <a16:creationId xmlns:a16="http://schemas.microsoft.com/office/drawing/2014/main" id="{DD632C2C-D2F1-E15D-9C01-DF812FF5134D}"/>
                </a:ext>
              </a:extLst>
            </p:cNvPr>
            <p:cNvSpPr/>
            <p:nvPr/>
          </p:nvSpPr>
          <p:spPr>
            <a:xfrm>
              <a:off x="3019448" y="3554877"/>
              <a:ext cx="117796" cy="116766"/>
            </a:xfrm>
            <a:custGeom>
              <a:avLst/>
              <a:gdLst/>
              <a:ahLst/>
              <a:cxnLst/>
              <a:rect l="l" t="t" r="r" b="b"/>
              <a:pathLst>
                <a:path w="7094" h="7032" extrusionOk="0">
                  <a:moveTo>
                    <a:pt x="1552" y="1"/>
                  </a:moveTo>
                  <a:cubicBezTo>
                    <a:pt x="729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6999"/>
                    <a:pt x="7094" y="6334"/>
                    <a:pt x="7062" y="5448"/>
                  </a:cubicBezTo>
                  <a:lnTo>
                    <a:pt x="7062" y="1552"/>
                  </a:lnTo>
                  <a:cubicBezTo>
                    <a:pt x="7062" y="697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778;p68">
              <a:extLst>
                <a:ext uri="{FF2B5EF4-FFF2-40B4-BE49-F238E27FC236}">
                  <a16:creationId xmlns:a16="http://schemas.microsoft.com/office/drawing/2014/main" id="{D611CBDC-FA3E-0E85-9991-C76600598896}"/>
                </a:ext>
              </a:extLst>
            </p:cNvPr>
            <p:cNvSpPr/>
            <p:nvPr/>
          </p:nvSpPr>
          <p:spPr>
            <a:xfrm>
              <a:off x="3179825" y="3554345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94" y="6303"/>
                    <a:pt x="7062" y="5448"/>
                  </a:cubicBezTo>
                  <a:lnTo>
                    <a:pt x="7062" y="1521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779;p68">
              <a:extLst>
                <a:ext uri="{FF2B5EF4-FFF2-40B4-BE49-F238E27FC236}">
                  <a16:creationId xmlns:a16="http://schemas.microsoft.com/office/drawing/2014/main" id="{ACA5C4DE-23EF-DAB5-8FB5-5F5F334D5B64}"/>
                </a:ext>
              </a:extLst>
            </p:cNvPr>
            <p:cNvSpPr/>
            <p:nvPr/>
          </p:nvSpPr>
          <p:spPr>
            <a:xfrm>
              <a:off x="3340201" y="3553299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62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780;p68">
              <a:extLst>
                <a:ext uri="{FF2B5EF4-FFF2-40B4-BE49-F238E27FC236}">
                  <a16:creationId xmlns:a16="http://schemas.microsoft.com/office/drawing/2014/main" id="{44B74D90-6B86-8402-220E-A807608455E9}"/>
                </a:ext>
              </a:extLst>
            </p:cNvPr>
            <p:cNvSpPr/>
            <p:nvPr/>
          </p:nvSpPr>
          <p:spPr>
            <a:xfrm>
              <a:off x="3500046" y="3552768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781;p68">
              <a:extLst>
                <a:ext uri="{FF2B5EF4-FFF2-40B4-BE49-F238E27FC236}">
                  <a16:creationId xmlns:a16="http://schemas.microsoft.com/office/drawing/2014/main" id="{072DB334-D72E-D58A-51A2-BA56CAE10460}"/>
                </a:ext>
              </a:extLst>
            </p:cNvPr>
            <p:cNvSpPr/>
            <p:nvPr/>
          </p:nvSpPr>
          <p:spPr>
            <a:xfrm>
              <a:off x="2146037" y="3715251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782;p68">
              <a:extLst>
                <a:ext uri="{FF2B5EF4-FFF2-40B4-BE49-F238E27FC236}">
                  <a16:creationId xmlns:a16="http://schemas.microsoft.com/office/drawing/2014/main" id="{01C15785-427C-14F8-2D57-434D46E57A11}"/>
                </a:ext>
              </a:extLst>
            </p:cNvPr>
            <p:cNvSpPr/>
            <p:nvPr/>
          </p:nvSpPr>
          <p:spPr>
            <a:xfrm>
              <a:off x="2306413" y="3714720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35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783;p68">
              <a:extLst>
                <a:ext uri="{FF2B5EF4-FFF2-40B4-BE49-F238E27FC236}">
                  <a16:creationId xmlns:a16="http://schemas.microsoft.com/office/drawing/2014/main" id="{694C9C24-9C72-E247-6BE1-819B55156A70}"/>
                </a:ext>
              </a:extLst>
            </p:cNvPr>
            <p:cNvSpPr/>
            <p:nvPr/>
          </p:nvSpPr>
          <p:spPr>
            <a:xfrm>
              <a:off x="2466790" y="3713674"/>
              <a:ext cx="117298" cy="117281"/>
            </a:xfrm>
            <a:custGeom>
              <a:avLst/>
              <a:gdLst/>
              <a:ahLst/>
              <a:cxnLst/>
              <a:rect l="l" t="t" r="r" b="b"/>
              <a:pathLst>
                <a:path w="7064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35" y="7063"/>
                    <a:pt x="7063" y="6398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784;p68">
              <a:extLst>
                <a:ext uri="{FF2B5EF4-FFF2-40B4-BE49-F238E27FC236}">
                  <a16:creationId xmlns:a16="http://schemas.microsoft.com/office/drawing/2014/main" id="{7D031475-581F-ED97-5B15-2892DBCB21D3}"/>
                </a:ext>
              </a:extLst>
            </p:cNvPr>
            <p:cNvSpPr/>
            <p:nvPr/>
          </p:nvSpPr>
          <p:spPr>
            <a:xfrm>
              <a:off x="2626651" y="371367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785;p68">
              <a:extLst>
                <a:ext uri="{FF2B5EF4-FFF2-40B4-BE49-F238E27FC236}">
                  <a16:creationId xmlns:a16="http://schemas.microsoft.com/office/drawing/2014/main" id="{5F7F6B37-F1AB-8A60-D1DF-357372F5C93C}"/>
                </a:ext>
              </a:extLst>
            </p:cNvPr>
            <p:cNvSpPr/>
            <p:nvPr/>
          </p:nvSpPr>
          <p:spPr>
            <a:xfrm>
              <a:off x="2787028" y="3713142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786;p68">
              <a:extLst>
                <a:ext uri="{FF2B5EF4-FFF2-40B4-BE49-F238E27FC236}">
                  <a16:creationId xmlns:a16="http://schemas.microsoft.com/office/drawing/2014/main" id="{B7E1671A-10B2-6919-9907-88BA803DF66E}"/>
                </a:ext>
              </a:extLst>
            </p:cNvPr>
            <p:cNvSpPr/>
            <p:nvPr/>
          </p:nvSpPr>
          <p:spPr>
            <a:xfrm>
              <a:off x="2947404" y="371262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787;p68">
              <a:extLst>
                <a:ext uri="{FF2B5EF4-FFF2-40B4-BE49-F238E27FC236}">
                  <a16:creationId xmlns:a16="http://schemas.microsoft.com/office/drawing/2014/main" id="{FEA55B91-436F-6664-5A2B-158C5DE02241}"/>
                </a:ext>
              </a:extLst>
            </p:cNvPr>
            <p:cNvSpPr/>
            <p:nvPr/>
          </p:nvSpPr>
          <p:spPr>
            <a:xfrm>
              <a:off x="3107249" y="3712096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21" y="1"/>
                  </a:moveTo>
                  <a:cubicBezTo>
                    <a:pt x="698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03"/>
                    <a:pt x="698" y="7031"/>
                    <a:pt x="1584" y="7031"/>
                  </a:cubicBezTo>
                  <a:lnTo>
                    <a:pt x="5480" y="7031"/>
                  </a:lnTo>
                  <a:cubicBezTo>
                    <a:pt x="6366" y="7031"/>
                    <a:pt x="7063" y="6303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788;p68">
              <a:extLst>
                <a:ext uri="{FF2B5EF4-FFF2-40B4-BE49-F238E27FC236}">
                  <a16:creationId xmlns:a16="http://schemas.microsoft.com/office/drawing/2014/main" id="{67556F44-7D30-F868-D801-B542E8DC5F43}"/>
                </a:ext>
              </a:extLst>
            </p:cNvPr>
            <p:cNvSpPr/>
            <p:nvPr/>
          </p:nvSpPr>
          <p:spPr>
            <a:xfrm>
              <a:off x="3267626" y="3711050"/>
              <a:ext cx="117298" cy="117281"/>
            </a:xfrm>
            <a:custGeom>
              <a:avLst/>
              <a:gdLst/>
              <a:ahLst/>
              <a:cxnLst/>
              <a:rect l="l" t="t" r="r" b="b"/>
              <a:pathLst>
                <a:path w="7064" h="7063" extrusionOk="0">
                  <a:moveTo>
                    <a:pt x="1521" y="0"/>
                  </a:moveTo>
                  <a:cubicBezTo>
                    <a:pt x="698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2"/>
                    <a:pt x="1584" y="7062"/>
                  </a:cubicBezTo>
                  <a:lnTo>
                    <a:pt x="5480" y="7062"/>
                  </a:lnTo>
                  <a:cubicBezTo>
                    <a:pt x="6366" y="7062"/>
                    <a:pt x="7063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789;p68">
              <a:extLst>
                <a:ext uri="{FF2B5EF4-FFF2-40B4-BE49-F238E27FC236}">
                  <a16:creationId xmlns:a16="http://schemas.microsoft.com/office/drawing/2014/main" id="{36DCAB6F-A036-5400-8A76-0AC0F32D7058}"/>
                </a:ext>
              </a:extLst>
            </p:cNvPr>
            <p:cNvSpPr/>
            <p:nvPr/>
          </p:nvSpPr>
          <p:spPr>
            <a:xfrm>
              <a:off x="3428002" y="3710519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480" y="7063"/>
                  </a:lnTo>
                  <a:cubicBezTo>
                    <a:pt x="6366" y="7063"/>
                    <a:pt x="7032" y="6366"/>
                    <a:pt x="7032" y="5479"/>
                  </a:cubicBezTo>
                  <a:lnTo>
                    <a:pt x="7032" y="1552"/>
                  </a:lnTo>
                  <a:cubicBezTo>
                    <a:pt x="7032" y="729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790;p68">
              <a:extLst>
                <a:ext uri="{FF2B5EF4-FFF2-40B4-BE49-F238E27FC236}">
                  <a16:creationId xmlns:a16="http://schemas.microsoft.com/office/drawing/2014/main" id="{B5D23D6A-AC9C-BD8A-701B-9BC4FEC255DD}"/>
                </a:ext>
              </a:extLst>
            </p:cNvPr>
            <p:cNvSpPr/>
            <p:nvPr/>
          </p:nvSpPr>
          <p:spPr>
            <a:xfrm>
              <a:off x="3587332" y="3710519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791;p68">
              <a:extLst>
                <a:ext uri="{FF2B5EF4-FFF2-40B4-BE49-F238E27FC236}">
                  <a16:creationId xmlns:a16="http://schemas.microsoft.com/office/drawing/2014/main" id="{3C380FA0-431E-EF52-5651-D5071C3A6D29}"/>
                </a:ext>
              </a:extLst>
            </p:cNvPr>
            <p:cNvSpPr/>
            <p:nvPr/>
          </p:nvSpPr>
          <p:spPr>
            <a:xfrm>
              <a:off x="3747709" y="370998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792;p68">
              <a:extLst>
                <a:ext uri="{FF2B5EF4-FFF2-40B4-BE49-F238E27FC236}">
                  <a16:creationId xmlns:a16="http://schemas.microsoft.com/office/drawing/2014/main" id="{EB5678C5-42A9-6D22-A5BD-D66CAFDB839B}"/>
                </a:ext>
              </a:extLst>
            </p:cNvPr>
            <p:cNvSpPr/>
            <p:nvPr/>
          </p:nvSpPr>
          <p:spPr>
            <a:xfrm>
              <a:off x="3747709" y="370998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793;p68">
              <a:extLst>
                <a:ext uri="{FF2B5EF4-FFF2-40B4-BE49-F238E27FC236}">
                  <a16:creationId xmlns:a16="http://schemas.microsoft.com/office/drawing/2014/main" id="{C726124D-FA08-ED31-C121-B370945667E9}"/>
                </a:ext>
              </a:extLst>
            </p:cNvPr>
            <p:cNvSpPr/>
            <p:nvPr/>
          </p:nvSpPr>
          <p:spPr>
            <a:xfrm>
              <a:off x="3660423" y="3552253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5" y="0"/>
                    <a:pt x="5479" y="0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794;p68">
              <a:extLst>
                <a:ext uri="{FF2B5EF4-FFF2-40B4-BE49-F238E27FC236}">
                  <a16:creationId xmlns:a16="http://schemas.microsoft.com/office/drawing/2014/main" id="{FCD8B419-5EED-6949-4AE9-FBB4F5A19E22}"/>
                </a:ext>
              </a:extLst>
            </p:cNvPr>
            <p:cNvSpPr/>
            <p:nvPr/>
          </p:nvSpPr>
          <p:spPr>
            <a:xfrm>
              <a:off x="3660423" y="3552253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5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795;p68">
              <a:extLst>
                <a:ext uri="{FF2B5EF4-FFF2-40B4-BE49-F238E27FC236}">
                  <a16:creationId xmlns:a16="http://schemas.microsoft.com/office/drawing/2014/main" id="{FEDB0C11-F5C1-BBEE-00B7-A22320555774}"/>
                </a:ext>
              </a:extLst>
            </p:cNvPr>
            <p:cNvSpPr/>
            <p:nvPr/>
          </p:nvSpPr>
          <p:spPr>
            <a:xfrm>
              <a:off x="2241210" y="3870362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796;p68">
              <a:extLst>
                <a:ext uri="{FF2B5EF4-FFF2-40B4-BE49-F238E27FC236}">
                  <a16:creationId xmlns:a16="http://schemas.microsoft.com/office/drawing/2014/main" id="{948BE875-6F20-9460-740C-6357334040C0}"/>
                </a:ext>
              </a:extLst>
            </p:cNvPr>
            <p:cNvSpPr/>
            <p:nvPr/>
          </p:nvSpPr>
          <p:spPr>
            <a:xfrm>
              <a:off x="2401586" y="3869847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5" y="0"/>
                    <a:pt x="54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797;p68">
              <a:extLst>
                <a:ext uri="{FF2B5EF4-FFF2-40B4-BE49-F238E27FC236}">
                  <a16:creationId xmlns:a16="http://schemas.microsoft.com/office/drawing/2014/main" id="{561162F6-3AA3-CA7F-0718-886E7D7F642C}"/>
                </a:ext>
              </a:extLst>
            </p:cNvPr>
            <p:cNvSpPr/>
            <p:nvPr/>
          </p:nvSpPr>
          <p:spPr>
            <a:xfrm>
              <a:off x="2561979" y="3868784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52" y="1"/>
                  </a:moveTo>
                  <a:cubicBezTo>
                    <a:pt x="728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8" y="7063"/>
                    <a:pt x="1583" y="7063"/>
                  </a:cubicBezTo>
                  <a:lnTo>
                    <a:pt x="5510" y="7063"/>
                  </a:lnTo>
                  <a:cubicBezTo>
                    <a:pt x="6334" y="7063"/>
                    <a:pt x="7062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798;p68">
              <a:extLst>
                <a:ext uri="{FF2B5EF4-FFF2-40B4-BE49-F238E27FC236}">
                  <a16:creationId xmlns:a16="http://schemas.microsoft.com/office/drawing/2014/main" id="{26A916B0-8E0F-412B-0080-7CAA46395410}"/>
                </a:ext>
              </a:extLst>
            </p:cNvPr>
            <p:cNvSpPr/>
            <p:nvPr/>
          </p:nvSpPr>
          <p:spPr>
            <a:xfrm>
              <a:off x="2721824" y="3868270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4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799;p68">
              <a:extLst>
                <a:ext uri="{FF2B5EF4-FFF2-40B4-BE49-F238E27FC236}">
                  <a16:creationId xmlns:a16="http://schemas.microsoft.com/office/drawing/2014/main" id="{8B743655-5D69-6263-AF2A-D8AE10DE7C20}"/>
                </a:ext>
              </a:extLst>
            </p:cNvPr>
            <p:cNvSpPr/>
            <p:nvPr/>
          </p:nvSpPr>
          <p:spPr>
            <a:xfrm>
              <a:off x="2882201" y="3868270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800;p68">
              <a:extLst>
                <a:ext uri="{FF2B5EF4-FFF2-40B4-BE49-F238E27FC236}">
                  <a16:creationId xmlns:a16="http://schemas.microsoft.com/office/drawing/2014/main" id="{A2AE4180-A9A3-089F-49E1-7A49C974B729}"/>
                </a:ext>
              </a:extLst>
            </p:cNvPr>
            <p:cNvSpPr/>
            <p:nvPr/>
          </p:nvSpPr>
          <p:spPr>
            <a:xfrm>
              <a:off x="3042577" y="3867738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4" y="7031"/>
                    <a:pt x="7063" y="6334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801;p68">
              <a:extLst>
                <a:ext uri="{FF2B5EF4-FFF2-40B4-BE49-F238E27FC236}">
                  <a16:creationId xmlns:a16="http://schemas.microsoft.com/office/drawing/2014/main" id="{C44F98E7-0C6A-190A-631D-C4D67D1920EB}"/>
                </a:ext>
              </a:extLst>
            </p:cNvPr>
            <p:cNvSpPr/>
            <p:nvPr/>
          </p:nvSpPr>
          <p:spPr>
            <a:xfrm>
              <a:off x="3202422" y="3867207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802;p68">
              <a:extLst>
                <a:ext uri="{FF2B5EF4-FFF2-40B4-BE49-F238E27FC236}">
                  <a16:creationId xmlns:a16="http://schemas.microsoft.com/office/drawing/2014/main" id="{B66DCE10-6ABF-959F-A34E-2B3C63F4D9AA}"/>
                </a:ext>
              </a:extLst>
            </p:cNvPr>
            <p:cNvSpPr/>
            <p:nvPr/>
          </p:nvSpPr>
          <p:spPr>
            <a:xfrm>
              <a:off x="3362815" y="3866161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3" y="7063"/>
                  </a:cubicBezTo>
                  <a:lnTo>
                    <a:pt x="5510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803;p68">
              <a:extLst>
                <a:ext uri="{FF2B5EF4-FFF2-40B4-BE49-F238E27FC236}">
                  <a16:creationId xmlns:a16="http://schemas.microsoft.com/office/drawing/2014/main" id="{77947F92-10FE-E4DE-F016-6ED782B63FEB}"/>
                </a:ext>
              </a:extLst>
            </p:cNvPr>
            <p:cNvSpPr/>
            <p:nvPr/>
          </p:nvSpPr>
          <p:spPr>
            <a:xfrm>
              <a:off x="3523192" y="3865630"/>
              <a:ext cx="116750" cy="117298"/>
            </a:xfrm>
            <a:custGeom>
              <a:avLst/>
              <a:gdLst/>
              <a:ahLst/>
              <a:cxnLst/>
              <a:rect l="l" t="t" r="r" b="b"/>
              <a:pathLst>
                <a:path w="7031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804;p68">
              <a:extLst>
                <a:ext uri="{FF2B5EF4-FFF2-40B4-BE49-F238E27FC236}">
                  <a16:creationId xmlns:a16="http://schemas.microsoft.com/office/drawing/2014/main" id="{168DE404-3D99-E9E6-C1B7-2AD178A60070}"/>
                </a:ext>
              </a:extLst>
            </p:cNvPr>
            <p:cNvSpPr/>
            <p:nvPr/>
          </p:nvSpPr>
          <p:spPr>
            <a:xfrm>
              <a:off x="3683037" y="386511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805;p68">
              <a:extLst>
                <a:ext uri="{FF2B5EF4-FFF2-40B4-BE49-F238E27FC236}">
                  <a16:creationId xmlns:a16="http://schemas.microsoft.com/office/drawing/2014/main" id="{BDA18FEB-0E87-A122-8C52-212494D270A2}"/>
                </a:ext>
              </a:extLst>
            </p:cNvPr>
            <p:cNvSpPr/>
            <p:nvPr/>
          </p:nvSpPr>
          <p:spPr>
            <a:xfrm>
              <a:off x="1900483" y="4031799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97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02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806;p68">
              <a:extLst>
                <a:ext uri="{FF2B5EF4-FFF2-40B4-BE49-F238E27FC236}">
                  <a16:creationId xmlns:a16="http://schemas.microsoft.com/office/drawing/2014/main" id="{EA5C4551-211A-1929-3CB9-50AF14A5DAFA}"/>
                </a:ext>
              </a:extLst>
            </p:cNvPr>
            <p:cNvSpPr/>
            <p:nvPr/>
          </p:nvSpPr>
          <p:spPr>
            <a:xfrm>
              <a:off x="2060859" y="4031799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1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34" y="7062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807;p68">
              <a:extLst>
                <a:ext uri="{FF2B5EF4-FFF2-40B4-BE49-F238E27FC236}">
                  <a16:creationId xmlns:a16="http://schemas.microsoft.com/office/drawing/2014/main" id="{8F4F2F80-D3FE-9800-B73F-7D705DB1403D}"/>
                </a:ext>
              </a:extLst>
            </p:cNvPr>
            <p:cNvSpPr/>
            <p:nvPr/>
          </p:nvSpPr>
          <p:spPr>
            <a:xfrm>
              <a:off x="2220189" y="4031267"/>
              <a:ext cx="117796" cy="117281"/>
            </a:xfrm>
            <a:custGeom>
              <a:avLst/>
              <a:gdLst/>
              <a:ahLst/>
              <a:cxnLst/>
              <a:rect l="l" t="t" r="r" b="b"/>
              <a:pathLst>
                <a:path w="7094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808;p68">
              <a:extLst>
                <a:ext uri="{FF2B5EF4-FFF2-40B4-BE49-F238E27FC236}">
                  <a16:creationId xmlns:a16="http://schemas.microsoft.com/office/drawing/2014/main" id="{2CAD24E7-DD49-67B3-7A05-7771659248EC}"/>
                </a:ext>
              </a:extLst>
            </p:cNvPr>
            <p:cNvSpPr/>
            <p:nvPr/>
          </p:nvSpPr>
          <p:spPr>
            <a:xfrm>
              <a:off x="2380566" y="4030736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809;p68">
              <a:extLst>
                <a:ext uri="{FF2B5EF4-FFF2-40B4-BE49-F238E27FC236}">
                  <a16:creationId xmlns:a16="http://schemas.microsoft.com/office/drawing/2014/main" id="{7B1AE133-2B01-4BCB-60D8-E20A3D5F707C}"/>
                </a:ext>
              </a:extLst>
            </p:cNvPr>
            <p:cNvSpPr/>
            <p:nvPr/>
          </p:nvSpPr>
          <p:spPr>
            <a:xfrm>
              <a:off x="1901014" y="4183224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31"/>
                    <a:pt x="1583" y="7031"/>
                  </a:cubicBezTo>
                  <a:lnTo>
                    <a:pt x="5510" y="7031"/>
                  </a:lnTo>
                  <a:cubicBezTo>
                    <a:pt x="6365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810;p68">
              <a:extLst>
                <a:ext uri="{FF2B5EF4-FFF2-40B4-BE49-F238E27FC236}">
                  <a16:creationId xmlns:a16="http://schemas.microsoft.com/office/drawing/2014/main" id="{45C82D6F-6A84-701E-0150-D6075DDE0F22}"/>
                </a:ext>
              </a:extLst>
            </p:cNvPr>
            <p:cNvSpPr/>
            <p:nvPr/>
          </p:nvSpPr>
          <p:spPr>
            <a:xfrm>
              <a:off x="2060859" y="4182709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811;p68">
              <a:extLst>
                <a:ext uri="{FF2B5EF4-FFF2-40B4-BE49-F238E27FC236}">
                  <a16:creationId xmlns:a16="http://schemas.microsoft.com/office/drawing/2014/main" id="{6DEF38A3-E752-0575-9868-A69E376F8C21}"/>
                </a:ext>
              </a:extLst>
            </p:cNvPr>
            <p:cNvSpPr/>
            <p:nvPr/>
          </p:nvSpPr>
          <p:spPr>
            <a:xfrm>
              <a:off x="2221235" y="4181646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1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3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03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812;p68">
              <a:extLst>
                <a:ext uri="{FF2B5EF4-FFF2-40B4-BE49-F238E27FC236}">
                  <a16:creationId xmlns:a16="http://schemas.microsoft.com/office/drawing/2014/main" id="{E5F901BB-226F-CDBA-1E25-B90FB6DC7D0A}"/>
                </a:ext>
              </a:extLst>
            </p:cNvPr>
            <p:cNvSpPr/>
            <p:nvPr/>
          </p:nvSpPr>
          <p:spPr>
            <a:xfrm>
              <a:off x="2381612" y="4181132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813;p68">
              <a:extLst>
                <a:ext uri="{FF2B5EF4-FFF2-40B4-BE49-F238E27FC236}">
                  <a16:creationId xmlns:a16="http://schemas.microsoft.com/office/drawing/2014/main" id="{6C9213D1-3B61-5642-0B68-CCD0C58AAAAF}"/>
                </a:ext>
              </a:extLst>
            </p:cNvPr>
            <p:cNvSpPr/>
            <p:nvPr/>
          </p:nvSpPr>
          <p:spPr>
            <a:xfrm>
              <a:off x="3342293" y="4177977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814;p68">
              <a:extLst>
                <a:ext uri="{FF2B5EF4-FFF2-40B4-BE49-F238E27FC236}">
                  <a16:creationId xmlns:a16="http://schemas.microsoft.com/office/drawing/2014/main" id="{72AF801F-E859-87B3-3618-3AB4CF98E7B0}"/>
                </a:ext>
              </a:extLst>
            </p:cNvPr>
            <p:cNvSpPr/>
            <p:nvPr/>
          </p:nvSpPr>
          <p:spPr>
            <a:xfrm>
              <a:off x="3502686" y="4177977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8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8" y="7031"/>
                    <a:pt x="1583" y="7031"/>
                  </a:cubicBezTo>
                  <a:lnTo>
                    <a:pt x="5510" y="7031"/>
                  </a:lnTo>
                  <a:cubicBezTo>
                    <a:pt x="6365" y="6999"/>
                    <a:pt x="7062" y="6334"/>
                    <a:pt x="7062" y="5447"/>
                  </a:cubicBezTo>
                  <a:lnTo>
                    <a:pt x="7062" y="1552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815;p68">
              <a:extLst>
                <a:ext uri="{FF2B5EF4-FFF2-40B4-BE49-F238E27FC236}">
                  <a16:creationId xmlns:a16="http://schemas.microsoft.com/office/drawing/2014/main" id="{FC43BCF0-9801-7C73-13F3-95DD7E928931}"/>
                </a:ext>
              </a:extLst>
            </p:cNvPr>
            <p:cNvSpPr/>
            <p:nvPr/>
          </p:nvSpPr>
          <p:spPr>
            <a:xfrm>
              <a:off x="2540942" y="4030221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4"/>
                    <a:pt x="7062" y="5447"/>
                  </a:cubicBezTo>
                  <a:lnTo>
                    <a:pt x="7062" y="1520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816;p68">
              <a:extLst>
                <a:ext uri="{FF2B5EF4-FFF2-40B4-BE49-F238E27FC236}">
                  <a16:creationId xmlns:a16="http://schemas.microsoft.com/office/drawing/2014/main" id="{FEE63A76-0F2E-DB95-3336-5FF0462AE85F}"/>
                </a:ext>
              </a:extLst>
            </p:cNvPr>
            <p:cNvSpPr/>
            <p:nvPr/>
          </p:nvSpPr>
          <p:spPr>
            <a:xfrm>
              <a:off x="2700787" y="4029159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817;p68">
              <a:extLst>
                <a:ext uri="{FF2B5EF4-FFF2-40B4-BE49-F238E27FC236}">
                  <a16:creationId xmlns:a16="http://schemas.microsoft.com/office/drawing/2014/main" id="{CCA6F790-7405-CC59-93A3-E3C799BE090E}"/>
                </a:ext>
              </a:extLst>
            </p:cNvPr>
            <p:cNvSpPr/>
            <p:nvPr/>
          </p:nvSpPr>
          <p:spPr>
            <a:xfrm>
              <a:off x="2861164" y="402864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66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818;p68">
              <a:extLst>
                <a:ext uri="{FF2B5EF4-FFF2-40B4-BE49-F238E27FC236}">
                  <a16:creationId xmlns:a16="http://schemas.microsoft.com/office/drawing/2014/main" id="{B7F52C38-CD7E-E8BD-3A30-A1756525425B}"/>
                </a:ext>
              </a:extLst>
            </p:cNvPr>
            <p:cNvSpPr/>
            <p:nvPr/>
          </p:nvSpPr>
          <p:spPr>
            <a:xfrm>
              <a:off x="3021540" y="4028644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819;p68">
              <a:extLst>
                <a:ext uri="{FF2B5EF4-FFF2-40B4-BE49-F238E27FC236}">
                  <a16:creationId xmlns:a16="http://schemas.microsoft.com/office/drawing/2014/main" id="{476042C8-CCEE-1E84-8A98-16B50D301743}"/>
                </a:ext>
              </a:extLst>
            </p:cNvPr>
            <p:cNvSpPr/>
            <p:nvPr/>
          </p:nvSpPr>
          <p:spPr>
            <a:xfrm>
              <a:off x="3181917" y="4028113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63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820;p68">
              <a:extLst>
                <a:ext uri="{FF2B5EF4-FFF2-40B4-BE49-F238E27FC236}">
                  <a16:creationId xmlns:a16="http://schemas.microsoft.com/office/drawing/2014/main" id="{0B7798C6-6581-4A09-8EBC-13A20C1F014F}"/>
                </a:ext>
              </a:extLst>
            </p:cNvPr>
            <p:cNvSpPr/>
            <p:nvPr/>
          </p:nvSpPr>
          <p:spPr>
            <a:xfrm>
              <a:off x="3341778" y="4027581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821;p68">
              <a:extLst>
                <a:ext uri="{FF2B5EF4-FFF2-40B4-BE49-F238E27FC236}">
                  <a16:creationId xmlns:a16="http://schemas.microsoft.com/office/drawing/2014/main" id="{0673AB6C-4E5F-0FB4-8541-E5C4595B0EF3}"/>
                </a:ext>
              </a:extLst>
            </p:cNvPr>
            <p:cNvSpPr/>
            <p:nvPr/>
          </p:nvSpPr>
          <p:spPr>
            <a:xfrm>
              <a:off x="3502155" y="4026535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822;p68">
              <a:extLst>
                <a:ext uri="{FF2B5EF4-FFF2-40B4-BE49-F238E27FC236}">
                  <a16:creationId xmlns:a16="http://schemas.microsoft.com/office/drawing/2014/main" id="{BF838813-B914-798E-D72C-D9CF7DDC1291}"/>
                </a:ext>
              </a:extLst>
            </p:cNvPr>
            <p:cNvSpPr/>
            <p:nvPr/>
          </p:nvSpPr>
          <p:spPr>
            <a:xfrm>
              <a:off x="3843413" y="386511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823;p68">
              <a:extLst>
                <a:ext uri="{FF2B5EF4-FFF2-40B4-BE49-F238E27FC236}">
                  <a16:creationId xmlns:a16="http://schemas.microsoft.com/office/drawing/2014/main" id="{18C4387E-1E71-E1B0-C5E1-8B5201489605}"/>
                </a:ext>
              </a:extLst>
            </p:cNvPr>
            <p:cNvSpPr/>
            <p:nvPr/>
          </p:nvSpPr>
          <p:spPr>
            <a:xfrm>
              <a:off x="3815021" y="3550676"/>
              <a:ext cx="283979" cy="118327"/>
            </a:xfrm>
            <a:custGeom>
              <a:avLst/>
              <a:gdLst/>
              <a:ahLst/>
              <a:cxnLst/>
              <a:rect l="l" t="t" r="r" b="b"/>
              <a:pathLst>
                <a:path w="17102" h="7126" extrusionOk="0">
                  <a:moveTo>
                    <a:pt x="15360" y="0"/>
                  </a:moveTo>
                  <a:lnTo>
                    <a:pt x="1742" y="64"/>
                  </a:lnTo>
                  <a:cubicBezTo>
                    <a:pt x="792" y="64"/>
                    <a:pt x="0" y="855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15360" y="7094"/>
                  </a:lnTo>
                  <a:cubicBezTo>
                    <a:pt x="16310" y="7094"/>
                    <a:pt x="17102" y="6302"/>
                    <a:pt x="17102" y="5352"/>
                  </a:cubicBezTo>
                  <a:lnTo>
                    <a:pt x="17102" y="1742"/>
                  </a:lnTo>
                  <a:cubicBezTo>
                    <a:pt x="17102" y="792"/>
                    <a:pt x="16310" y="0"/>
                    <a:pt x="153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824;p68">
              <a:extLst>
                <a:ext uri="{FF2B5EF4-FFF2-40B4-BE49-F238E27FC236}">
                  <a16:creationId xmlns:a16="http://schemas.microsoft.com/office/drawing/2014/main" id="{C3357F7D-F23B-A24E-B58E-4D2C42CBA3AC}"/>
                </a:ext>
              </a:extLst>
            </p:cNvPr>
            <p:cNvSpPr/>
            <p:nvPr/>
          </p:nvSpPr>
          <p:spPr>
            <a:xfrm>
              <a:off x="1898905" y="3715782"/>
              <a:ext cx="199310" cy="117812"/>
            </a:xfrm>
            <a:custGeom>
              <a:avLst/>
              <a:gdLst/>
              <a:ahLst/>
              <a:cxnLst/>
              <a:rect l="l" t="t" r="r" b="b"/>
              <a:pathLst>
                <a:path w="12003" h="7095" extrusionOk="0">
                  <a:moveTo>
                    <a:pt x="10134" y="7062"/>
                  </a:moveTo>
                  <a:lnTo>
                    <a:pt x="1900" y="7094"/>
                  </a:lnTo>
                  <a:cubicBezTo>
                    <a:pt x="855" y="7094"/>
                    <a:pt x="0" y="6271"/>
                    <a:pt x="0" y="5226"/>
                  </a:cubicBezTo>
                  <a:lnTo>
                    <a:pt x="0" y="1932"/>
                  </a:lnTo>
                  <a:cubicBezTo>
                    <a:pt x="0" y="919"/>
                    <a:pt x="824" y="32"/>
                    <a:pt x="1869" y="32"/>
                  </a:cubicBezTo>
                  <a:lnTo>
                    <a:pt x="10103" y="0"/>
                  </a:lnTo>
                  <a:cubicBezTo>
                    <a:pt x="11116" y="0"/>
                    <a:pt x="12003" y="824"/>
                    <a:pt x="12003" y="1869"/>
                  </a:cubicBezTo>
                  <a:lnTo>
                    <a:pt x="12003" y="5162"/>
                  </a:lnTo>
                  <a:cubicBezTo>
                    <a:pt x="12003" y="6207"/>
                    <a:pt x="11180" y="7062"/>
                    <a:pt x="10134" y="706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825;p68">
              <a:extLst>
                <a:ext uri="{FF2B5EF4-FFF2-40B4-BE49-F238E27FC236}">
                  <a16:creationId xmlns:a16="http://schemas.microsoft.com/office/drawing/2014/main" id="{84373E5E-AE3B-0A93-275C-B2ECAA772E62}"/>
                </a:ext>
              </a:extLst>
            </p:cNvPr>
            <p:cNvSpPr/>
            <p:nvPr/>
          </p:nvSpPr>
          <p:spPr>
            <a:xfrm>
              <a:off x="3910725" y="3709473"/>
              <a:ext cx="189330" cy="272405"/>
            </a:xfrm>
            <a:custGeom>
              <a:avLst/>
              <a:gdLst/>
              <a:ahLst/>
              <a:cxnLst/>
              <a:rect l="l" t="t" r="r" b="b"/>
              <a:pathLst>
                <a:path w="11402" h="16405" extrusionOk="0">
                  <a:moveTo>
                    <a:pt x="0" y="1457"/>
                  </a:moveTo>
                  <a:lnTo>
                    <a:pt x="0" y="5606"/>
                  </a:lnTo>
                  <a:cubicBezTo>
                    <a:pt x="0" y="6397"/>
                    <a:pt x="697" y="7062"/>
                    <a:pt x="1489" y="7062"/>
                  </a:cubicBezTo>
                  <a:lnTo>
                    <a:pt x="5859" y="7062"/>
                  </a:lnTo>
                  <a:lnTo>
                    <a:pt x="5922" y="15265"/>
                  </a:lnTo>
                  <a:cubicBezTo>
                    <a:pt x="5922" y="15898"/>
                    <a:pt x="6429" y="16405"/>
                    <a:pt x="7062" y="16405"/>
                  </a:cubicBezTo>
                  <a:lnTo>
                    <a:pt x="10261" y="16405"/>
                  </a:lnTo>
                  <a:cubicBezTo>
                    <a:pt x="10894" y="16405"/>
                    <a:pt x="11401" y="15898"/>
                    <a:pt x="11401" y="15265"/>
                  </a:cubicBezTo>
                  <a:lnTo>
                    <a:pt x="11369" y="2122"/>
                  </a:lnTo>
                  <a:cubicBezTo>
                    <a:pt x="11369" y="919"/>
                    <a:pt x="10419" y="0"/>
                    <a:pt x="9248" y="0"/>
                  </a:cubicBezTo>
                  <a:lnTo>
                    <a:pt x="1489" y="32"/>
                  </a:lnTo>
                  <a:cubicBezTo>
                    <a:pt x="634" y="0"/>
                    <a:pt x="0" y="634"/>
                    <a:pt x="0" y="145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826;p68">
              <a:extLst>
                <a:ext uri="{FF2B5EF4-FFF2-40B4-BE49-F238E27FC236}">
                  <a16:creationId xmlns:a16="http://schemas.microsoft.com/office/drawing/2014/main" id="{9E7A0F10-3D38-2002-A39B-0700EC1DCD5B}"/>
                </a:ext>
              </a:extLst>
            </p:cNvPr>
            <p:cNvSpPr/>
            <p:nvPr/>
          </p:nvSpPr>
          <p:spPr>
            <a:xfrm>
              <a:off x="1899437" y="3870893"/>
              <a:ext cx="306063" cy="117812"/>
            </a:xfrm>
            <a:custGeom>
              <a:avLst/>
              <a:gdLst/>
              <a:ahLst/>
              <a:cxnLst/>
              <a:rect l="l" t="t" r="r" b="b"/>
              <a:pathLst>
                <a:path w="18432" h="7095" extrusionOk="0">
                  <a:moveTo>
                    <a:pt x="17196" y="7063"/>
                  </a:moveTo>
                  <a:lnTo>
                    <a:pt x="1235" y="7094"/>
                  </a:lnTo>
                  <a:cubicBezTo>
                    <a:pt x="570" y="7094"/>
                    <a:pt x="0" y="6524"/>
                    <a:pt x="0" y="5859"/>
                  </a:cubicBezTo>
                  <a:lnTo>
                    <a:pt x="0" y="1267"/>
                  </a:lnTo>
                  <a:cubicBezTo>
                    <a:pt x="0" y="602"/>
                    <a:pt x="570" y="32"/>
                    <a:pt x="1235" y="32"/>
                  </a:cubicBezTo>
                  <a:lnTo>
                    <a:pt x="17196" y="1"/>
                  </a:lnTo>
                  <a:cubicBezTo>
                    <a:pt x="17861" y="1"/>
                    <a:pt x="18431" y="539"/>
                    <a:pt x="18431" y="1236"/>
                  </a:cubicBezTo>
                  <a:lnTo>
                    <a:pt x="18431" y="5828"/>
                  </a:lnTo>
                  <a:cubicBezTo>
                    <a:pt x="18431" y="6493"/>
                    <a:pt x="17861" y="7063"/>
                    <a:pt x="17196" y="70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827;p68">
              <a:extLst>
                <a:ext uri="{FF2B5EF4-FFF2-40B4-BE49-F238E27FC236}">
                  <a16:creationId xmlns:a16="http://schemas.microsoft.com/office/drawing/2014/main" id="{A01C6472-61C3-DDC1-79FA-0C09B169A546}"/>
                </a:ext>
              </a:extLst>
            </p:cNvPr>
            <p:cNvSpPr/>
            <p:nvPr/>
          </p:nvSpPr>
          <p:spPr>
            <a:xfrm>
              <a:off x="3662531" y="4023912"/>
              <a:ext cx="438588" cy="120967"/>
            </a:xfrm>
            <a:custGeom>
              <a:avLst/>
              <a:gdLst/>
              <a:ahLst/>
              <a:cxnLst/>
              <a:rect l="l" t="t" r="r" b="b"/>
              <a:pathLst>
                <a:path w="26413" h="7285" extrusionOk="0">
                  <a:moveTo>
                    <a:pt x="25019" y="0"/>
                  </a:moveTo>
                  <a:lnTo>
                    <a:pt x="1394" y="95"/>
                  </a:lnTo>
                  <a:cubicBezTo>
                    <a:pt x="634" y="95"/>
                    <a:pt x="0" y="729"/>
                    <a:pt x="0" y="1489"/>
                  </a:cubicBezTo>
                  <a:lnTo>
                    <a:pt x="0" y="5922"/>
                  </a:lnTo>
                  <a:cubicBezTo>
                    <a:pt x="0" y="6651"/>
                    <a:pt x="602" y="7284"/>
                    <a:pt x="1394" y="7284"/>
                  </a:cubicBezTo>
                  <a:lnTo>
                    <a:pt x="25019" y="7221"/>
                  </a:lnTo>
                  <a:cubicBezTo>
                    <a:pt x="25779" y="7221"/>
                    <a:pt x="26412" y="6587"/>
                    <a:pt x="26412" y="5827"/>
                  </a:cubicBezTo>
                  <a:lnTo>
                    <a:pt x="26412" y="1394"/>
                  </a:lnTo>
                  <a:cubicBezTo>
                    <a:pt x="26412" y="634"/>
                    <a:pt x="25779" y="0"/>
                    <a:pt x="2501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828;p68">
              <a:extLst>
                <a:ext uri="{FF2B5EF4-FFF2-40B4-BE49-F238E27FC236}">
                  <a16:creationId xmlns:a16="http://schemas.microsoft.com/office/drawing/2014/main" id="{9516C62A-2B93-6111-8659-9DE50C46B8AE}"/>
                </a:ext>
              </a:extLst>
            </p:cNvPr>
            <p:cNvSpPr/>
            <p:nvPr/>
          </p:nvSpPr>
          <p:spPr>
            <a:xfrm>
              <a:off x="2561979" y="4178492"/>
              <a:ext cx="737279" cy="120453"/>
            </a:xfrm>
            <a:custGeom>
              <a:avLst/>
              <a:gdLst/>
              <a:ahLst/>
              <a:cxnLst/>
              <a:rect l="l" t="t" r="r" b="b"/>
              <a:pathLst>
                <a:path w="44401" h="7254" extrusionOk="0">
                  <a:moveTo>
                    <a:pt x="43355" y="1"/>
                  </a:moveTo>
                  <a:lnTo>
                    <a:pt x="1045" y="159"/>
                  </a:lnTo>
                  <a:cubicBezTo>
                    <a:pt x="475" y="159"/>
                    <a:pt x="0" y="634"/>
                    <a:pt x="0" y="1204"/>
                  </a:cubicBezTo>
                  <a:lnTo>
                    <a:pt x="0" y="6208"/>
                  </a:lnTo>
                  <a:cubicBezTo>
                    <a:pt x="0" y="6778"/>
                    <a:pt x="475" y="7253"/>
                    <a:pt x="1045" y="7253"/>
                  </a:cubicBezTo>
                  <a:lnTo>
                    <a:pt x="43355" y="7095"/>
                  </a:lnTo>
                  <a:cubicBezTo>
                    <a:pt x="43893" y="7095"/>
                    <a:pt x="44368" y="6620"/>
                    <a:pt x="44368" y="6050"/>
                  </a:cubicBezTo>
                  <a:lnTo>
                    <a:pt x="44368" y="1046"/>
                  </a:lnTo>
                  <a:cubicBezTo>
                    <a:pt x="44400" y="444"/>
                    <a:pt x="43957" y="1"/>
                    <a:pt x="4335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829;p68">
              <a:extLst>
                <a:ext uri="{FF2B5EF4-FFF2-40B4-BE49-F238E27FC236}">
                  <a16:creationId xmlns:a16="http://schemas.microsoft.com/office/drawing/2014/main" id="{DCD55838-29C2-DCBF-FB69-0AA8D3148042}"/>
                </a:ext>
              </a:extLst>
            </p:cNvPr>
            <p:cNvSpPr/>
            <p:nvPr/>
          </p:nvSpPr>
          <p:spPr>
            <a:xfrm>
              <a:off x="3663063" y="4243694"/>
              <a:ext cx="120951" cy="51027"/>
            </a:xfrm>
            <a:custGeom>
              <a:avLst/>
              <a:gdLst/>
              <a:ahLst/>
              <a:cxnLst/>
              <a:rect l="l" t="t" r="r" b="b"/>
              <a:pathLst>
                <a:path w="7284" h="3073" extrusionOk="0">
                  <a:moveTo>
                    <a:pt x="6746" y="1"/>
                  </a:moveTo>
                  <a:lnTo>
                    <a:pt x="570" y="33"/>
                  </a:lnTo>
                  <a:cubicBezTo>
                    <a:pt x="253" y="33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53" y="3073"/>
                    <a:pt x="570" y="3073"/>
                  </a:cubicBezTo>
                  <a:lnTo>
                    <a:pt x="6746" y="3041"/>
                  </a:lnTo>
                  <a:cubicBezTo>
                    <a:pt x="7062" y="3041"/>
                    <a:pt x="7284" y="2756"/>
                    <a:pt x="7284" y="2503"/>
                  </a:cubicBezTo>
                  <a:lnTo>
                    <a:pt x="7284" y="539"/>
                  </a:lnTo>
                  <a:cubicBezTo>
                    <a:pt x="7284" y="223"/>
                    <a:pt x="7062" y="1"/>
                    <a:pt x="67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830;p68">
              <a:extLst>
                <a:ext uri="{FF2B5EF4-FFF2-40B4-BE49-F238E27FC236}">
                  <a16:creationId xmlns:a16="http://schemas.microsoft.com/office/drawing/2014/main" id="{151B415A-E488-D532-1D0F-311C985DDF3F}"/>
                </a:ext>
              </a:extLst>
            </p:cNvPr>
            <p:cNvSpPr/>
            <p:nvPr/>
          </p:nvSpPr>
          <p:spPr>
            <a:xfrm>
              <a:off x="3821330" y="4243179"/>
              <a:ext cx="120967" cy="51027"/>
            </a:xfrm>
            <a:custGeom>
              <a:avLst/>
              <a:gdLst/>
              <a:ahLst/>
              <a:cxnLst/>
              <a:rect l="l" t="t" r="r" b="b"/>
              <a:pathLst>
                <a:path w="7285" h="3073" extrusionOk="0">
                  <a:moveTo>
                    <a:pt x="6746" y="0"/>
                  </a:moveTo>
                  <a:lnTo>
                    <a:pt x="570" y="32"/>
                  </a:lnTo>
                  <a:cubicBezTo>
                    <a:pt x="254" y="32"/>
                    <a:pt x="0" y="254"/>
                    <a:pt x="0" y="570"/>
                  </a:cubicBezTo>
                  <a:lnTo>
                    <a:pt x="0" y="2534"/>
                  </a:lnTo>
                  <a:cubicBezTo>
                    <a:pt x="0" y="2850"/>
                    <a:pt x="254" y="3072"/>
                    <a:pt x="570" y="3072"/>
                  </a:cubicBezTo>
                  <a:lnTo>
                    <a:pt x="6746" y="3040"/>
                  </a:lnTo>
                  <a:cubicBezTo>
                    <a:pt x="7063" y="3040"/>
                    <a:pt x="7284" y="2755"/>
                    <a:pt x="7284" y="2470"/>
                  </a:cubicBezTo>
                  <a:lnTo>
                    <a:pt x="7284" y="539"/>
                  </a:lnTo>
                  <a:cubicBezTo>
                    <a:pt x="7284" y="222"/>
                    <a:pt x="7063" y="0"/>
                    <a:pt x="67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831;p68">
              <a:extLst>
                <a:ext uri="{FF2B5EF4-FFF2-40B4-BE49-F238E27FC236}">
                  <a16:creationId xmlns:a16="http://schemas.microsoft.com/office/drawing/2014/main" id="{B79C485B-1E3E-B5A6-1AF9-A36B7019CCA4}"/>
                </a:ext>
              </a:extLst>
            </p:cNvPr>
            <p:cNvSpPr/>
            <p:nvPr/>
          </p:nvSpPr>
          <p:spPr>
            <a:xfrm>
              <a:off x="3821330" y="4165873"/>
              <a:ext cx="120967" cy="51559"/>
            </a:xfrm>
            <a:custGeom>
              <a:avLst/>
              <a:gdLst/>
              <a:ahLst/>
              <a:cxnLst/>
              <a:rect l="l" t="t" r="r" b="b"/>
              <a:pathLst>
                <a:path w="7285" h="3105" extrusionOk="0">
                  <a:moveTo>
                    <a:pt x="6746" y="1"/>
                  </a:moveTo>
                  <a:lnTo>
                    <a:pt x="570" y="64"/>
                  </a:lnTo>
                  <a:cubicBezTo>
                    <a:pt x="254" y="64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54" y="3104"/>
                    <a:pt x="570" y="3104"/>
                  </a:cubicBezTo>
                  <a:lnTo>
                    <a:pt x="6746" y="3073"/>
                  </a:lnTo>
                  <a:cubicBezTo>
                    <a:pt x="7063" y="3073"/>
                    <a:pt x="7284" y="2819"/>
                    <a:pt x="7284" y="2503"/>
                  </a:cubicBezTo>
                  <a:lnTo>
                    <a:pt x="7284" y="571"/>
                  </a:lnTo>
                  <a:cubicBezTo>
                    <a:pt x="7284" y="254"/>
                    <a:pt x="7063" y="1"/>
                    <a:pt x="67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832;p68">
              <a:extLst>
                <a:ext uri="{FF2B5EF4-FFF2-40B4-BE49-F238E27FC236}">
                  <a16:creationId xmlns:a16="http://schemas.microsoft.com/office/drawing/2014/main" id="{E74480D6-7E22-EAF8-EF14-E1EAAACF466B}"/>
                </a:ext>
              </a:extLst>
            </p:cNvPr>
            <p:cNvSpPr/>
            <p:nvPr/>
          </p:nvSpPr>
          <p:spPr>
            <a:xfrm>
              <a:off x="3980129" y="4242117"/>
              <a:ext cx="121499" cy="51559"/>
            </a:xfrm>
            <a:custGeom>
              <a:avLst/>
              <a:gdLst/>
              <a:ahLst/>
              <a:cxnLst/>
              <a:rect l="l" t="t" r="r" b="b"/>
              <a:pathLst>
                <a:path w="7317" h="3105" extrusionOk="0">
                  <a:moveTo>
                    <a:pt x="6714" y="1"/>
                  </a:moveTo>
                  <a:lnTo>
                    <a:pt x="539" y="64"/>
                  </a:lnTo>
                  <a:cubicBezTo>
                    <a:pt x="222" y="64"/>
                    <a:pt x="1" y="286"/>
                    <a:pt x="1" y="603"/>
                  </a:cubicBezTo>
                  <a:lnTo>
                    <a:pt x="1" y="2534"/>
                  </a:lnTo>
                  <a:cubicBezTo>
                    <a:pt x="1" y="2851"/>
                    <a:pt x="222" y="3104"/>
                    <a:pt x="539" y="3104"/>
                  </a:cubicBezTo>
                  <a:lnTo>
                    <a:pt x="6714" y="3073"/>
                  </a:lnTo>
                  <a:cubicBezTo>
                    <a:pt x="7031" y="3073"/>
                    <a:pt x="7316" y="2788"/>
                    <a:pt x="7253" y="2503"/>
                  </a:cubicBezTo>
                  <a:lnTo>
                    <a:pt x="7253" y="571"/>
                  </a:lnTo>
                  <a:cubicBezTo>
                    <a:pt x="7253" y="254"/>
                    <a:pt x="7031" y="1"/>
                    <a:pt x="671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833;p68">
              <a:extLst>
                <a:ext uri="{FF2B5EF4-FFF2-40B4-BE49-F238E27FC236}">
                  <a16:creationId xmlns:a16="http://schemas.microsoft.com/office/drawing/2014/main" id="{06C291EF-5EE1-0F47-3DA1-4EF35A7D219E}"/>
                </a:ext>
              </a:extLst>
            </p:cNvPr>
            <p:cNvSpPr/>
            <p:nvPr/>
          </p:nvSpPr>
          <p:spPr>
            <a:xfrm>
              <a:off x="1834233" y="4372007"/>
              <a:ext cx="2346951" cy="103599"/>
            </a:xfrm>
            <a:custGeom>
              <a:avLst/>
              <a:gdLst/>
              <a:ahLst/>
              <a:cxnLst/>
              <a:rect l="l" t="t" r="r" b="b"/>
              <a:pathLst>
                <a:path w="141340" h="6239" extrusionOk="0">
                  <a:moveTo>
                    <a:pt x="141339" y="0"/>
                  </a:moveTo>
                  <a:lnTo>
                    <a:pt x="0" y="475"/>
                  </a:lnTo>
                  <a:lnTo>
                    <a:pt x="0" y="3579"/>
                  </a:lnTo>
                  <a:cubicBezTo>
                    <a:pt x="63" y="5067"/>
                    <a:pt x="1235" y="6239"/>
                    <a:pt x="2692" y="6239"/>
                  </a:cubicBezTo>
                  <a:lnTo>
                    <a:pt x="138679" y="5764"/>
                  </a:lnTo>
                  <a:cubicBezTo>
                    <a:pt x="140167" y="5764"/>
                    <a:pt x="141339" y="4592"/>
                    <a:pt x="141339" y="3104"/>
                  </a:cubicBezTo>
                  <a:lnTo>
                    <a:pt x="14133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834;p68">
              <a:extLst>
                <a:ext uri="{FF2B5EF4-FFF2-40B4-BE49-F238E27FC236}">
                  <a16:creationId xmlns:a16="http://schemas.microsoft.com/office/drawing/2014/main" id="{6146EE86-9C27-06C2-B090-28AE6A1EEB2A}"/>
                </a:ext>
              </a:extLst>
            </p:cNvPr>
            <p:cNvSpPr/>
            <p:nvPr/>
          </p:nvSpPr>
          <p:spPr>
            <a:xfrm>
              <a:off x="1834748" y="4423528"/>
              <a:ext cx="2346436" cy="7904"/>
            </a:xfrm>
            <a:custGeom>
              <a:avLst/>
              <a:gdLst/>
              <a:ahLst/>
              <a:cxnLst/>
              <a:rect l="l" t="t" r="r" b="b"/>
              <a:pathLst>
                <a:path w="141309" h="476" fill="none" extrusionOk="0">
                  <a:moveTo>
                    <a:pt x="1" y="476"/>
                  </a:moveTo>
                  <a:lnTo>
                    <a:pt x="14130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4250" cap="flat" cmpd="sng">
              <a:solidFill>
                <a:schemeClr val="dk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835;p68">
              <a:extLst>
                <a:ext uri="{FF2B5EF4-FFF2-40B4-BE49-F238E27FC236}">
                  <a16:creationId xmlns:a16="http://schemas.microsoft.com/office/drawing/2014/main" id="{C0AC7A23-B9E1-8C42-11C9-C02DA5BCF1F3}"/>
                </a:ext>
              </a:extLst>
            </p:cNvPr>
            <p:cNvSpPr/>
            <p:nvPr/>
          </p:nvSpPr>
          <p:spPr>
            <a:xfrm>
              <a:off x="1831079" y="3512288"/>
              <a:ext cx="2346951" cy="17"/>
            </a:xfrm>
            <a:custGeom>
              <a:avLst/>
              <a:gdLst/>
              <a:ahLst/>
              <a:cxnLst/>
              <a:rect l="l" t="t" r="r" b="b"/>
              <a:pathLst>
                <a:path w="141340" h="1" fill="none" extrusionOk="0">
                  <a:moveTo>
                    <a:pt x="0" y="0"/>
                  </a:moveTo>
                  <a:lnTo>
                    <a:pt x="14133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4250" cap="flat" cmpd="sng">
              <a:solidFill>
                <a:schemeClr val="lt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836;p68">
              <a:extLst>
                <a:ext uri="{FF2B5EF4-FFF2-40B4-BE49-F238E27FC236}">
                  <a16:creationId xmlns:a16="http://schemas.microsoft.com/office/drawing/2014/main" id="{8F9EEF42-7365-3099-0A79-EF81DF4BCFA3}"/>
                </a:ext>
              </a:extLst>
            </p:cNvPr>
            <p:cNvSpPr/>
            <p:nvPr/>
          </p:nvSpPr>
          <p:spPr>
            <a:xfrm>
              <a:off x="2059282" y="3557500"/>
              <a:ext cx="92573" cy="98883"/>
            </a:xfrm>
            <a:custGeom>
              <a:avLst/>
              <a:gdLst/>
              <a:ahLst/>
              <a:cxnLst/>
              <a:rect l="l" t="t" r="r" b="b"/>
              <a:pathLst>
                <a:path w="5575" h="5955" extrusionOk="0">
                  <a:moveTo>
                    <a:pt x="1552" y="1"/>
                  </a:moveTo>
                  <a:cubicBezTo>
                    <a:pt x="665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5638"/>
                    <a:pt x="32" y="5796"/>
                    <a:pt x="95" y="5955"/>
                  </a:cubicBezTo>
                  <a:cubicBezTo>
                    <a:pt x="2217" y="4435"/>
                    <a:pt x="4117" y="2091"/>
                    <a:pt x="557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837;p68">
              <a:extLst>
                <a:ext uri="{FF2B5EF4-FFF2-40B4-BE49-F238E27FC236}">
                  <a16:creationId xmlns:a16="http://schemas.microsoft.com/office/drawing/2014/main" id="{29DE464B-5F92-4667-A84C-496A06CE7C1C}"/>
                </a:ext>
              </a:extLst>
            </p:cNvPr>
            <p:cNvSpPr/>
            <p:nvPr/>
          </p:nvSpPr>
          <p:spPr>
            <a:xfrm>
              <a:off x="2219127" y="3556454"/>
              <a:ext cx="76267" cy="107816"/>
            </a:xfrm>
            <a:custGeom>
              <a:avLst/>
              <a:gdLst/>
              <a:ahLst/>
              <a:cxnLst/>
              <a:rect l="l" t="t" r="r" b="b"/>
              <a:pathLst>
                <a:path w="4593" h="6493" extrusionOk="0">
                  <a:moveTo>
                    <a:pt x="4593" y="1"/>
                  </a:moveTo>
                  <a:lnTo>
                    <a:pt x="1553" y="64"/>
                  </a:lnTo>
                  <a:cubicBezTo>
                    <a:pt x="666" y="64"/>
                    <a:pt x="1" y="761"/>
                    <a:pt x="1" y="1647"/>
                  </a:cubicBezTo>
                  <a:lnTo>
                    <a:pt x="1" y="5543"/>
                  </a:lnTo>
                  <a:cubicBezTo>
                    <a:pt x="1" y="5923"/>
                    <a:pt x="127" y="6271"/>
                    <a:pt x="349" y="6493"/>
                  </a:cubicBezTo>
                  <a:cubicBezTo>
                    <a:pt x="1901" y="4593"/>
                    <a:pt x="3674" y="1647"/>
                    <a:pt x="459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838;p68">
              <a:extLst>
                <a:ext uri="{FF2B5EF4-FFF2-40B4-BE49-F238E27FC236}">
                  <a16:creationId xmlns:a16="http://schemas.microsoft.com/office/drawing/2014/main" id="{CAD7A7E6-E8EB-6621-3D1F-03416DFB8EC0}"/>
                </a:ext>
              </a:extLst>
            </p:cNvPr>
            <p:cNvSpPr/>
            <p:nvPr/>
          </p:nvSpPr>
          <p:spPr>
            <a:xfrm>
              <a:off x="2379503" y="3556454"/>
              <a:ext cx="87840" cy="114126"/>
            </a:xfrm>
            <a:custGeom>
              <a:avLst/>
              <a:gdLst/>
              <a:ahLst/>
              <a:cxnLst/>
              <a:rect l="l" t="t" r="r" b="b"/>
              <a:pathLst>
                <a:path w="5290" h="6873" extrusionOk="0">
                  <a:moveTo>
                    <a:pt x="5290" y="1"/>
                  </a:moveTo>
                  <a:lnTo>
                    <a:pt x="1553" y="32"/>
                  </a:lnTo>
                  <a:cubicBezTo>
                    <a:pt x="666" y="32"/>
                    <a:pt x="1" y="729"/>
                    <a:pt x="1" y="1616"/>
                  </a:cubicBezTo>
                  <a:lnTo>
                    <a:pt x="1" y="5511"/>
                  </a:lnTo>
                  <a:cubicBezTo>
                    <a:pt x="1" y="6081"/>
                    <a:pt x="318" y="6588"/>
                    <a:pt x="761" y="6873"/>
                  </a:cubicBezTo>
                  <a:cubicBezTo>
                    <a:pt x="2376" y="5004"/>
                    <a:pt x="4308" y="1774"/>
                    <a:pt x="52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839;p68">
              <a:extLst>
                <a:ext uri="{FF2B5EF4-FFF2-40B4-BE49-F238E27FC236}">
                  <a16:creationId xmlns:a16="http://schemas.microsoft.com/office/drawing/2014/main" id="{179367E4-DCAD-E698-E2FF-00219D72ED1A}"/>
                </a:ext>
              </a:extLst>
            </p:cNvPr>
            <p:cNvSpPr/>
            <p:nvPr/>
          </p:nvSpPr>
          <p:spPr>
            <a:xfrm>
              <a:off x="2539365" y="3555923"/>
              <a:ext cx="76267" cy="107833"/>
            </a:xfrm>
            <a:custGeom>
              <a:avLst/>
              <a:gdLst/>
              <a:ahLst/>
              <a:cxnLst/>
              <a:rect l="l" t="t" r="r" b="b"/>
              <a:pathLst>
                <a:path w="4593" h="6494" extrusionOk="0">
                  <a:moveTo>
                    <a:pt x="1520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5891"/>
                    <a:pt x="159" y="6208"/>
                    <a:pt x="349" y="6493"/>
                  </a:cubicBezTo>
                  <a:cubicBezTo>
                    <a:pt x="1932" y="4593"/>
                    <a:pt x="3674" y="1584"/>
                    <a:pt x="459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840;p68">
              <a:extLst>
                <a:ext uri="{FF2B5EF4-FFF2-40B4-BE49-F238E27FC236}">
                  <a16:creationId xmlns:a16="http://schemas.microsoft.com/office/drawing/2014/main" id="{E5986020-BD98-3679-3357-C569A9C3EB0F}"/>
                </a:ext>
              </a:extLst>
            </p:cNvPr>
            <p:cNvSpPr/>
            <p:nvPr/>
          </p:nvSpPr>
          <p:spPr>
            <a:xfrm>
              <a:off x="2699741" y="3554877"/>
              <a:ext cx="88355" cy="114126"/>
            </a:xfrm>
            <a:custGeom>
              <a:avLst/>
              <a:gdLst/>
              <a:ahLst/>
              <a:cxnLst/>
              <a:rect l="l" t="t" r="r" b="b"/>
              <a:pathLst>
                <a:path w="5321" h="6873" extrusionOk="0">
                  <a:moveTo>
                    <a:pt x="5321" y="1"/>
                  </a:moveTo>
                  <a:lnTo>
                    <a:pt x="1520" y="32"/>
                  </a:lnTo>
                  <a:cubicBezTo>
                    <a:pt x="665" y="32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4"/>
                    <a:pt x="317" y="6619"/>
                    <a:pt x="792" y="6873"/>
                  </a:cubicBezTo>
                  <a:cubicBezTo>
                    <a:pt x="2407" y="4973"/>
                    <a:pt x="4371" y="1679"/>
                    <a:pt x="532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841;p68">
              <a:extLst>
                <a:ext uri="{FF2B5EF4-FFF2-40B4-BE49-F238E27FC236}">
                  <a16:creationId xmlns:a16="http://schemas.microsoft.com/office/drawing/2014/main" id="{26FCDD5F-4107-BEAD-6D4B-3573E64932B8}"/>
                </a:ext>
              </a:extLst>
            </p:cNvPr>
            <p:cNvSpPr/>
            <p:nvPr/>
          </p:nvSpPr>
          <p:spPr>
            <a:xfrm>
              <a:off x="2860118" y="3553831"/>
              <a:ext cx="89418" cy="114658"/>
            </a:xfrm>
            <a:custGeom>
              <a:avLst/>
              <a:gdLst/>
              <a:ahLst/>
              <a:cxnLst/>
              <a:rect l="l" t="t" r="r" b="b"/>
              <a:pathLst>
                <a:path w="5385" h="6905" extrusionOk="0">
                  <a:moveTo>
                    <a:pt x="5384" y="0"/>
                  </a:moveTo>
                  <a:lnTo>
                    <a:pt x="1521" y="64"/>
                  </a:lnTo>
                  <a:cubicBezTo>
                    <a:pt x="665" y="64"/>
                    <a:pt x="0" y="760"/>
                    <a:pt x="0" y="1647"/>
                  </a:cubicBezTo>
                  <a:lnTo>
                    <a:pt x="0" y="5542"/>
                  </a:lnTo>
                  <a:cubicBezTo>
                    <a:pt x="0" y="6144"/>
                    <a:pt x="317" y="6682"/>
                    <a:pt x="824" y="6904"/>
                  </a:cubicBezTo>
                  <a:cubicBezTo>
                    <a:pt x="2471" y="5004"/>
                    <a:pt x="4434" y="1710"/>
                    <a:pt x="53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842;p68">
              <a:extLst>
                <a:ext uri="{FF2B5EF4-FFF2-40B4-BE49-F238E27FC236}">
                  <a16:creationId xmlns:a16="http://schemas.microsoft.com/office/drawing/2014/main" id="{8D02B70C-5A35-473B-DB7D-6ABD6CF691C3}"/>
                </a:ext>
              </a:extLst>
            </p:cNvPr>
            <p:cNvSpPr/>
            <p:nvPr/>
          </p:nvSpPr>
          <p:spPr>
            <a:xfrm>
              <a:off x="3020494" y="3554345"/>
              <a:ext cx="97820" cy="116766"/>
            </a:xfrm>
            <a:custGeom>
              <a:avLst/>
              <a:gdLst/>
              <a:ahLst/>
              <a:cxnLst/>
              <a:rect l="l" t="t" r="r" b="b"/>
              <a:pathLst>
                <a:path w="5891" h="7032" extrusionOk="0">
                  <a:moveTo>
                    <a:pt x="1521" y="1"/>
                  </a:moveTo>
                  <a:cubicBezTo>
                    <a:pt x="666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240"/>
                    <a:pt x="539" y="6873"/>
                    <a:pt x="1267" y="7031"/>
                  </a:cubicBezTo>
                  <a:cubicBezTo>
                    <a:pt x="2882" y="5163"/>
                    <a:pt x="4909" y="1774"/>
                    <a:pt x="5891" y="64"/>
                  </a:cubicBezTo>
                  <a:cubicBezTo>
                    <a:pt x="5764" y="33"/>
                    <a:pt x="5606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843;p68">
              <a:extLst>
                <a:ext uri="{FF2B5EF4-FFF2-40B4-BE49-F238E27FC236}">
                  <a16:creationId xmlns:a16="http://schemas.microsoft.com/office/drawing/2014/main" id="{BAF39650-3CC1-4750-EF14-0A8121F636A8}"/>
                </a:ext>
              </a:extLst>
            </p:cNvPr>
            <p:cNvSpPr/>
            <p:nvPr/>
          </p:nvSpPr>
          <p:spPr>
            <a:xfrm>
              <a:off x="3180871" y="3553299"/>
              <a:ext cx="97820" cy="117281"/>
            </a:xfrm>
            <a:custGeom>
              <a:avLst/>
              <a:gdLst/>
              <a:ahLst/>
              <a:cxnLst/>
              <a:rect l="l" t="t" r="r" b="b"/>
              <a:pathLst>
                <a:path w="5891" h="7063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71"/>
                    <a:pt x="539" y="6904"/>
                    <a:pt x="1299" y="7063"/>
                  </a:cubicBezTo>
                  <a:cubicBezTo>
                    <a:pt x="2914" y="5194"/>
                    <a:pt x="4909" y="1806"/>
                    <a:pt x="5891" y="96"/>
                  </a:cubicBezTo>
                  <a:cubicBezTo>
                    <a:pt x="5733" y="32"/>
                    <a:pt x="5606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844;p68">
              <a:extLst>
                <a:ext uri="{FF2B5EF4-FFF2-40B4-BE49-F238E27FC236}">
                  <a16:creationId xmlns:a16="http://schemas.microsoft.com/office/drawing/2014/main" id="{04AC61F3-56DF-605A-E3D9-5BAE46EE6E20}"/>
                </a:ext>
              </a:extLst>
            </p:cNvPr>
            <p:cNvSpPr/>
            <p:nvPr/>
          </p:nvSpPr>
          <p:spPr>
            <a:xfrm>
              <a:off x="3340201" y="3552768"/>
              <a:ext cx="89933" cy="115189"/>
            </a:xfrm>
            <a:custGeom>
              <a:avLst/>
              <a:gdLst/>
              <a:ahLst/>
              <a:cxnLst/>
              <a:rect l="l" t="t" r="r" b="b"/>
              <a:pathLst>
                <a:path w="5416" h="6937" extrusionOk="0">
                  <a:moveTo>
                    <a:pt x="5416" y="1"/>
                  </a:moveTo>
                  <a:lnTo>
                    <a:pt x="1552" y="33"/>
                  </a:lnTo>
                  <a:cubicBezTo>
                    <a:pt x="697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76"/>
                    <a:pt x="380" y="6683"/>
                    <a:pt x="887" y="6936"/>
                  </a:cubicBezTo>
                  <a:cubicBezTo>
                    <a:pt x="2534" y="5005"/>
                    <a:pt x="4529" y="1616"/>
                    <a:pt x="541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845;p68">
              <a:extLst>
                <a:ext uri="{FF2B5EF4-FFF2-40B4-BE49-F238E27FC236}">
                  <a16:creationId xmlns:a16="http://schemas.microsoft.com/office/drawing/2014/main" id="{2C2D85B9-72B3-F1AF-1C64-45DB86D4C2C0}"/>
                </a:ext>
              </a:extLst>
            </p:cNvPr>
            <p:cNvSpPr/>
            <p:nvPr/>
          </p:nvSpPr>
          <p:spPr>
            <a:xfrm>
              <a:off x="3500046" y="3552253"/>
              <a:ext cx="90464" cy="114658"/>
            </a:xfrm>
            <a:custGeom>
              <a:avLst/>
              <a:gdLst/>
              <a:ahLst/>
              <a:cxnLst/>
              <a:rect l="l" t="t" r="r" b="b"/>
              <a:pathLst>
                <a:path w="5448" h="6905" extrusionOk="0">
                  <a:moveTo>
                    <a:pt x="5448" y="0"/>
                  </a:moveTo>
                  <a:lnTo>
                    <a:pt x="1552" y="32"/>
                  </a:lnTo>
                  <a:cubicBezTo>
                    <a:pt x="666" y="32"/>
                    <a:pt x="1" y="760"/>
                    <a:pt x="1" y="1615"/>
                  </a:cubicBezTo>
                  <a:lnTo>
                    <a:pt x="1" y="5542"/>
                  </a:lnTo>
                  <a:cubicBezTo>
                    <a:pt x="1" y="6176"/>
                    <a:pt x="349" y="6682"/>
                    <a:pt x="919" y="6904"/>
                  </a:cubicBezTo>
                  <a:cubicBezTo>
                    <a:pt x="2566" y="4941"/>
                    <a:pt x="4561" y="1615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846;p68">
              <a:extLst>
                <a:ext uri="{FF2B5EF4-FFF2-40B4-BE49-F238E27FC236}">
                  <a16:creationId xmlns:a16="http://schemas.microsoft.com/office/drawing/2014/main" id="{34A45F52-3B64-0263-7D3C-2121095296C3}"/>
                </a:ext>
              </a:extLst>
            </p:cNvPr>
            <p:cNvSpPr/>
            <p:nvPr/>
          </p:nvSpPr>
          <p:spPr>
            <a:xfrm>
              <a:off x="3660423" y="3551722"/>
              <a:ext cx="78907" cy="110456"/>
            </a:xfrm>
            <a:custGeom>
              <a:avLst/>
              <a:gdLst/>
              <a:ahLst/>
              <a:cxnLst/>
              <a:rect l="l" t="t" r="r" b="b"/>
              <a:pathLst>
                <a:path w="4752" h="6652" extrusionOk="0">
                  <a:moveTo>
                    <a:pt x="4751" y="1"/>
                  </a:moveTo>
                  <a:lnTo>
                    <a:pt x="1553" y="32"/>
                  </a:lnTo>
                  <a:cubicBezTo>
                    <a:pt x="666" y="32"/>
                    <a:pt x="1" y="729"/>
                    <a:pt x="1" y="1616"/>
                  </a:cubicBezTo>
                  <a:lnTo>
                    <a:pt x="1" y="5543"/>
                  </a:lnTo>
                  <a:cubicBezTo>
                    <a:pt x="1" y="5954"/>
                    <a:pt x="191" y="6366"/>
                    <a:pt x="476" y="6651"/>
                  </a:cubicBezTo>
                  <a:cubicBezTo>
                    <a:pt x="2091" y="4624"/>
                    <a:pt x="3928" y="1521"/>
                    <a:pt x="475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847;p68">
              <a:extLst>
                <a:ext uri="{FF2B5EF4-FFF2-40B4-BE49-F238E27FC236}">
                  <a16:creationId xmlns:a16="http://schemas.microsoft.com/office/drawing/2014/main" id="{525A4C11-3121-C20F-D0D8-003101A20FE7}"/>
                </a:ext>
              </a:extLst>
            </p:cNvPr>
            <p:cNvSpPr/>
            <p:nvPr/>
          </p:nvSpPr>
          <p:spPr>
            <a:xfrm>
              <a:off x="2146037" y="3715251"/>
              <a:ext cx="86263" cy="113611"/>
            </a:xfrm>
            <a:custGeom>
              <a:avLst/>
              <a:gdLst/>
              <a:ahLst/>
              <a:cxnLst/>
              <a:rect l="l" t="t" r="r" b="b"/>
              <a:pathLst>
                <a:path w="5195" h="6842" extrusionOk="0">
                  <a:moveTo>
                    <a:pt x="1553" y="1"/>
                  </a:moveTo>
                  <a:cubicBezTo>
                    <a:pt x="666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049"/>
                    <a:pt x="317" y="6556"/>
                    <a:pt x="761" y="6841"/>
                  </a:cubicBezTo>
                  <a:cubicBezTo>
                    <a:pt x="2471" y="4783"/>
                    <a:pt x="4371" y="1489"/>
                    <a:pt x="519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848;p68">
              <a:extLst>
                <a:ext uri="{FF2B5EF4-FFF2-40B4-BE49-F238E27FC236}">
                  <a16:creationId xmlns:a16="http://schemas.microsoft.com/office/drawing/2014/main" id="{99CA3A9A-3441-6DCE-3078-0C358BD424C0}"/>
                </a:ext>
              </a:extLst>
            </p:cNvPr>
            <p:cNvSpPr/>
            <p:nvPr/>
          </p:nvSpPr>
          <p:spPr>
            <a:xfrm>
              <a:off x="2306413" y="3713674"/>
              <a:ext cx="84685" cy="112549"/>
            </a:xfrm>
            <a:custGeom>
              <a:avLst/>
              <a:gdLst/>
              <a:ahLst/>
              <a:cxnLst/>
              <a:rect l="l" t="t" r="r" b="b"/>
              <a:pathLst>
                <a:path w="5100" h="6778" extrusionOk="0">
                  <a:moveTo>
                    <a:pt x="5100" y="1"/>
                  </a:moveTo>
                  <a:lnTo>
                    <a:pt x="1553" y="64"/>
                  </a:lnTo>
                  <a:cubicBezTo>
                    <a:pt x="666" y="64"/>
                    <a:pt x="1" y="761"/>
                    <a:pt x="1" y="1647"/>
                  </a:cubicBezTo>
                  <a:lnTo>
                    <a:pt x="1" y="5543"/>
                  </a:lnTo>
                  <a:cubicBezTo>
                    <a:pt x="1" y="6081"/>
                    <a:pt x="254" y="6493"/>
                    <a:pt x="634" y="6778"/>
                  </a:cubicBezTo>
                  <a:cubicBezTo>
                    <a:pt x="2249" y="4909"/>
                    <a:pt x="4118" y="1742"/>
                    <a:pt x="510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849;p68">
              <a:extLst>
                <a:ext uri="{FF2B5EF4-FFF2-40B4-BE49-F238E27FC236}">
                  <a16:creationId xmlns:a16="http://schemas.microsoft.com/office/drawing/2014/main" id="{1F6FACC5-43F7-89B2-32AE-10948103F913}"/>
                </a:ext>
              </a:extLst>
            </p:cNvPr>
            <p:cNvSpPr/>
            <p:nvPr/>
          </p:nvSpPr>
          <p:spPr>
            <a:xfrm>
              <a:off x="2466790" y="3713142"/>
              <a:ext cx="89949" cy="115189"/>
            </a:xfrm>
            <a:custGeom>
              <a:avLst/>
              <a:gdLst/>
              <a:ahLst/>
              <a:cxnLst/>
              <a:rect l="l" t="t" r="r" b="b"/>
              <a:pathLst>
                <a:path w="5417" h="6937" extrusionOk="0">
                  <a:moveTo>
                    <a:pt x="5416" y="1"/>
                  </a:moveTo>
                  <a:lnTo>
                    <a:pt x="1553" y="33"/>
                  </a:lnTo>
                  <a:cubicBezTo>
                    <a:pt x="666" y="33"/>
                    <a:pt x="1" y="761"/>
                    <a:pt x="1" y="1616"/>
                  </a:cubicBezTo>
                  <a:lnTo>
                    <a:pt x="1" y="5543"/>
                  </a:lnTo>
                  <a:cubicBezTo>
                    <a:pt x="1" y="6176"/>
                    <a:pt x="349" y="6683"/>
                    <a:pt x="888" y="6936"/>
                  </a:cubicBezTo>
                  <a:cubicBezTo>
                    <a:pt x="2534" y="5036"/>
                    <a:pt x="4466" y="1711"/>
                    <a:pt x="541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850;p68">
              <a:extLst>
                <a:ext uri="{FF2B5EF4-FFF2-40B4-BE49-F238E27FC236}">
                  <a16:creationId xmlns:a16="http://schemas.microsoft.com/office/drawing/2014/main" id="{1B06A550-351C-99DD-1ABC-FB152F7D029C}"/>
                </a:ext>
              </a:extLst>
            </p:cNvPr>
            <p:cNvSpPr/>
            <p:nvPr/>
          </p:nvSpPr>
          <p:spPr>
            <a:xfrm>
              <a:off x="2626651" y="3713142"/>
              <a:ext cx="86263" cy="113080"/>
            </a:xfrm>
            <a:custGeom>
              <a:avLst/>
              <a:gdLst/>
              <a:ahLst/>
              <a:cxnLst/>
              <a:rect l="l" t="t" r="r" b="b"/>
              <a:pathLst>
                <a:path w="5195" h="6810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50"/>
                    <a:pt x="285" y="6525"/>
                    <a:pt x="697" y="6810"/>
                  </a:cubicBezTo>
                  <a:cubicBezTo>
                    <a:pt x="2376" y="4878"/>
                    <a:pt x="4276" y="1616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851;p68">
              <a:extLst>
                <a:ext uri="{FF2B5EF4-FFF2-40B4-BE49-F238E27FC236}">
                  <a16:creationId xmlns:a16="http://schemas.microsoft.com/office/drawing/2014/main" id="{435679F5-D10E-E58D-7B2B-F70724C30F24}"/>
                </a:ext>
              </a:extLst>
            </p:cNvPr>
            <p:cNvSpPr/>
            <p:nvPr/>
          </p:nvSpPr>
          <p:spPr>
            <a:xfrm>
              <a:off x="2787028" y="3713142"/>
              <a:ext cx="84685" cy="112565"/>
            </a:xfrm>
            <a:custGeom>
              <a:avLst/>
              <a:gdLst/>
              <a:ahLst/>
              <a:cxnLst/>
              <a:rect l="l" t="t" r="r" b="b"/>
              <a:pathLst>
                <a:path w="5100" h="6779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18"/>
                    <a:pt x="285" y="6493"/>
                    <a:pt x="665" y="6778"/>
                  </a:cubicBezTo>
                  <a:cubicBezTo>
                    <a:pt x="2344" y="4783"/>
                    <a:pt x="4181" y="1584"/>
                    <a:pt x="509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852;p68">
              <a:extLst>
                <a:ext uri="{FF2B5EF4-FFF2-40B4-BE49-F238E27FC236}">
                  <a16:creationId xmlns:a16="http://schemas.microsoft.com/office/drawing/2014/main" id="{D8EFF842-44FF-CB12-FDCF-4629BAB91FD7}"/>
                </a:ext>
              </a:extLst>
            </p:cNvPr>
            <p:cNvSpPr/>
            <p:nvPr/>
          </p:nvSpPr>
          <p:spPr>
            <a:xfrm>
              <a:off x="2947404" y="3711565"/>
              <a:ext cx="86263" cy="114143"/>
            </a:xfrm>
            <a:custGeom>
              <a:avLst/>
              <a:gdLst/>
              <a:ahLst/>
              <a:cxnLst/>
              <a:rect l="l" t="t" r="r" b="b"/>
              <a:pathLst>
                <a:path w="5195" h="6874" extrusionOk="0">
                  <a:moveTo>
                    <a:pt x="5194" y="1"/>
                  </a:moveTo>
                  <a:lnTo>
                    <a:pt x="1552" y="64"/>
                  </a:lnTo>
                  <a:cubicBezTo>
                    <a:pt x="666" y="64"/>
                    <a:pt x="0" y="761"/>
                    <a:pt x="0" y="1648"/>
                  </a:cubicBezTo>
                  <a:lnTo>
                    <a:pt x="0" y="5543"/>
                  </a:lnTo>
                  <a:cubicBezTo>
                    <a:pt x="0" y="6113"/>
                    <a:pt x="317" y="6620"/>
                    <a:pt x="761" y="6873"/>
                  </a:cubicBezTo>
                  <a:cubicBezTo>
                    <a:pt x="2407" y="4815"/>
                    <a:pt x="4339" y="1521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853;p68">
              <a:extLst>
                <a:ext uri="{FF2B5EF4-FFF2-40B4-BE49-F238E27FC236}">
                  <a16:creationId xmlns:a16="http://schemas.microsoft.com/office/drawing/2014/main" id="{7017A7C6-CCB5-BBA4-D606-2A428FC0B249}"/>
                </a:ext>
              </a:extLst>
            </p:cNvPr>
            <p:cNvSpPr/>
            <p:nvPr/>
          </p:nvSpPr>
          <p:spPr>
            <a:xfrm>
              <a:off x="3107249" y="3711565"/>
              <a:ext cx="85217" cy="113080"/>
            </a:xfrm>
            <a:custGeom>
              <a:avLst/>
              <a:gdLst/>
              <a:ahLst/>
              <a:cxnLst/>
              <a:rect l="l" t="t" r="r" b="b"/>
              <a:pathLst>
                <a:path w="5132" h="6810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081"/>
                    <a:pt x="254" y="6493"/>
                    <a:pt x="666" y="6810"/>
                  </a:cubicBezTo>
                  <a:cubicBezTo>
                    <a:pt x="2281" y="4878"/>
                    <a:pt x="4213" y="1648"/>
                    <a:pt x="513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854;p68">
              <a:extLst>
                <a:ext uri="{FF2B5EF4-FFF2-40B4-BE49-F238E27FC236}">
                  <a16:creationId xmlns:a16="http://schemas.microsoft.com/office/drawing/2014/main" id="{8E1DC199-8A60-D6A3-6364-BB8118FBEA73}"/>
                </a:ext>
              </a:extLst>
            </p:cNvPr>
            <p:cNvSpPr/>
            <p:nvPr/>
          </p:nvSpPr>
          <p:spPr>
            <a:xfrm>
              <a:off x="3267626" y="3711050"/>
              <a:ext cx="87840" cy="114658"/>
            </a:xfrm>
            <a:custGeom>
              <a:avLst/>
              <a:gdLst/>
              <a:ahLst/>
              <a:cxnLst/>
              <a:rect l="l" t="t" r="r" b="b"/>
              <a:pathLst>
                <a:path w="5290" h="6905" extrusionOk="0">
                  <a:moveTo>
                    <a:pt x="1521" y="0"/>
                  </a:moveTo>
                  <a:cubicBezTo>
                    <a:pt x="666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112"/>
                    <a:pt x="349" y="6619"/>
                    <a:pt x="824" y="6904"/>
                  </a:cubicBezTo>
                  <a:cubicBezTo>
                    <a:pt x="2534" y="4846"/>
                    <a:pt x="4466" y="1489"/>
                    <a:pt x="529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855;p68">
              <a:extLst>
                <a:ext uri="{FF2B5EF4-FFF2-40B4-BE49-F238E27FC236}">
                  <a16:creationId xmlns:a16="http://schemas.microsoft.com/office/drawing/2014/main" id="{E1AC2D60-DC57-73B6-A925-6BD32E82BF4D}"/>
                </a:ext>
              </a:extLst>
            </p:cNvPr>
            <p:cNvSpPr/>
            <p:nvPr/>
          </p:nvSpPr>
          <p:spPr>
            <a:xfrm>
              <a:off x="3428002" y="3710519"/>
              <a:ext cx="92058" cy="116235"/>
            </a:xfrm>
            <a:custGeom>
              <a:avLst/>
              <a:gdLst/>
              <a:ahLst/>
              <a:cxnLst/>
              <a:rect l="l" t="t" r="r" b="b"/>
              <a:pathLst>
                <a:path w="5544" h="7000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08"/>
                    <a:pt x="476" y="6809"/>
                    <a:pt x="1109" y="6999"/>
                  </a:cubicBezTo>
                  <a:cubicBezTo>
                    <a:pt x="2915" y="4719"/>
                    <a:pt x="4941" y="1109"/>
                    <a:pt x="554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856;p68">
              <a:extLst>
                <a:ext uri="{FF2B5EF4-FFF2-40B4-BE49-F238E27FC236}">
                  <a16:creationId xmlns:a16="http://schemas.microsoft.com/office/drawing/2014/main" id="{F7323C7C-7F00-7CE0-F7D8-1BB5B5012B2E}"/>
                </a:ext>
              </a:extLst>
            </p:cNvPr>
            <p:cNvSpPr/>
            <p:nvPr/>
          </p:nvSpPr>
          <p:spPr>
            <a:xfrm>
              <a:off x="3587332" y="3709473"/>
              <a:ext cx="85732" cy="113595"/>
            </a:xfrm>
            <a:custGeom>
              <a:avLst/>
              <a:gdLst/>
              <a:ahLst/>
              <a:cxnLst/>
              <a:rect l="l" t="t" r="r" b="b"/>
              <a:pathLst>
                <a:path w="5163" h="6841" extrusionOk="0">
                  <a:moveTo>
                    <a:pt x="5163" y="0"/>
                  </a:moveTo>
                  <a:lnTo>
                    <a:pt x="1553" y="32"/>
                  </a:lnTo>
                  <a:cubicBezTo>
                    <a:pt x="697" y="32"/>
                    <a:pt x="1" y="729"/>
                    <a:pt x="1" y="1615"/>
                  </a:cubicBezTo>
                  <a:lnTo>
                    <a:pt x="1" y="5542"/>
                  </a:lnTo>
                  <a:cubicBezTo>
                    <a:pt x="1" y="6081"/>
                    <a:pt x="286" y="6556"/>
                    <a:pt x="729" y="6841"/>
                  </a:cubicBezTo>
                  <a:cubicBezTo>
                    <a:pt x="2376" y="4814"/>
                    <a:pt x="4339" y="1520"/>
                    <a:pt x="516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857;p68">
              <a:extLst>
                <a:ext uri="{FF2B5EF4-FFF2-40B4-BE49-F238E27FC236}">
                  <a16:creationId xmlns:a16="http://schemas.microsoft.com/office/drawing/2014/main" id="{0096B6B0-8495-6E8E-AEE9-CE3204ACB992}"/>
                </a:ext>
              </a:extLst>
            </p:cNvPr>
            <p:cNvSpPr/>
            <p:nvPr/>
          </p:nvSpPr>
          <p:spPr>
            <a:xfrm>
              <a:off x="3747709" y="3709988"/>
              <a:ext cx="87840" cy="114143"/>
            </a:xfrm>
            <a:custGeom>
              <a:avLst/>
              <a:gdLst/>
              <a:ahLst/>
              <a:cxnLst/>
              <a:rect l="l" t="t" r="r" b="b"/>
              <a:pathLst>
                <a:path w="5290" h="6874" extrusionOk="0">
                  <a:moveTo>
                    <a:pt x="1553" y="1"/>
                  </a:moveTo>
                  <a:cubicBezTo>
                    <a:pt x="666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081"/>
                    <a:pt x="381" y="6620"/>
                    <a:pt x="856" y="6873"/>
                  </a:cubicBezTo>
                  <a:cubicBezTo>
                    <a:pt x="2534" y="4751"/>
                    <a:pt x="4498" y="1426"/>
                    <a:pt x="52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858;p68">
              <a:extLst>
                <a:ext uri="{FF2B5EF4-FFF2-40B4-BE49-F238E27FC236}">
                  <a16:creationId xmlns:a16="http://schemas.microsoft.com/office/drawing/2014/main" id="{3653EDDA-91FB-E6D1-2C66-C6FCBC82D1A1}"/>
                </a:ext>
              </a:extLst>
            </p:cNvPr>
            <p:cNvSpPr/>
            <p:nvPr/>
          </p:nvSpPr>
          <p:spPr>
            <a:xfrm>
              <a:off x="2241210" y="3870362"/>
              <a:ext cx="80999" cy="110456"/>
            </a:xfrm>
            <a:custGeom>
              <a:avLst/>
              <a:gdLst/>
              <a:ahLst/>
              <a:cxnLst/>
              <a:rect l="l" t="t" r="r" b="b"/>
              <a:pathLst>
                <a:path w="4878" h="665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5923"/>
                    <a:pt x="223" y="6335"/>
                    <a:pt x="476" y="6651"/>
                  </a:cubicBezTo>
                  <a:cubicBezTo>
                    <a:pt x="2059" y="4783"/>
                    <a:pt x="3896" y="1679"/>
                    <a:pt x="487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859;p68">
              <a:extLst>
                <a:ext uri="{FF2B5EF4-FFF2-40B4-BE49-F238E27FC236}">
                  <a16:creationId xmlns:a16="http://schemas.microsoft.com/office/drawing/2014/main" id="{223EBFA9-0B46-F6A3-4289-789221118AB6}"/>
                </a:ext>
              </a:extLst>
            </p:cNvPr>
            <p:cNvSpPr/>
            <p:nvPr/>
          </p:nvSpPr>
          <p:spPr>
            <a:xfrm>
              <a:off x="2401586" y="3869316"/>
              <a:ext cx="90481" cy="114658"/>
            </a:xfrm>
            <a:custGeom>
              <a:avLst/>
              <a:gdLst/>
              <a:ahLst/>
              <a:cxnLst/>
              <a:rect l="l" t="t" r="r" b="b"/>
              <a:pathLst>
                <a:path w="5449" h="6905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113"/>
                    <a:pt x="381" y="6619"/>
                    <a:pt x="856" y="6904"/>
                  </a:cubicBezTo>
                  <a:cubicBezTo>
                    <a:pt x="2471" y="5068"/>
                    <a:pt x="4435" y="1742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860;p68">
              <a:extLst>
                <a:ext uri="{FF2B5EF4-FFF2-40B4-BE49-F238E27FC236}">
                  <a16:creationId xmlns:a16="http://schemas.microsoft.com/office/drawing/2014/main" id="{1415F3B4-9752-9DE8-0527-C0BC263AA310}"/>
                </a:ext>
              </a:extLst>
            </p:cNvPr>
            <p:cNvSpPr/>
            <p:nvPr/>
          </p:nvSpPr>
          <p:spPr>
            <a:xfrm>
              <a:off x="2561979" y="3868270"/>
              <a:ext cx="94665" cy="115704"/>
            </a:xfrm>
            <a:custGeom>
              <a:avLst/>
              <a:gdLst/>
              <a:ahLst/>
              <a:cxnLst/>
              <a:rect l="l" t="t" r="r" b="b"/>
              <a:pathLst>
                <a:path w="5701" h="6968" extrusionOk="0">
                  <a:moveTo>
                    <a:pt x="1552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176"/>
                    <a:pt x="443" y="6777"/>
                    <a:pt x="1077" y="6967"/>
                  </a:cubicBezTo>
                  <a:cubicBezTo>
                    <a:pt x="2692" y="5194"/>
                    <a:pt x="4719" y="1837"/>
                    <a:pt x="5700" y="32"/>
                  </a:cubicBezTo>
                  <a:cubicBezTo>
                    <a:pt x="5637" y="32"/>
                    <a:pt x="5542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861;p68">
              <a:extLst>
                <a:ext uri="{FF2B5EF4-FFF2-40B4-BE49-F238E27FC236}">
                  <a16:creationId xmlns:a16="http://schemas.microsoft.com/office/drawing/2014/main" id="{E7F59EEB-8894-2DDD-7333-0ECE9CB2C5E4}"/>
                </a:ext>
              </a:extLst>
            </p:cNvPr>
            <p:cNvSpPr/>
            <p:nvPr/>
          </p:nvSpPr>
          <p:spPr>
            <a:xfrm>
              <a:off x="2721824" y="3868270"/>
              <a:ext cx="75221" cy="107285"/>
            </a:xfrm>
            <a:custGeom>
              <a:avLst/>
              <a:gdLst/>
              <a:ahLst/>
              <a:cxnLst/>
              <a:rect l="l" t="t" r="r" b="b"/>
              <a:pathLst>
                <a:path w="4530" h="6461" extrusionOk="0">
                  <a:moveTo>
                    <a:pt x="1552" y="0"/>
                  </a:moveTo>
                  <a:cubicBezTo>
                    <a:pt x="665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5859"/>
                    <a:pt x="127" y="6176"/>
                    <a:pt x="317" y="6461"/>
                  </a:cubicBezTo>
                  <a:cubicBezTo>
                    <a:pt x="1869" y="4561"/>
                    <a:pt x="3611" y="1584"/>
                    <a:pt x="452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862;p68">
              <a:extLst>
                <a:ext uri="{FF2B5EF4-FFF2-40B4-BE49-F238E27FC236}">
                  <a16:creationId xmlns:a16="http://schemas.microsoft.com/office/drawing/2014/main" id="{DFEF98E1-752A-C3E3-3DDB-E14975C9633B}"/>
                </a:ext>
              </a:extLst>
            </p:cNvPr>
            <p:cNvSpPr/>
            <p:nvPr/>
          </p:nvSpPr>
          <p:spPr>
            <a:xfrm>
              <a:off x="2882732" y="3867738"/>
              <a:ext cx="95711" cy="116235"/>
            </a:xfrm>
            <a:custGeom>
              <a:avLst/>
              <a:gdLst/>
              <a:ahLst/>
              <a:cxnLst/>
              <a:rect l="l" t="t" r="r" b="b"/>
              <a:pathLst>
                <a:path w="5764" h="7000" extrusionOk="0">
                  <a:moveTo>
                    <a:pt x="1552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8"/>
                    <a:pt x="475" y="6809"/>
                    <a:pt x="1109" y="6999"/>
                  </a:cubicBezTo>
                  <a:cubicBezTo>
                    <a:pt x="2755" y="5131"/>
                    <a:pt x="4751" y="1774"/>
                    <a:pt x="5764" y="32"/>
                  </a:cubicBezTo>
                  <a:cubicBezTo>
                    <a:pt x="5669" y="32"/>
                    <a:pt x="5542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863;p68">
              <a:extLst>
                <a:ext uri="{FF2B5EF4-FFF2-40B4-BE49-F238E27FC236}">
                  <a16:creationId xmlns:a16="http://schemas.microsoft.com/office/drawing/2014/main" id="{98F0026A-0ACC-5D82-B938-61D5654C1F96}"/>
                </a:ext>
              </a:extLst>
            </p:cNvPr>
            <p:cNvSpPr/>
            <p:nvPr/>
          </p:nvSpPr>
          <p:spPr>
            <a:xfrm>
              <a:off x="3042577" y="3867738"/>
              <a:ext cx="77844" cy="108348"/>
            </a:xfrm>
            <a:custGeom>
              <a:avLst/>
              <a:gdLst/>
              <a:ahLst/>
              <a:cxnLst/>
              <a:rect l="l" t="t" r="r" b="b"/>
              <a:pathLst>
                <a:path w="4688" h="6525" extrusionOk="0">
                  <a:moveTo>
                    <a:pt x="1552" y="1"/>
                  </a:moveTo>
                  <a:cubicBezTo>
                    <a:pt x="666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5891"/>
                    <a:pt x="159" y="6239"/>
                    <a:pt x="412" y="6524"/>
                  </a:cubicBezTo>
                  <a:cubicBezTo>
                    <a:pt x="1996" y="4593"/>
                    <a:pt x="3769" y="1584"/>
                    <a:pt x="468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864;p68">
              <a:extLst>
                <a:ext uri="{FF2B5EF4-FFF2-40B4-BE49-F238E27FC236}">
                  <a16:creationId xmlns:a16="http://schemas.microsoft.com/office/drawing/2014/main" id="{0CCCD1BD-BAE1-44F0-3446-DB70DF271754}"/>
                </a:ext>
              </a:extLst>
            </p:cNvPr>
            <p:cNvSpPr/>
            <p:nvPr/>
          </p:nvSpPr>
          <p:spPr>
            <a:xfrm>
              <a:off x="3202954" y="3867207"/>
              <a:ext cx="96774" cy="116235"/>
            </a:xfrm>
            <a:custGeom>
              <a:avLst/>
              <a:gdLst/>
              <a:ahLst/>
              <a:cxnLst/>
              <a:rect l="l" t="t" r="r" b="b"/>
              <a:pathLst>
                <a:path w="5828" h="7000" extrusionOk="0">
                  <a:moveTo>
                    <a:pt x="1552" y="1"/>
                  </a:moveTo>
                  <a:cubicBezTo>
                    <a:pt x="666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240"/>
                    <a:pt x="507" y="6841"/>
                    <a:pt x="1236" y="7000"/>
                  </a:cubicBezTo>
                  <a:cubicBezTo>
                    <a:pt x="2851" y="5131"/>
                    <a:pt x="4846" y="1711"/>
                    <a:pt x="5828" y="33"/>
                  </a:cubicBezTo>
                  <a:cubicBezTo>
                    <a:pt x="5701" y="1"/>
                    <a:pt x="557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865;p68">
              <a:extLst>
                <a:ext uri="{FF2B5EF4-FFF2-40B4-BE49-F238E27FC236}">
                  <a16:creationId xmlns:a16="http://schemas.microsoft.com/office/drawing/2014/main" id="{D78335B3-DA8E-65D1-C440-FE03ED3FC347}"/>
                </a:ext>
              </a:extLst>
            </p:cNvPr>
            <p:cNvSpPr/>
            <p:nvPr/>
          </p:nvSpPr>
          <p:spPr>
            <a:xfrm>
              <a:off x="3362815" y="3865630"/>
              <a:ext cx="90464" cy="115189"/>
            </a:xfrm>
            <a:custGeom>
              <a:avLst/>
              <a:gdLst/>
              <a:ahLst/>
              <a:cxnLst/>
              <a:rect l="l" t="t" r="r" b="b"/>
              <a:pathLst>
                <a:path w="5448" h="6937" extrusionOk="0">
                  <a:moveTo>
                    <a:pt x="5447" y="1"/>
                  </a:moveTo>
                  <a:lnTo>
                    <a:pt x="1552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76"/>
                    <a:pt x="348" y="6683"/>
                    <a:pt x="887" y="6936"/>
                  </a:cubicBezTo>
                  <a:cubicBezTo>
                    <a:pt x="2565" y="5005"/>
                    <a:pt x="4560" y="1648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866;p68">
              <a:extLst>
                <a:ext uri="{FF2B5EF4-FFF2-40B4-BE49-F238E27FC236}">
                  <a16:creationId xmlns:a16="http://schemas.microsoft.com/office/drawing/2014/main" id="{6E3400DB-393A-235B-5F0A-52B3298BF84A}"/>
                </a:ext>
              </a:extLst>
            </p:cNvPr>
            <p:cNvSpPr/>
            <p:nvPr/>
          </p:nvSpPr>
          <p:spPr>
            <a:xfrm>
              <a:off x="3523192" y="3865115"/>
              <a:ext cx="83623" cy="112549"/>
            </a:xfrm>
            <a:custGeom>
              <a:avLst/>
              <a:gdLst/>
              <a:ahLst/>
              <a:cxnLst/>
              <a:rect l="l" t="t" r="r" b="b"/>
              <a:pathLst>
                <a:path w="5036" h="6778" extrusionOk="0">
                  <a:moveTo>
                    <a:pt x="5035" y="0"/>
                  </a:moveTo>
                  <a:lnTo>
                    <a:pt x="1520" y="32"/>
                  </a:lnTo>
                  <a:cubicBezTo>
                    <a:pt x="665" y="32"/>
                    <a:pt x="0" y="760"/>
                    <a:pt x="0" y="1615"/>
                  </a:cubicBezTo>
                  <a:lnTo>
                    <a:pt x="0" y="5542"/>
                  </a:lnTo>
                  <a:cubicBezTo>
                    <a:pt x="0" y="6049"/>
                    <a:pt x="222" y="6492"/>
                    <a:pt x="633" y="6777"/>
                  </a:cubicBezTo>
                  <a:cubicBezTo>
                    <a:pt x="2249" y="4782"/>
                    <a:pt x="4149" y="1584"/>
                    <a:pt x="503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867;p68">
              <a:extLst>
                <a:ext uri="{FF2B5EF4-FFF2-40B4-BE49-F238E27FC236}">
                  <a16:creationId xmlns:a16="http://schemas.microsoft.com/office/drawing/2014/main" id="{2BDA5EDA-97B1-2091-082A-E3B7CE4A76AA}"/>
                </a:ext>
              </a:extLst>
            </p:cNvPr>
            <p:cNvSpPr/>
            <p:nvPr/>
          </p:nvSpPr>
          <p:spPr>
            <a:xfrm>
              <a:off x="3683037" y="3864052"/>
              <a:ext cx="85732" cy="114143"/>
            </a:xfrm>
            <a:custGeom>
              <a:avLst/>
              <a:gdLst/>
              <a:ahLst/>
              <a:cxnLst/>
              <a:rect l="l" t="t" r="r" b="b"/>
              <a:pathLst>
                <a:path w="5163" h="6874" extrusionOk="0">
                  <a:moveTo>
                    <a:pt x="5163" y="1"/>
                  </a:moveTo>
                  <a:lnTo>
                    <a:pt x="1521" y="64"/>
                  </a:lnTo>
                  <a:cubicBezTo>
                    <a:pt x="666" y="64"/>
                    <a:pt x="0" y="761"/>
                    <a:pt x="0" y="1648"/>
                  </a:cubicBezTo>
                  <a:lnTo>
                    <a:pt x="0" y="5575"/>
                  </a:lnTo>
                  <a:cubicBezTo>
                    <a:pt x="0" y="6113"/>
                    <a:pt x="254" y="6588"/>
                    <a:pt x="697" y="6873"/>
                  </a:cubicBezTo>
                  <a:cubicBezTo>
                    <a:pt x="2376" y="4878"/>
                    <a:pt x="4276" y="1584"/>
                    <a:pt x="516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868;p68">
              <a:extLst>
                <a:ext uri="{FF2B5EF4-FFF2-40B4-BE49-F238E27FC236}">
                  <a16:creationId xmlns:a16="http://schemas.microsoft.com/office/drawing/2014/main" id="{9EDDB576-AAB5-722D-1DD7-ACBC1DAC5EEE}"/>
                </a:ext>
              </a:extLst>
            </p:cNvPr>
            <p:cNvSpPr/>
            <p:nvPr/>
          </p:nvSpPr>
          <p:spPr>
            <a:xfrm>
              <a:off x="3843413" y="3864052"/>
              <a:ext cx="93088" cy="116235"/>
            </a:xfrm>
            <a:custGeom>
              <a:avLst/>
              <a:gdLst/>
              <a:ahLst/>
              <a:cxnLst/>
              <a:rect l="l" t="t" r="r" b="b"/>
              <a:pathLst>
                <a:path w="5606" h="7000" extrusionOk="0">
                  <a:moveTo>
                    <a:pt x="5606" y="1"/>
                  </a:moveTo>
                  <a:lnTo>
                    <a:pt x="5448" y="33"/>
                  </a:lnTo>
                  <a:lnTo>
                    <a:pt x="1521" y="33"/>
                  </a:lnTo>
                  <a:cubicBezTo>
                    <a:pt x="666" y="33"/>
                    <a:pt x="1" y="729"/>
                    <a:pt x="1" y="1616"/>
                  </a:cubicBezTo>
                  <a:lnTo>
                    <a:pt x="1" y="5511"/>
                  </a:lnTo>
                  <a:cubicBezTo>
                    <a:pt x="1" y="6208"/>
                    <a:pt x="412" y="6778"/>
                    <a:pt x="1014" y="7000"/>
                  </a:cubicBezTo>
                  <a:cubicBezTo>
                    <a:pt x="2724" y="5005"/>
                    <a:pt x="4688" y="1648"/>
                    <a:pt x="560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869;p68">
              <a:extLst>
                <a:ext uri="{FF2B5EF4-FFF2-40B4-BE49-F238E27FC236}">
                  <a16:creationId xmlns:a16="http://schemas.microsoft.com/office/drawing/2014/main" id="{F4E07453-88F3-25D0-1344-CC95BC2BF5A6}"/>
                </a:ext>
              </a:extLst>
            </p:cNvPr>
            <p:cNvSpPr/>
            <p:nvPr/>
          </p:nvSpPr>
          <p:spPr>
            <a:xfrm>
              <a:off x="1900483" y="4031799"/>
              <a:ext cx="93619" cy="115704"/>
            </a:xfrm>
            <a:custGeom>
              <a:avLst/>
              <a:gdLst/>
              <a:ahLst/>
              <a:cxnLst/>
              <a:rect l="l" t="t" r="r" b="b"/>
              <a:pathLst>
                <a:path w="5638" h="6968" extrusionOk="0">
                  <a:moveTo>
                    <a:pt x="1520" y="0"/>
                  </a:moveTo>
                  <a:cubicBezTo>
                    <a:pt x="665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176"/>
                    <a:pt x="380" y="6746"/>
                    <a:pt x="982" y="6967"/>
                  </a:cubicBezTo>
                  <a:cubicBezTo>
                    <a:pt x="2597" y="5226"/>
                    <a:pt x="4624" y="1869"/>
                    <a:pt x="563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870;p68">
              <a:extLst>
                <a:ext uri="{FF2B5EF4-FFF2-40B4-BE49-F238E27FC236}">
                  <a16:creationId xmlns:a16="http://schemas.microsoft.com/office/drawing/2014/main" id="{1152DB0E-DFD4-69CF-A6AD-CCBE633D4571}"/>
                </a:ext>
              </a:extLst>
            </p:cNvPr>
            <p:cNvSpPr/>
            <p:nvPr/>
          </p:nvSpPr>
          <p:spPr>
            <a:xfrm>
              <a:off x="2060859" y="4030736"/>
              <a:ext cx="89418" cy="114143"/>
            </a:xfrm>
            <a:custGeom>
              <a:avLst/>
              <a:gdLst/>
              <a:ahLst/>
              <a:cxnLst/>
              <a:rect l="l" t="t" r="r" b="b"/>
              <a:pathLst>
                <a:path w="5385" h="6874" extrusionOk="0">
                  <a:moveTo>
                    <a:pt x="5384" y="1"/>
                  </a:moveTo>
                  <a:lnTo>
                    <a:pt x="1521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5"/>
                    <a:pt x="317" y="6620"/>
                    <a:pt x="792" y="6873"/>
                  </a:cubicBezTo>
                  <a:cubicBezTo>
                    <a:pt x="2407" y="5100"/>
                    <a:pt x="4339" y="1806"/>
                    <a:pt x="538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871;p68">
              <a:extLst>
                <a:ext uri="{FF2B5EF4-FFF2-40B4-BE49-F238E27FC236}">
                  <a16:creationId xmlns:a16="http://schemas.microsoft.com/office/drawing/2014/main" id="{C0FBB94C-06DB-B564-E563-B271AB31474E}"/>
                </a:ext>
              </a:extLst>
            </p:cNvPr>
            <p:cNvSpPr/>
            <p:nvPr/>
          </p:nvSpPr>
          <p:spPr>
            <a:xfrm>
              <a:off x="2220189" y="4031267"/>
              <a:ext cx="88355" cy="113611"/>
            </a:xfrm>
            <a:custGeom>
              <a:avLst/>
              <a:gdLst/>
              <a:ahLst/>
              <a:cxnLst/>
              <a:rect l="l" t="t" r="r" b="b"/>
              <a:pathLst>
                <a:path w="5321" h="6842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49"/>
                    <a:pt x="317" y="6588"/>
                    <a:pt x="760" y="6841"/>
                  </a:cubicBezTo>
                  <a:cubicBezTo>
                    <a:pt x="2375" y="5036"/>
                    <a:pt x="4339" y="1742"/>
                    <a:pt x="532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872;p68">
              <a:extLst>
                <a:ext uri="{FF2B5EF4-FFF2-40B4-BE49-F238E27FC236}">
                  <a16:creationId xmlns:a16="http://schemas.microsoft.com/office/drawing/2014/main" id="{95AED4A5-C3BE-F3EF-C8A3-0E65ABEFB8BB}"/>
                </a:ext>
              </a:extLst>
            </p:cNvPr>
            <p:cNvSpPr/>
            <p:nvPr/>
          </p:nvSpPr>
          <p:spPr>
            <a:xfrm>
              <a:off x="2380566" y="4029690"/>
              <a:ext cx="86246" cy="113080"/>
            </a:xfrm>
            <a:custGeom>
              <a:avLst/>
              <a:gdLst/>
              <a:ahLst/>
              <a:cxnLst/>
              <a:rect l="l" t="t" r="r" b="b"/>
              <a:pathLst>
                <a:path w="5194" h="6810" extrusionOk="0">
                  <a:moveTo>
                    <a:pt x="5194" y="1"/>
                  </a:moveTo>
                  <a:lnTo>
                    <a:pt x="1552" y="64"/>
                  </a:lnTo>
                  <a:cubicBezTo>
                    <a:pt x="697" y="64"/>
                    <a:pt x="0" y="761"/>
                    <a:pt x="0" y="1647"/>
                  </a:cubicBezTo>
                  <a:lnTo>
                    <a:pt x="0" y="5543"/>
                  </a:lnTo>
                  <a:cubicBezTo>
                    <a:pt x="0" y="6081"/>
                    <a:pt x="285" y="6556"/>
                    <a:pt x="697" y="6809"/>
                  </a:cubicBezTo>
                  <a:cubicBezTo>
                    <a:pt x="2312" y="4973"/>
                    <a:pt x="4212" y="1742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873;p68">
              <a:extLst>
                <a:ext uri="{FF2B5EF4-FFF2-40B4-BE49-F238E27FC236}">
                  <a16:creationId xmlns:a16="http://schemas.microsoft.com/office/drawing/2014/main" id="{0A775DF8-E22A-C3B6-D4BB-958140ADA4C5}"/>
                </a:ext>
              </a:extLst>
            </p:cNvPr>
            <p:cNvSpPr/>
            <p:nvPr/>
          </p:nvSpPr>
          <p:spPr>
            <a:xfrm>
              <a:off x="2540942" y="4030221"/>
              <a:ext cx="86246" cy="113080"/>
            </a:xfrm>
            <a:custGeom>
              <a:avLst/>
              <a:gdLst/>
              <a:ahLst/>
              <a:cxnLst/>
              <a:rect l="l" t="t" r="r" b="b"/>
              <a:pathLst>
                <a:path w="5194" h="6810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049"/>
                    <a:pt x="285" y="6524"/>
                    <a:pt x="697" y="6809"/>
                  </a:cubicBezTo>
                  <a:cubicBezTo>
                    <a:pt x="2312" y="4941"/>
                    <a:pt x="4212" y="1679"/>
                    <a:pt x="519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874;p68">
              <a:extLst>
                <a:ext uri="{FF2B5EF4-FFF2-40B4-BE49-F238E27FC236}">
                  <a16:creationId xmlns:a16="http://schemas.microsoft.com/office/drawing/2014/main" id="{1B4EA557-59EB-655C-DF20-9FB6B957D237}"/>
                </a:ext>
              </a:extLst>
            </p:cNvPr>
            <p:cNvSpPr/>
            <p:nvPr/>
          </p:nvSpPr>
          <p:spPr>
            <a:xfrm>
              <a:off x="2700787" y="4029159"/>
              <a:ext cx="86794" cy="113080"/>
            </a:xfrm>
            <a:custGeom>
              <a:avLst/>
              <a:gdLst/>
              <a:ahLst/>
              <a:cxnLst/>
              <a:rect l="l" t="t" r="r" b="b"/>
              <a:pathLst>
                <a:path w="5227" h="6810" extrusionOk="0">
                  <a:moveTo>
                    <a:pt x="1552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050"/>
                    <a:pt x="286" y="6556"/>
                    <a:pt x="729" y="6810"/>
                  </a:cubicBezTo>
                  <a:cubicBezTo>
                    <a:pt x="2344" y="4973"/>
                    <a:pt x="4276" y="1711"/>
                    <a:pt x="522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875;p68">
              <a:extLst>
                <a:ext uri="{FF2B5EF4-FFF2-40B4-BE49-F238E27FC236}">
                  <a16:creationId xmlns:a16="http://schemas.microsoft.com/office/drawing/2014/main" id="{B8F524C4-B4C8-0822-34CF-A11D440413A9}"/>
                </a:ext>
              </a:extLst>
            </p:cNvPr>
            <p:cNvSpPr/>
            <p:nvPr/>
          </p:nvSpPr>
          <p:spPr>
            <a:xfrm>
              <a:off x="2861164" y="4028113"/>
              <a:ext cx="86794" cy="113611"/>
            </a:xfrm>
            <a:custGeom>
              <a:avLst/>
              <a:gdLst/>
              <a:ahLst/>
              <a:cxnLst/>
              <a:rect l="l" t="t" r="r" b="b"/>
              <a:pathLst>
                <a:path w="5227" h="6842" extrusionOk="0">
                  <a:moveTo>
                    <a:pt x="5226" y="1"/>
                  </a:moveTo>
                  <a:lnTo>
                    <a:pt x="1553" y="32"/>
                  </a:lnTo>
                  <a:cubicBezTo>
                    <a:pt x="666" y="32"/>
                    <a:pt x="1" y="761"/>
                    <a:pt x="1" y="1616"/>
                  </a:cubicBezTo>
                  <a:lnTo>
                    <a:pt x="1" y="5543"/>
                  </a:lnTo>
                  <a:cubicBezTo>
                    <a:pt x="1" y="6081"/>
                    <a:pt x="286" y="6556"/>
                    <a:pt x="729" y="6841"/>
                  </a:cubicBezTo>
                  <a:cubicBezTo>
                    <a:pt x="2344" y="4941"/>
                    <a:pt x="4276" y="1711"/>
                    <a:pt x="522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876;p68">
              <a:extLst>
                <a:ext uri="{FF2B5EF4-FFF2-40B4-BE49-F238E27FC236}">
                  <a16:creationId xmlns:a16="http://schemas.microsoft.com/office/drawing/2014/main" id="{1F14639B-8C3D-7E0F-EA4C-723640C42A69}"/>
                </a:ext>
              </a:extLst>
            </p:cNvPr>
            <p:cNvSpPr/>
            <p:nvPr/>
          </p:nvSpPr>
          <p:spPr>
            <a:xfrm>
              <a:off x="3021540" y="4027581"/>
              <a:ext cx="87309" cy="113611"/>
            </a:xfrm>
            <a:custGeom>
              <a:avLst/>
              <a:gdLst/>
              <a:ahLst/>
              <a:cxnLst/>
              <a:rect l="l" t="t" r="r" b="b"/>
              <a:pathLst>
                <a:path w="5258" h="6842" extrusionOk="0">
                  <a:moveTo>
                    <a:pt x="5258" y="1"/>
                  </a:moveTo>
                  <a:lnTo>
                    <a:pt x="1553" y="33"/>
                  </a:lnTo>
                  <a:cubicBezTo>
                    <a:pt x="666" y="33"/>
                    <a:pt x="1" y="729"/>
                    <a:pt x="1" y="1616"/>
                  </a:cubicBezTo>
                  <a:lnTo>
                    <a:pt x="1" y="5543"/>
                  </a:lnTo>
                  <a:cubicBezTo>
                    <a:pt x="1" y="6081"/>
                    <a:pt x="317" y="6588"/>
                    <a:pt x="761" y="6841"/>
                  </a:cubicBezTo>
                  <a:cubicBezTo>
                    <a:pt x="2376" y="4941"/>
                    <a:pt x="4308" y="1648"/>
                    <a:pt x="52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877;p68">
              <a:extLst>
                <a:ext uri="{FF2B5EF4-FFF2-40B4-BE49-F238E27FC236}">
                  <a16:creationId xmlns:a16="http://schemas.microsoft.com/office/drawing/2014/main" id="{BB224D2F-C438-5EB2-7FD4-027D4BBB64B7}"/>
                </a:ext>
              </a:extLst>
            </p:cNvPr>
            <p:cNvSpPr/>
            <p:nvPr/>
          </p:nvSpPr>
          <p:spPr>
            <a:xfrm>
              <a:off x="3181402" y="4028113"/>
              <a:ext cx="87309" cy="113611"/>
            </a:xfrm>
            <a:custGeom>
              <a:avLst/>
              <a:gdLst/>
              <a:ahLst/>
              <a:cxnLst/>
              <a:rect l="l" t="t" r="r" b="b"/>
              <a:pathLst>
                <a:path w="5258" h="6842" extrusionOk="0">
                  <a:moveTo>
                    <a:pt x="1552" y="1"/>
                  </a:moveTo>
                  <a:cubicBezTo>
                    <a:pt x="665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049"/>
                    <a:pt x="317" y="6556"/>
                    <a:pt x="760" y="6841"/>
                  </a:cubicBezTo>
                  <a:cubicBezTo>
                    <a:pt x="2407" y="4909"/>
                    <a:pt x="4307" y="1647"/>
                    <a:pt x="525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878;p68">
              <a:extLst>
                <a:ext uri="{FF2B5EF4-FFF2-40B4-BE49-F238E27FC236}">
                  <a16:creationId xmlns:a16="http://schemas.microsoft.com/office/drawing/2014/main" id="{04EEDD98-A896-AD33-54D9-BFBC398459A0}"/>
                </a:ext>
              </a:extLst>
            </p:cNvPr>
            <p:cNvSpPr/>
            <p:nvPr/>
          </p:nvSpPr>
          <p:spPr>
            <a:xfrm>
              <a:off x="3341778" y="4027067"/>
              <a:ext cx="87824" cy="114126"/>
            </a:xfrm>
            <a:custGeom>
              <a:avLst/>
              <a:gdLst/>
              <a:ahLst/>
              <a:cxnLst/>
              <a:rect l="l" t="t" r="r" b="b"/>
              <a:pathLst>
                <a:path w="5289" h="6873" extrusionOk="0">
                  <a:moveTo>
                    <a:pt x="5289" y="0"/>
                  </a:moveTo>
                  <a:lnTo>
                    <a:pt x="1552" y="32"/>
                  </a:lnTo>
                  <a:cubicBezTo>
                    <a:pt x="665" y="32"/>
                    <a:pt x="0" y="729"/>
                    <a:pt x="0" y="1615"/>
                  </a:cubicBezTo>
                  <a:lnTo>
                    <a:pt x="0" y="5511"/>
                  </a:lnTo>
                  <a:cubicBezTo>
                    <a:pt x="0" y="6112"/>
                    <a:pt x="317" y="6587"/>
                    <a:pt x="792" y="6872"/>
                  </a:cubicBezTo>
                  <a:cubicBezTo>
                    <a:pt x="2439" y="4909"/>
                    <a:pt x="4402" y="1647"/>
                    <a:pt x="528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879;p68">
              <a:extLst>
                <a:ext uri="{FF2B5EF4-FFF2-40B4-BE49-F238E27FC236}">
                  <a16:creationId xmlns:a16="http://schemas.microsoft.com/office/drawing/2014/main" id="{755D3664-EDF0-51DD-2ACB-1FFAACEE741C}"/>
                </a:ext>
              </a:extLst>
            </p:cNvPr>
            <p:cNvSpPr/>
            <p:nvPr/>
          </p:nvSpPr>
          <p:spPr>
            <a:xfrm>
              <a:off x="3502155" y="4026004"/>
              <a:ext cx="87840" cy="114658"/>
            </a:xfrm>
            <a:custGeom>
              <a:avLst/>
              <a:gdLst/>
              <a:ahLst/>
              <a:cxnLst/>
              <a:rect l="l" t="t" r="r" b="b"/>
              <a:pathLst>
                <a:path w="5290" h="6905" extrusionOk="0">
                  <a:moveTo>
                    <a:pt x="5289" y="1"/>
                  </a:moveTo>
                  <a:lnTo>
                    <a:pt x="1552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5"/>
                    <a:pt x="317" y="6651"/>
                    <a:pt x="792" y="6905"/>
                  </a:cubicBezTo>
                  <a:cubicBezTo>
                    <a:pt x="2439" y="4941"/>
                    <a:pt x="4402" y="1616"/>
                    <a:pt x="528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880;p68">
              <a:extLst>
                <a:ext uri="{FF2B5EF4-FFF2-40B4-BE49-F238E27FC236}">
                  <a16:creationId xmlns:a16="http://schemas.microsoft.com/office/drawing/2014/main" id="{0F217C03-A53A-8463-8A0E-B1E354DC5405}"/>
                </a:ext>
              </a:extLst>
            </p:cNvPr>
            <p:cNvSpPr/>
            <p:nvPr/>
          </p:nvSpPr>
          <p:spPr>
            <a:xfrm>
              <a:off x="1901014" y="4182709"/>
              <a:ext cx="94665" cy="116750"/>
            </a:xfrm>
            <a:custGeom>
              <a:avLst/>
              <a:gdLst/>
              <a:ahLst/>
              <a:cxnLst/>
              <a:rect l="l" t="t" r="r" b="b"/>
              <a:pathLst>
                <a:path w="5701" h="7031" extrusionOk="0">
                  <a:moveTo>
                    <a:pt x="1552" y="0"/>
                  </a:moveTo>
                  <a:cubicBezTo>
                    <a:pt x="665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39"/>
                    <a:pt x="538" y="6872"/>
                    <a:pt x="1235" y="7031"/>
                  </a:cubicBezTo>
                  <a:cubicBezTo>
                    <a:pt x="3040" y="4687"/>
                    <a:pt x="5099" y="1077"/>
                    <a:pt x="5700" y="32"/>
                  </a:cubicBezTo>
                  <a:cubicBezTo>
                    <a:pt x="5605" y="32"/>
                    <a:pt x="5542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881;p68">
              <a:extLst>
                <a:ext uri="{FF2B5EF4-FFF2-40B4-BE49-F238E27FC236}">
                  <a16:creationId xmlns:a16="http://schemas.microsoft.com/office/drawing/2014/main" id="{728F4367-ACB9-1E66-A86D-38B9ADBD7676}"/>
                </a:ext>
              </a:extLst>
            </p:cNvPr>
            <p:cNvSpPr/>
            <p:nvPr/>
          </p:nvSpPr>
          <p:spPr>
            <a:xfrm>
              <a:off x="2061390" y="4182709"/>
              <a:ext cx="93088" cy="116235"/>
            </a:xfrm>
            <a:custGeom>
              <a:avLst/>
              <a:gdLst/>
              <a:ahLst/>
              <a:cxnLst/>
              <a:rect l="l" t="t" r="r" b="b"/>
              <a:pathLst>
                <a:path w="5606" h="7000" extrusionOk="0">
                  <a:moveTo>
                    <a:pt x="1552" y="0"/>
                  </a:moveTo>
                  <a:cubicBezTo>
                    <a:pt x="665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7"/>
                    <a:pt x="507" y="6841"/>
                    <a:pt x="1172" y="6999"/>
                  </a:cubicBezTo>
                  <a:cubicBezTo>
                    <a:pt x="3040" y="4624"/>
                    <a:pt x="5067" y="1014"/>
                    <a:pt x="5606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882;p68">
              <a:extLst>
                <a:ext uri="{FF2B5EF4-FFF2-40B4-BE49-F238E27FC236}">
                  <a16:creationId xmlns:a16="http://schemas.microsoft.com/office/drawing/2014/main" id="{37BD22CB-F6DF-97B6-E467-DEFEEB10D5A8}"/>
                </a:ext>
              </a:extLst>
            </p:cNvPr>
            <p:cNvSpPr/>
            <p:nvPr/>
          </p:nvSpPr>
          <p:spPr>
            <a:xfrm>
              <a:off x="2221767" y="4181646"/>
              <a:ext cx="94134" cy="116766"/>
            </a:xfrm>
            <a:custGeom>
              <a:avLst/>
              <a:gdLst/>
              <a:ahLst/>
              <a:cxnLst/>
              <a:rect l="l" t="t" r="r" b="b"/>
              <a:pathLst>
                <a:path w="5669" h="7032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271"/>
                    <a:pt x="507" y="6905"/>
                    <a:pt x="1235" y="7031"/>
                  </a:cubicBezTo>
                  <a:cubicBezTo>
                    <a:pt x="3072" y="4656"/>
                    <a:pt x="5131" y="951"/>
                    <a:pt x="566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883;p68">
              <a:extLst>
                <a:ext uri="{FF2B5EF4-FFF2-40B4-BE49-F238E27FC236}">
                  <a16:creationId xmlns:a16="http://schemas.microsoft.com/office/drawing/2014/main" id="{443C87FE-0C5F-214B-7577-A5C149989548}"/>
                </a:ext>
              </a:extLst>
            </p:cNvPr>
            <p:cNvSpPr/>
            <p:nvPr/>
          </p:nvSpPr>
          <p:spPr>
            <a:xfrm>
              <a:off x="2381612" y="4181132"/>
              <a:ext cx="94665" cy="117281"/>
            </a:xfrm>
            <a:custGeom>
              <a:avLst/>
              <a:gdLst/>
              <a:ahLst/>
              <a:cxnLst/>
              <a:rect l="l" t="t" r="r" b="b"/>
              <a:pathLst>
                <a:path w="5701" h="7063" extrusionOk="0">
                  <a:moveTo>
                    <a:pt x="1521" y="0"/>
                  </a:moveTo>
                  <a:cubicBezTo>
                    <a:pt x="666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71"/>
                    <a:pt x="539" y="6904"/>
                    <a:pt x="1267" y="7062"/>
                  </a:cubicBezTo>
                  <a:cubicBezTo>
                    <a:pt x="3104" y="4624"/>
                    <a:pt x="5163" y="950"/>
                    <a:pt x="5701" y="32"/>
                  </a:cubicBezTo>
                  <a:cubicBezTo>
                    <a:pt x="5606" y="0"/>
                    <a:pt x="5543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884;p68">
              <a:extLst>
                <a:ext uri="{FF2B5EF4-FFF2-40B4-BE49-F238E27FC236}">
                  <a16:creationId xmlns:a16="http://schemas.microsoft.com/office/drawing/2014/main" id="{87C646C6-4583-4F8A-5ED9-3FFC2A45E3EF}"/>
                </a:ext>
              </a:extLst>
            </p:cNvPr>
            <p:cNvSpPr/>
            <p:nvPr/>
          </p:nvSpPr>
          <p:spPr>
            <a:xfrm>
              <a:off x="3342293" y="4177977"/>
              <a:ext cx="93636" cy="116235"/>
            </a:xfrm>
            <a:custGeom>
              <a:avLst/>
              <a:gdLst/>
              <a:ahLst/>
              <a:cxnLst/>
              <a:rect l="l" t="t" r="r" b="b"/>
              <a:pathLst>
                <a:path w="5639" h="7000" extrusionOk="0">
                  <a:moveTo>
                    <a:pt x="1553" y="0"/>
                  </a:moveTo>
                  <a:cubicBezTo>
                    <a:pt x="666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207"/>
                    <a:pt x="476" y="6809"/>
                    <a:pt x="1141" y="6999"/>
                  </a:cubicBezTo>
                  <a:cubicBezTo>
                    <a:pt x="2978" y="4751"/>
                    <a:pt x="4941" y="1172"/>
                    <a:pt x="563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885;p68">
              <a:extLst>
                <a:ext uri="{FF2B5EF4-FFF2-40B4-BE49-F238E27FC236}">
                  <a16:creationId xmlns:a16="http://schemas.microsoft.com/office/drawing/2014/main" id="{3179F942-0120-6A48-3A5E-473FD3097B75}"/>
                </a:ext>
              </a:extLst>
            </p:cNvPr>
            <p:cNvSpPr/>
            <p:nvPr/>
          </p:nvSpPr>
          <p:spPr>
            <a:xfrm>
              <a:off x="3502686" y="4177446"/>
              <a:ext cx="93619" cy="116235"/>
            </a:xfrm>
            <a:custGeom>
              <a:avLst/>
              <a:gdLst/>
              <a:ahLst/>
              <a:cxnLst/>
              <a:rect l="l" t="t" r="r" b="b"/>
              <a:pathLst>
                <a:path w="5638" h="7000" extrusionOk="0">
                  <a:moveTo>
                    <a:pt x="1552" y="1"/>
                  </a:moveTo>
                  <a:cubicBezTo>
                    <a:pt x="665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8"/>
                    <a:pt x="475" y="6809"/>
                    <a:pt x="1140" y="6999"/>
                  </a:cubicBezTo>
                  <a:cubicBezTo>
                    <a:pt x="2977" y="4688"/>
                    <a:pt x="5004" y="1141"/>
                    <a:pt x="563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886;p68">
              <a:extLst>
                <a:ext uri="{FF2B5EF4-FFF2-40B4-BE49-F238E27FC236}">
                  <a16:creationId xmlns:a16="http://schemas.microsoft.com/office/drawing/2014/main" id="{71DE71A8-09D0-B6E0-9CB7-4840C2807E4D}"/>
                </a:ext>
              </a:extLst>
            </p:cNvPr>
            <p:cNvSpPr/>
            <p:nvPr/>
          </p:nvSpPr>
          <p:spPr>
            <a:xfrm>
              <a:off x="2561979" y="4180069"/>
              <a:ext cx="280292" cy="118344"/>
            </a:xfrm>
            <a:custGeom>
              <a:avLst/>
              <a:gdLst/>
              <a:ahLst/>
              <a:cxnLst/>
              <a:rect l="l" t="t" r="r" b="b"/>
              <a:pathLst>
                <a:path w="16880" h="7127" extrusionOk="0">
                  <a:moveTo>
                    <a:pt x="16880" y="1"/>
                  </a:moveTo>
                  <a:lnTo>
                    <a:pt x="1045" y="33"/>
                  </a:lnTo>
                  <a:cubicBezTo>
                    <a:pt x="475" y="33"/>
                    <a:pt x="0" y="508"/>
                    <a:pt x="0" y="1046"/>
                  </a:cubicBezTo>
                  <a:lnTo>
                    <a:pt x="0" y="6081"/>
                  </a:lnTo>
                  <a:cubicBezTo>
                    <a:pt x="0" y="6651"/>
                    <a:pt x="475" y="7126"/>
                    <a:pt x="1045" y="7126"/>
                  </a:cubicBezTo>
                  <a:lnTo>
                    <a:pt x="10039" y="7063"/>
                  </a:lnTo>
                  <a:lnTo>
                    <a:pt x="1688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887;p68">
              <a:extLst>
                <a:ext uri="{FF2B5EF4-FFF2-40B4-BE49-F238E27FC236}">
                  <a16:creationId xmlns:a16="http://schemas.microsoft.com/office/drawing/2014/main" id="{25E79649-9574-DC96-A342-E7ABE64F6240}"/>
                </a:ext>
              </a:extLst>
            </p:cNvPr>
            <p:cNvSpPr/>
            <p:nvPr/>
          </p:nvSpPr>
          <p:spPr>
            <a:xfrm>
              <a:off x="1899437" y="3870893"/>
              <a:ext cx="182489" cy="117812"/>
            </a:xfrm>
            <a:custGeom>
              <a:avLst/>
              <a:gdLst/>
              <a:ahLst/>
              <a:cxnLst/>
              <a:rect l="l" t="t" r="r" b="b"/>
              <a:pathLst>
                <a:path w="10990" h="7095" extrusionOk="0">
                  <a:moveTo>
                    <a:pt x="10989" y="1"/>
                  </a:moveTo>
                  <a:lnTo>
                    <a:pt x="1235" y="32"/>
                  </a:lnTo>
                  <a:cubicBezTo>
                    <a:pt x="570" y="32"/>
                    <a:pt x="0" y="602"/>
                    <a:pt x="0" y="1267"/>
                  </a:cubicBezTo>
                  <a:lnTo>
                    <a:pt x="0" y="5859"/>
                  </a:lnTo>
                  <a:cubicBezTo>
                    <a:pt x="0" y="6524"/>
                    <a:pt x="570" y="7094"/>
                    <a:pt x="1235" y="7094"/>
                  </a:cubicBezTo>
                  <a:lnTo>
                    <a:pt x="5637" y="7094"/>
                  </a:lnTo>
                  <a:lnTo>
                    <a:pt x="109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888;p68">
              <a:extLst>
                <a:ext uri="{FF2B5EF4-FFF2-40B4-BE49-F238E27FC236}">
                  <a16:creationId xmlns:a16="http://schemas.microsoft.com/office/drawing/2014/main" id="{476FCBCD-7B9B-4710-8CD0-F6CF24772A28}"/>
                </a:ext>
              </a:extLst>
            </p:cNvPr>
            <p:cNvSpPr/>
            <p:nvPr/>
          </p:nvSpPr>
          <p:spPr>
            <a:xfrm>
              <a:off x="1898905" y="3715251"/>
              <a:ext cx="106770" cy="115189"/>
            </a:xfrm>
            <a:custGeom>
              <a:avLst/>
              <a:gdLst/>
              <a:ahLst/>
              <a:cxnLst/>
              <a:rect l="l" t="t" r="r" b="b"/>
              <a:pathLst>
                <a:path w="6430" h="6937" extrusionOk="0">
                  <a:moveTo>
                    <a:pt x="6429" y="1"/>
                  </a:moveTo>
                  <a:lnTo>
                    <a:pt x="1869" y="32"/>
                  </a:lnTo>
                  <a:cubicBezTo>
                    <a:pt x="824" y="32"/>
                    <a:pt x="0" y="856"/>
                    <a:pt x="0" y="1932"/>
                  </a:cubicBezTo>
                  <a:lnTo>
                    <a:pt x="0" y="5226"/>
                  </a:lnTo>
                  <a:cubicBezTo>
                    <a:pt x="0" y="5986"/>
                    <a:pt x="475" y="6651"/>
                    <a:pt x="1109" y="6936"/>
                  </a:cubicBezTo>
                  <a:lnTo>
                    <a:pt x="642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889;p68">
              <a:extLst>
                <a:ext uri="{FF2B5EF4-FFF2-40B4-BE49-F238E27FC236}">
                  <a16:creationId xmlns:a16="http://schemas.microsoft.com/office/drawing/2014/main" id="{732FD998-EF8A-89FC-A92E-DC1AD7A0F95A}"/>
                </a:ext>
              </a:extLst>
            </p:cNvPr>
            <p:cNvSpPr/>
            <p:nvPr/>
          </p:nvSpPr>
          <p:spPr>
            <a:xfrm>
              <a:off x="3815552" y="3551722"/>
              <a:ext cx="137257" cy="118344"/>
            </a:xfrm>
            <a:custGeom>
              <a:avLst/>
              <a:gdLst/>
              <a:ahLst/>
              <a:cxnLst/>
              <a:rect l="l" t="t" r="r" b="b"/>
              <a:pathLst>
                <a:path w="8266" h="7127" extrusionOk="0">
                  <a:moveTo>
                    <a:pt x="8266" y="1"/>
                  </a:moveTo>
                  <a:lnTo>
                    <a:pt x="1742" y="32"/>
                  </a:lnTo>
                  <a:cubicBezTo>
                    <a:pt x="792" y="32"/>
                    <a:pt x="0" y="824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4117" y="7126"/>
                  </a:lnTo>
                  <a:cubicBezTo>
                    <a:pt x="6334" y="4434"/>
                    <a:pt x="7632" y="1584"/>
                    <a:pt x="826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890;p68">
              <a:extLst>
                <a:ext uri="{FF2B5EF4-FFF2-40B4-BE49-F238E27FC236}">
                  <a16:creationId xmlns:a16="http://schemas.microsoft.com/office/drawing/2014/main" id="{E2182910-4C12-C87A-2DF6-0EB031DBEBB1}"/>
                </a:ext>
              </a:extLst>
            </p:cNvPr>
            <p:cNvSpPr/>
            <p:nvPr/>
          </p:nvSpPr>
          <p:spPr>
            <a:xfrm>
              <a:off x="3910194" y="3708410"/>
              <a:ext cx="117812" cy="116235"/>
            </a:xfrm>
            <a:custGeom>
              <a:avLst/>
              <a:gdLst/>
              <a:ahLst/>
              <a:cxnLst/>
              <a:rect l="l" t="t" r="r" b="b"/>
              <a:pathLst>
                <a:path w="7095" h="7000" extrusionOk="0">
                  <a:moveTo>
                    <a:pt x="7094" y="1"/>
                  </a:moveTo>
                  <a:lnTo>
                    <a:pt x="1457" y="64"/>
                  </a:lnTo>
                  <a:cubicBezTo>
                    <a:pt x="666" y="64"/>
                    <a:pt x="1" y="729"/>
                    <a:pt x="1" y="1521"/>
                  </a:cubicBezTo>
                  <a:lnTo>
                    <a:pt x="1" y="5670"/>
                  </a:lnTo>
                  <a:cubicBezTo>
                    <a:pt x="1" y="6303"/>
                    <a:pt x="381" y="6810"/>
                    <a:pt x="951" y="7000"/>
                  </a:cubicBezTo>
                  <a:lnTo>
                    <a:pt x="709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891;p68">
            <a:extLst>
              <a:ext uri="{FF2B5EF4-FFF2-40B4-BE49-F238E27FC236}">
                <a16:creationId xmlns:a16="http://schemas.microsoft.com/office/drawing/2014/main" id="{30901D70-ACEA-7B32-9D66-F6874E3FDC7D}"/>
              </a:ext>
            </a:extLst>
          </p:cNvPr>
          <p:cNvGrpSpPr/>
          <p:nvPr/>
        </p:nvGrpSpPr>
        <p:grpSpPr>
          <a:xfrm>
            <a:off x="8651241" y="3226937"/>
            <a:ext cx="830818" cy="965109"/>
            <a:chOff x="7360162" y="3160500"/>
            <a:chExt cx="1063833" cy="1235788"/>
          </a:xfrm>
        </p:grpSpPr>
        <p:sp>
          <p:nvSpPr>
            <p:cNvPr id="1285" name="Google Shape;1892;p68">
              <a:extLst>
                <a:ext uri="{FF2B5EF4-FFF2-40B4-BE49-F238E27FC236}">
                  <a16:creationId xmlns:a16="http://schemas.microsoft.com/office/drawing/2014/main" id="{3A7E8D31-42C2-E94B-2116-9D9B605E2378}"/>
                </a:ext>
              </a:extLst>
            </p:cNvPr>
            <p:cNvSpPr/>
            <p:nvPr/>
          </p:nvSpPr>
          <p:spPr>
            <a:xfrm>
              <a:off x="7360162" y="3225702"/>
              <a:ext cx="1063833" cy="1170586"/>
            </a:xfrm>
            <a:custGeom>
              <a:avLst/>
              <a:gdLst/>
              <a:ahLst/>
              <a:cxnLst/>
              <a:rect l="l" t="t" r="r" b="b"/>
              <a:pathLst>
                <a:path w="64067" h="70496" extrusionOk="0">
                  <a:moveTo>
                    <a:pt x="55231" y="9469"/>
                  </a:moveTo>
                  <a:lnTo>
                    <a:pt x="48802" y="3769"/>
                  </a:lnTo>
                  <a:lnTo>
                    <a:pt x="32081" y="0"/>
                  </a:lnTo>
                  <a:lnTo>
                    <a:pt x="15328" y="3706"/>
                  </a:lnTo>
                  <a:lnTo>
                    <a:pt x="8931" y="9406"/>
                  </a:lnTo>
                  <a:cubicBezTo>
                    <a:pt x="8931" y="9406"/>
                    <a:pt x="0" y="61280"/>
                    <a:pt x="20965" y="68310"/>
                  </a:cubicBezTo>
                  <a:cubicBezTo>
                    <a:pt x="26824" y="70305"/>
                    <a:pt x="29864" y="70495"/>
                    <a:pt x="31163" y="70432"/>
                  </a:cubicBezTo>
                  <a:cubicBezTo>
                    <a:pt x="31733" y="70369"/>
                    <a:pt x="32271" y="70369"/>
                    <a:pt x="32873" y="70432"/>
                  </a:cubicBezTo>
                  <a:cubicBezTo>
                    <a:pt x="34203" y="70495"/>
                    <a:pt x="37275" y="70305"/>
                    <a:pt x="43133" y="68374"/>
                  </a:cubicBezTo>
                  <a:cubicBezTo>
                    <a:pt x="64067" y="61343"/>
                    <a:pt x="55231" y="9469"/>
                    <a:pt x="55231" y="94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893;p68">
              <a:extLst>
                <a:ext uri="{FF2B5EF4-FFF2-40B4-BE49-F238E27FC236}">
                  <a16:creationId xmlns:a16="http://schemas.microsoft.com/office/drawing/2014/main" id="{B72E34EB-145D-6813-9C69-5258DD48FA5E}"/>
                </a:ext>
              </a:extLst>
            </p:cNvPr>
            <p:cNvSpPr/>
            <p:nvPr/>
          </p:nvSpPr>
          <p:spPr>
            <a:xfrm>
              <a:off x="7443762" y="3160500"/>
              <a:ext cx="895043" cy="1167962"/>
            </a:xfrm>
            <a:custGeom>
              <a:avLst/>
              <a:gdLst/>
              <a:ahLst/>
              <a:cxnLst/>
              <a:rect l="l" t="t" r="r" b="b"/>
              <a:pathLst>
                <a:path w="53902" h="70338" extrusionOk="0">
                  <a:moveTo>
                    <a:pt x="45382" y="6619"/>
                  </a:moveTo>
                  <a:cubicBezTo>
                    <a:pt x="41962" y="3769"/>
                    <a:pt x="27014" y="0"/>
                    <a:pt x="27014" y="0"/>
                  </a:cubicBezTo>
                  <a:cubicBezTo>
                    <a:pt x="27014" y="0"/>
                    <a:pt x="12003" y="3737"/>
                    <a:pt x="8646" y="6587"/>
                  </a:cubicBezTo>
                  <a:cubicBezTo>
                    <a:pt x="2756" y="36546"/>
                    <a:pt x="1" y="70274"/>
                    <a:pt x="26983" y="70305"/>
                  </a:cubicBezTo>
                  <a:cubicBezTo>
                    <a:pt x="53901" y="70337"/>
                    <a:pt x="51241" y="36578"/>
                    <a:pt x="45382" y="661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894;p68">
              <a:extLst>
                <a:ext uri="{FF2B5EF4-FFF2-40B4-BE49-F238E27FC236}">
                  <a16:creationId xmlns:a16="http://schemas.microsoft.com/office/drawing/2014/main" id="{219BED71-12B7-B8F2-8EA6-D67C7EBCC5D6}"/>
                </a:ext>
              </a:extLst>
            </p:cNvPr>
            <p:cNvSpPr/>
            <p:nvPr/>
          </p:nvSpPr>
          <p:spPr>
            <a:xfrm>
              <a:off x="7689847" y="3160500"/>
              <a:ext cx="400728" cy="1120622"/>
            </a:xfrm>
            <a:custGeom>
              <a:avLst/>
              <a:gdLst/>
              <a:ahLst/>
              <a:cxnLst/>
              <a:rect l="l" t="t" r="r" b="b"/>
              <a:pathLst>
                <a:path w="24133" h="67487" extrusionOk="0">
                  <a:moveTo>
                    <a:pt x="23911" y="3484"/>
                  </a:moveTo>
                  <a:cubicBezTo>
                    <a:pt x="18527" y="1584"/>
                    <a:pt x="12130" y="0"/>
                    <a:pt x="12130" y="0"/>
                  </a:cubicBezTo>
                  <a:cubicBezTo>
                    <a:pt x="12130" y="0"/>
                    <a:pt x="5764" y="1584"/>
                    <a:pt x="381" y="3484"/>
                  </a:cubicBezTo>
                  <a:cubicBezTo>
                    <a:pt x="1996" y="7791"/>
                    <a:pt x="5733" y="18210"/>
                    <a:pt x="6810" y="27394"/>
                  </a:cubicBezTo>
                  <a:cubicBezTo>
                    <a:pt x="8235" y="39333"/>
                    <a:pt x="2851" y="51937"/>
                    <a:pt x="1426" y="56181"/>
                  </a:cubicBezTo>
                  <a:cubicBezTo>
                    <a:pt x="1" y="60425"/>
                    <a:pt x="1109" y="67487"/>
                    <a:pt x="12067" y="67487"/>
                  </a:cubicBezTo>
                  <a:cubicBezTo>
                    <a:pt x="23024" y="67487"/>
                    <a:pt x="24133" y="60425"/>
                    <a:pt x="22707" y="56181"/>
                  </a:cubicBezTo>
                  <a:cubicBezTo>
                    <a:pt x="21282" y="51937"/>
                    <a:pt x="15930" y="39365"/>
                    <a:pt x="17355" y="27394"/>
                  </a:cubicBezTo>
                  <a:cubicBezTo>
                    <a:pt x="18559" y="18210"/>
                    <a:pt x="22296" y="7791"/>
                    <a:pt x="23911" y="34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895;p68">
              <a:extLst>
                <a:ext uri="{FF2B5EF4-FFF2-40B4-BE49-F238E27FC236}">
                  <a16:creationId xmlns:a16="http://schemas.microsoft.com/office/drawing/2014/main" id="{4C067F51-3723-60FF-FBB5-1E652EAEAA84}"/>
                </a:ext>
              </a:extLst>
            </p:cNvPr>
            <p:cNvSpPr/>
            <p:nvPr/>
          </p:nvSpPr>
          <p:spPr>
            <a:xfrm>
              <a:off x="7884926" y="3189938"/>
              <a:ext cx="15277" cy="739902"/>
            </a:xfrm>
            <a:custGeom>
              <a:avLst/>
              <a:gdLst/>
              <a:ahLst/>
              <a:cxnLst/>
              <a:rect l="l" t="t" r="r" b="b"/>
              <a:pathLst>
                <a:path w="920" h="44559" extrusionOk="0">
                  <a:moveTo>
                    <a:pt x="1" y="1"/>
                  </a:moveTo>
                  <a:lnTo>
                    <a:pt x="1" y="44559"/>
                  </a:lnTo>
                  <a:lnTo>
                    <a:pt x="919" y="44559"/>
                  </a:lnTo>
                  <a:lnTo>
                    <a:pt x="919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896;p68">
              <a:extLst>
                <a:ext uri="{FF2B5EF4-FFF2-40B4-BE49-F238E27FC236}">
                  <a16:creationId xmlns:a16="http://schemas.microsoft.com/office/drawing/2014/main" id="{807DC0EB-FB4A-CE02-6F25-783A55324DF3}"/>
                </a:ext>
              </a:extLst>
            </p:cNvPr>
            <p:cNvSpPr/>
            <p:nvPr/>
          </p:nvSpPr>
          <p:spPr>
            <a:xfrm>
              <a:off x="7835513" y="3307193"/>
              <a:ext cx="109908" cy="221411"/>
            </a:xfrm>
            <a:custGeom>
              <a:avLst/>
              <a:gdLst/>
              <a:ahLst/>
              <a:cxnLst/>
              <a:rect l="l" t="t" r="r" b="b"/>
              <a:pathLst>
                <a:path w="6619" h="13334" extrusionOk="0">
                  <a:moveTo>
                    <a:pt x="3325" y="1"/>
                  </a:moveTo>
                  <a:cubicBezTo>
                    <a:pt x="1488" y="1"/>
                    <a:pt x="0" y="1458"/>
                    <a:pt x="0" y="3263"/>
                  </a:cubicBezTo>
                  <a:lnTo>
                    <a:pt x="0" y="10008"/>
                  </a:lnTo>
                  <a:cubicBezTo>
                    <a:pt x="0" y="11877"/>
                    <a:pt x="1457" y="13334"/>
                    <a:pt x="3294" y="13334"/>
                  </a:cubicBezTo>
                  <a:cubicBezTo>
                    <a:pt x="5162" y="13334"/>
                    <a:pt x="6619" y="11877"/>
                    <a:pt x="6619" y="10040"/>
                  </a:cubicBezTo>
                  <a:lnTo>
                    <a:pt x="6619" y="3326"/>
                  </a:lnTo>
                  <a:cubicBezTo>
                    <a:pt x="6619" y="1458"/>
                    <a:pt x="5162" y="1"/>
                    <a:pt x="332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897;p68">
              <a:extLst>
                <a:ext uri="{FF2B5EF4-FFF2-40B4-BE49-F238E27FC236}">
                  <a16:creationId xmlns:a16="http://schemas.microsoft.com/office/drawing/2014/main" id="{9BBFF489-550F-FEF5-29D6-B9D2B416E645}"/>
                </a:ext>
              </a:extLst>
            </p:cNvPr>
            <p:cNvSpPr/>
            <p:nvPr/>
          </p:nvSpPr>
          <p:spPr>
            <a:xfrm>
              <a:off x="8029014" y="3342426"/>
              <a:ext cx="257162" cy="725705"/>
            </a:xfrm>
            <a:custGeom>
              <a:avLst/>
              <a:gdLst/>
              <a:ahLst/>
              <a:cxnLst/>
              <a:rect l="l" t="t" r="r" b="b"/>
              <a:pathLst>
                <a:path w="15487" h="43704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6492" y="10040"/>
                    <a:pt x="0" y="30213"/>
                    <a:pt x="12161" y="43704"/>
                  </a:cubicBezTo>
                  <a:cubicBezTo>
                    <a:pt x="15486" y="32145"/>
                    <a:pt x="13808" y="15804"/>
                    <a:pt x="109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898;p68">
              <a:extLst>
                <a:ext uri="{FF2B5EF4-FFF2-40B4-BE49-F238E27FC236}">
                  <a16:creationId xmlns:a16="http://schemas.microsoft.com/office/drawing/2014/main" id="{741F68B0-5CCD-131F-FDDC-15877FBD6DB0}"/>
                </a:ext>
              </a:extLst>
            </p:cNvPr>
            <p:cNvSpPr/>
            <p:nvPr/>
          </p:nvSpPr>
          <p:spPr>
            <a:xfrm>
              <a:off x="7497392" y="3341911"/>
              <a:ext cx="256116" cy="725705"/>
            </a:xfrm>
            <a:custGeom>
              <a:avLst/>
              <a:gdLst/>
              <a:ahLst/>
              <a:cxnLst/>
              <a:rect l="l" t="t" r="r" b="b"/>
              <a:pathLst>
                <a:path w="15424" h="43704" extrusionOk="0">
                  <a:moveTo>
                    <a:pt x="4530" y="0"/>
                  </a:moveTo>
                  <a:lnTo>
                    <a:pt x="4530" y="0"/>
                  </a:lnTo>
                  <a:cubicBezTo>
                    <a:pt x="1648" y="15803"/>
                    <a:pt x="1" y="32144"/>
                    <a:pt x="3326" y="43703"/>
                  </a:cubicBezTo>
                  <a:cubicBezTo>
                    <a:pt x="15424" y="30212"/>
                    <a:pt x="8963" y="10008"/>
                    <a:pt x="453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899;p68">
              <a:extLst>
                <a:ext uri="{FF2B5EF4-FFF2-40B4-BE49-F238E27FC236}">
                  <a16:creationId xmlns:a16="http://schemas.microsoft.com/office/drawing/2014/main" id="{482ADBD1-7A28-7745-77E0-432EAACCBCD6}"/>
                </a:ext>
              </a:extLst>
            </p:cNvPr>
            <p:cNvSpPr/>
            <p:nvPr/>
          </p:nvSpPr>
          <p:spPr>
            <a:xfrm>
              <a:off x="7823940" y="333560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900;p68">
              <a:extLst>
                <a:ext uri="{FF2B5EF4-FFF2-40B4-BE49-F238E27FC236}">
                  <a16:creationId xmlns:a16="http://schemas.microsoft.com/office/drawing/2014/main" id="{A897A453-8EC9-C4F1-533B-4D11E1023FA6}"/>
                </a:ext>
              </a:extLst>
            </p:cNvPr>
            <p:cNvSpPr/>
            <p:nvPr/>
          </p:nvSpPr>
          <p:spPr>
            <a:xfrm>
              <a:off x="7823940" y="3371880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901;p68">
              <a:extLst>
                <a:ext uri="{FF2B5EF4-FFF2-40B4-BE49-F238E27FC236}">
                  <a16:creationId xmlns:a16="http://schemas.microsoft.com/office/drawing/2014/main" id="{B59B92BE-BA6C-DB12-A5D7-8877242498D3}"/>
                </a:ext>
              </a:extLst>
            </p:cNvPr>
            <p:cNvSpPr/>
            <p:nvPr/>
          </p:nvSpPr>
          <p:spPr>
            <a:xfrm>
              <a:off x="7823940" y="340869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902;p68">
              <a:extLst>
                <a:ext uri="{FF2B5EF4-FFF2-40B4-BE49-F238E27FC236}">
                  <a16:creationId xmlns:a16="http://schemas.microsoft.com/office/drawing/2014/main" id="{77815238-E7A3-6419-3985-0063BA89DE7B}"/>
                </a:ext>
              </a:extLst>
            </p:cNvPr>
            <p:cNvSpPr/>
            <p:nvPr/>
          </p:nvSpPr>
          <p:spPr>
            <a:xfrm>
              <a:off x="7823940" y="3446015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1"/>
                  </a:moveTo>
                  <a:lnTo>
                    <a:pt x="829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903;p68">
              <a:extLst>
                <a:ext uri="{FF2B5EF4-FFF2-40B4-BE49-F238E27FC236}">
                  <a16:creationId xmlns:a16="http://schemas.microsoft.com/office/drawing/2014/main" id="{AA9DA62A-1B77-0D8F-7036-E9743AB8708A}"/>
                </a:ext>
              </a:extLst>
            </p:cNvPr>
            <p:cNvSpPr/>
            <p:nvPr/>
          </p:nvSpPr>
          <p:spPr>
            <a:xfrm>
              <a:off x="7823940" y="3482826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904;p68">
              <a:extLst>
                <a:ext uri="{FF2B5EF4-FFF2-40B4-BE49-F238E27FC236}">
                  <a16:creationId xmlns:a16="http://schemas.microsoft.com/office/drawing/2014/main" id="{6FB244B3-22BA-2DDF-32C1-F330444DD9B1}"/>
                </a:ext>
              </a:extLst>
            </p:cNvPr>
            <p:cNvSpPr/>
            <p:nvPr/>
          </p:nvSpPr>
          <p:spPr>
            <a:xfrm>
              <a:off x="8078958" y="3270399"/>
              <a:ext cx="136742" cy="840861"/>
            </a:xfrm>
            <a:custGeom>
              <a:avLst/>
              <a:gdLst/>
              <a:ahLst/>
              <a:cxnLst/>
              <a:rect l="l" t="t" r="r" b="b"/>
              <a:pathLst>
                <a:path w="8235" h="50639" fill="none" extrusionOk="0">
                  <a:moveTo>
                    <a:pt x="7126" y="0"/>
                  </a:moveTo>
                  <a:cubicBezTo>
                    <a:pt x="7126" y="0"/>
                    <a:pt x="1" y="13111"/>
                    <a:pt x="64" y="29199"/>
                  </a:cubicBezTo>
                  <a:cubicBezTo>
                    <a:pt x="191" y="45287"/>
                    <a:pt x="8235" y="50639"/>
                    <a:pt x="8235" y="50639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rgbClr val="FFFFFF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905;p68">
              <a:extLst>
                <a:ext uri="{FF2B5EF4-FFF2-40B4-BE49-F238E27FC236}">
                  <a16:creationId xmlns:a16="http://schemas.microsoft.com/office/drawing/2014/main" id="{90952151-C8A4-BDF3-79D0-2FBC19DF5810}"/>
                </a:ext>
              </a:extLst>
            </p:cNvPr>
            <p:cNvSpPr/>
            <p:nvPr/>
          </p:nvSpPr>
          <p:spPr>
            <a:xfrm>
              <a:off x="7568905" y="3278286"/>
              <a:ext cx="136742" cy="832973"/>
            </a:xfrm>
            <a:custGeom>
              <a:avLst/>
              <a:gdLst/>
              <a:ahLst/>
              <a:cxnLst/>
              <a:rect l="l" t="t" r="r" b="b"/>
              <a:pathLst>
                <a:path w="8235" h="50164" fill="none" extrusionOk="0">
                  <a:moveTo>
                    <a:pt x="1331" y="0"/>
                  </a:moveTo>
                  <a:cubicBezTo>
                    <a:pt x="1331" y="0"/>
                    <a:pt x="8235" y="12668"/>
                    <a:pt x="8140" y="28724"/>
                  </a:cubicBezTo>
                  <a:cubicBezTo>
                    <a:pt x="8045" y="44812"/>
                    <a:pt x="1" y="50164"/>
                    <a:pt x="1" y="50164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906;p68">
              <a:extLst>
                <a:ext uri="{FF2B5EF4-FFF2-40B4-BE49-F238E27FC236}">
                  <a16:creationId xmlns:a16="http://schemas.microsoft.com/office/drawing/2014/main" id="{2450732D-CDE3-79F2-421C-5AC0F550FF4E}"/>
                </a:ext>
              </a:extLst>
            </p:cNvPr>
            <p:cNvSpPr/>
            <p:nvPr/>
          </p:nvSpPr>
          <p:spPr>
            <a:xfrm>
              <a:off x="7361208" y="3160500"/>
              <a:ext cx="839798" cy="1234964"/>
            </a:xfrm>
            <a:custGeom>
              <a:avLst/>
              <a:gdLst/>
              <a:ahLst/>
              <a:cxnLst/>
              <a:rect l="l" t="t" r="r" b="b"/>
              <a:pathLst>
                <a:path w="50575" h="74373" extrusionOk="0">
                  <a:moveTo>
                    <a:pt x="31891" y="0"/>
                  </a:moveTo>
                  <a:cubicBezTo>
                    <a:pt x="31860" y="0"/>
                    <a:pt x="31860" y="0"/>
                    <a:pt x="31828" y="32"/>
                  </a:cubicBezTo>
                  <a:cubicBezTo>
                    <a:pt x="31765" y="32"/>
                    <a:pt x="31701" y="64"/>
                    <a:pt x="31670" y="64"/>
                  </a:cubicBezTo>
                  <a:lnTo>
                    <a:pt x="31575" y="64"/>
                  </a:lnTo>
                  <a:cubicBezTo>
                    <a:pt x="31543" y="64"/>
                    <a:pt x="31511" y="127"/>
                    <a:pt x="31416" y="127"/>
                  </a:cubicBezTo>
                  <a:cubicBezTo>
                    <a:pt x="31353" y="127"/>
                    <a:pt x="31321" y="159"/>
                    <a:pt x="31226" y="159"/>
                  </a:cubicBezTo>
                  <a:cubicBezTo>
                    <a:pt x="31195" y="159"/>
                    <a:pt x="31131" y="190"/>
                    <a:pt x="31100" y="190"/>
                  </a:cubicBezTo>
                  <a:cubicBezTo>
                    <a:pt x="31068" y="190"/>
                    <a:pt x="31005" y="254"/>
                    <a:pt x="30941" y="254"/>
                  </a:cubicBezTo>
                  <a:cubicBezTo>
                    <a:pt x="30910" y="254"/>
                    <a:pt x="30878" y="285"/>
                    <a:pt x="30846" y="285"/>
                  </a:cubicBezTo>
                  <a:cubicBezTo>
                    <a:pt x="30720" y="317"/>
                    <a:pt x="30593" y="349"/>
                    <a:pt x="30435" y="412"/>
                  </a:cubicBezTo>
                  <a:cubicBezTo>
                    <a:pt x="30403" y="412"/>
                    <a:pt x="30371" y="444"/>
                    <a:pt x="30308" y="444"/>
                  </a:cubicBezTo>
                  <a:cubicBezTo>
                    <a:pt x="30054" y="507"/>
                    <a:pt x="29738" y="602"/>
                    <a:pt x="29421" y="665"/>
                  </a:cubicBezTo>
                  <a:cubicBezTo>
                    <a:pt x="29358" y="665"/>
                    <a:pt x="29326" y="729"/>
                    <a:pt x="29294" y="729"/>
                  </a:cubicBezTo>
                  <a:cubicBezTo>
                    <a:pt x="28946" y="792"/>
                    <a:pt x="28566" y="919"/>
                    <a:pt x="28186" y="1045"/>
                  </a:cubicBezTo>
                  <a:cubicBezTo>
                    <a:pt x="28154" y="1045"/>
                    <a:pt x="28091" y="1077"/>
                    <a:pt x="28059" y="1077"/>
                  </a:cubicBezTo>
                  <a:cubicBezTo>
                    <a:pt x="27838" y="1140"/>
                    <a:pt x="27553" y="1235"/>
                    <a:pt x="27268" y="1299"/>
                  </a:cubicBezTo>
                  <a:lnTo>
                    <a:pt x="27236" y="1299"/>
                  </a:lnTo>
                  <a:cubicBezTo>
                    <a:pt x="27078" y="1362"/>
                    <a:pt x="26951" y="1394"/>
                    <a:pt x="26793" y="1425"/>
                  </a:cubicBezTo>
                  <a:cubicBezTo>
                    <a:pt x="26761" y="1425"/>
                    <a:pt x="26729" y="1425"/>
                    <a:pt x="26729" y="1457"/>
                  </a:cubicBezTo>
                  <a:lnTo>
                    <a:pt x="25874" y="1710"/>
                  </a:lnTo>
                  <a:cubicBezTo>
                    <a:pt x="25843" y="1710"/>
                    <a:pt x="25843" y="1710"/>
                    <a:pt x="25811" y="1742"/>
                  </a:cubicBezTo>
                  <a:cubicBezTo>
                    <a:pt x="25652" y="1774"/>
                    <a:pt x="25526" y="1837"/>
                    <a:pt x="25367" y="1869"/>
                  </a:cubicBezTo>
                  <a:cubicBezTo>
                    <a:pt x="25336" y="1869"/>
                    <a:pt x="25304" y="1900"/>
                    <a:pt x="25209" y="1900"/>
                  </a:cubicBezTo>
                  <a:cubicBezTo>
                    <a:pt x="24924" y="1996"/>
                    <a:pt x="24702" y="2059"/>
                    <a:pt x="24417" y="2154"/>
                  </a:cubicBezTo>
                  <a:cubicBezTo>
                    <a:pt x="24386" y="2154"/>
                    <a:pt x="24291" y="2186"/>
                    <a:pt x="24259" y="2186"/>
                  </a:cubicBezTo>
                  <a:cubicBezTo>
                    <a:pt x="24101" y="2217"/>
                    <a:pt x="23974" y="2249"/>
                    <a:pt x="23816" y="2312"/>
                  </a:cubicBezTo>
                  <a:cubicBezTo>
                    <a:pt x="23784" y="2312"/>
                    <a:pt x="23752" y="2344"/>
                    <a:pt x="23721" y="2344"/>
                  </a:cubicBezTo>
                  <a:cubicBezTo>
                    <a:pt x="23436" y="2407"/>
                    <a:pt x="23182" y="2502"/>
                    <a:pt x="22929" y="2566"/>
                  </a:cubicBezTo>
                  <a:cubicBezTo>
                    <a:pt x="22834" y="2629"/>
                    <a:pt x="22802" y="2629"/>
                    <a:pt x="22707" y="2661"/>
                  </a:cubicBezTo>
                  <a:cubicBezTo>
                    <a:pt x="22549" y="2692"/>
                    <a:pt x="22454" y="2724"/>
                    <a:pt x="22296" y="2787"/>
                  </a:cubicBezTo>
                  <a:cubicBezTo>
                    <a:pt x="22201" y="2819"/>
                    <a:pt x="22137" y="2819"/>
                    <a:pt x="22074" y="2851"/>
                  </a:cubicBezTo>
                  <a:cubicBezTo>
                    <a:pt x="21852" y="2946"/>
                    <a:pt x="21599" y="3009"/>
                    <a:pt x="21409" y="3104"/>
                  </a:cubicBezTo>
                  <a:cubicBezTo>
                    <a:pt x="21346" y="3136"/>
                    <a:pt x="21250" y="3136"/>
                    <a:pt x="21187" y="3167"/>
                  </a:cubicBezTo>
                  <a:cubicBezTo>
                    <a:pt x="21060" y="3199"/>
                    <a:pt x="20902" y="3262"/>
                    <a:pt x="20775" y="3294"/>
                  </a:cubicBezTo>
                  <a:cubicBezTo>
                    <a:pt x="20617" y="3326"/>
                    <a:pt x="20459" y="3421"/>
                    <a:pt x="20332" y="3452"/>
                  </a:cubicBezTo>
                  <a:cubicBezTo>
                    <a:pt x="17450" y="4466"/>
                    <a:pt x="14790" y="5574"/>
                    <a:pt x="13618" y="6587"/>
                  </a:cubicBezTo>
                  <a:cubicBezTo>
                    <a:pt x="13428" y="7601"/>
                    <a:pt x="13207" y="8646"/>
                    <a:pt x="13017" y="9691"/>
                  </a:cubicBezTo>
                  <a:lnTo>
                    <a:pt x="8900" y="13333"/>
                  </a:lnTo>
                  <a:cubicBezTo>
                    <a:pt x="8900" y="13333"/>
                    <a:pt x="1" y="65207"/>
                    <a:pt x="20934" y="72237"/>
                  </a:cubicBezTo>
                  <a:cubicBezTo>
                    <a:pt x="26227" y="74040"/>
                    <a:pt x="29220" y="74369"/>
                    <a:pt x="30729" y="74369"/>
                  </a:cubicBezTo>
                  <a:cubicBezTo>
                    <a:pt x="30890" y="74369"/>
                    <a:pt x="31035" y="74365"/>
                    <a:pt x="31163" y="74359"/>
                  </a:cubicBezTo>
                  <a:cubicBezTo>
                    <a:pt x="31432" y="74327"/>
                    <a:pt x="31709" y="74311"/>
                    <a:pt x="31990" y="74311"/>
                  </a:cubicBezTo>
                  <a:cubicBezTo>
                    <a:pt x="32271" y="74311"/>
                    <a:pt x="32556" y="74327"/>
                    <a:pt x="32841" y="74359"/>
                  </a:cubicBezTo>
                  <a:cubicBezTo>
                    <a:pt x="32984" y="74367"/>
                    <a:pt x="33148" y="74372"/>
                    <a:pt x="33332" y="74372"/>
                  </a:cubicBezTo>
                  <a:cubicBezTo>
                    <a:pt x="34536" y="74372"/>
                    <a:pt x="36644" y="74157"/>
                    <a:pt x="39967" y="73251"/>
                  </a:cubicBezTo>
                  <a:cubicBezTo>
                    <a:pt x="43261" y="71604"/>
                    <a:pt x="45762" y="69704"/>
                    <a:pt x="47029" y="67550"/>
                  </a:cubicBezTo>
                  <a:cubicBezTo>
                    <a:pt x="50574" y="61288"/>
                    <a:pt x="49159" y="59727"/>
                    <a:pt x="45395" y="59727"/>
                  </a:cubicBezTo>
                  <a:cubicBezTo>
                    <a:pt x="41653" y="59727"/>
                    <a:pt x="35588" y="61271"/>
                    <a:pt x="29771" y="61271"/>
                  </a:cubicBezTo>
                  <a:cubicBezTo>
                    <a:pt x="29368" y="61271"/>
                    <a:pt x="28966" y="61264"/>
                    <a:pt x="28566" y="61248"/>
                  </a:cubicBezTo>
                  <a:cubicBezTo>
                    <a:pt x="16595" y="60773"/>
                    <a:pt x="14790" y="46395"/>
                    <a:pt x="18527" y="26634"/>
                  </a:cubicBezTo>
                  <a:cubicBezTo>
                    <a:pt x="22201" y="6873"/>
                    <a:pt x="31986" y="0"/>
                    <a:pt x="3198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4" name="Google Shape;950;p39">
            <a:extLst>
              <a:ext uri="{FF2B5EF4-FFF2-40B4-BE49-F238E27FC236}">
                <a16:creationId xmlns:a16="http://schemas.microsoft.com/office/drawing/2014/main" id="{451EC5FE-4C66-631F-7B5B-E743A8F4C312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8">
          <a:extLst>
            <a:ext uri="{FF2B5EF4-FFF2-40B4-BE49-F238E27FC236}">
              <a16:creationId xmlns:a16="http://schemas.microsoft.com/office/drawing/2014/main" id="{8D879D64-1A1D-67E9-3199-BE079F7D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51">
            <a:extLst>
              <a:ext uri="{FF2B5EF4-FFF2-40B4-BE49-F238E27FC236}">
                <a16:creationId xmlns:a16="http://schemas.microsoft.com/office/drawing/2014/main" id="{4A4ECB83-0BBE-4F6B-DAA7-41B2EA890A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Đặc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trưng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của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game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hành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động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thời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gian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thực</a:t>
            </a:r>
            <a:endParaRPr lang="en-US" sz="3400" dirty="0">
              <a:latin typeface="+mj-lt"/>
            </a:endParaRPr>
          </a:p>
        </p:txBody>
      </p:sp>
      <p:sp>
        <p:nvSpPr>
          <p:cNvPr id="1225" name="Google Shape;1225;p51">
            <a:extLst>
              <a:ext uri="{FF2B5EF4-FFF2-40B4-BE49-F238E27FC236}">
                <a16:creationId xmlns:a16="http://schemas.microsoft.com/office/drawing/2014/main" id="{CF698546-5D7B-038D-7EE5-31F8D54BA507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428181" y="2052631"/>
            <a:ext cx="6881938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/>
            <a:r>
              <a:rPr lang="en-US" dirty="0" err="1">
                <a:latin typeface="+mj-lt"/>
              </a:rPr>
              <a:t>Mọi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tình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huống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trong</a:t>
            </a:r>
            <a:r>
              <a:rPr lang="en-US" dirty="0">
                <a:latin typeface="+mj-lt"/>
              </a:rPr>
              <a:t> game </a:t>
            </a:r>
            <a:r>
              <a:rPr lang="en-US" dirty="0" err="1">
                <a:latin typeface="+mj-lt"/>
              </a:rPr>
              <a:t>đều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diễn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theo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thời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gian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thực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buộc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người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chơi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phải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phản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ứng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nhanh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xử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lý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linh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hoạt</a:t>
            </a:r>
            <a:r>
              <a:rPr lang="en-US" dirty="0">
                <a:latin typeface="+mj-lt"/>
              </a:rPr>
              <a:t>.</a:t>
            </a:r>
            <a:endParaRPr dirty="0">
              <a:latin typeface="+mj-lt"/>
            </a:endParaRPr>
          </a:p>
        </p:txBody>
      </p:sp>
      <p:sp>
        <p:nvSpPr>
          <p:cNvPr id="1226" name="Google Shape;1226;p51">
            <a:extLst>
              <a:ext uri="{FF2B5EF4-FFF2-40B4-BE49-F238E27FC236}">
                <a16:creationId xmlns:a16="http://schemas.microsoft.com/office/drawing/2014/main" id="{9EA1C4C8-179B-8E23-E798-B878CF28E918}"/>
              </a:ext>
            </a:extLst>
          </p:cNvPr>
          <p:cNvSpPr/>
          <p:nvPr/>
        </p:nvSpPr>
        <p:spPr>
          <a:xfrm>
            <a:off x="833881" y="1917031"/>
            <a:ext cx="594300" cy="594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sz="1600" b="1" dirty="0">
              <a:solidFill>
                <a:schemeClr val="tx1"/>
              </a:solidFill>
            </a:endParaRPr>
          </a:p>
        </p:txBody>
      </p:sp>
      <p:sp>
        <p:nvSpPr>
          <p:cNvPr id="13" name="Google Shape;1226;p51">
            <a:extLst>
              <a:ext uri="{FF2B5EF4-FFF2-40B4-BE49-F238E27FC236}">
                <a16:creationId xmlns:a16="http://schemas.microsoft.com/office/drawing/2014/main" id="{EEBD8F25-EE89-F757-33F7-B94B84CDBC2C}"/>
              </a:ext>
            </a:extLst>
          </p:cNvPr>
          <p:cNvSpPr/>
          <p:nvPr/>
        </p:nvSpPr>
        <p:spPr>
          <a:xfrm>
            <a:off x="833881" y="2816337"/>
            <a:ext cx="594300" cy="594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sz="1600" b="1" dirty="0">
              <a:solidFill>
                <a:schemeClr val="tx1"/>
              </a:solidFill>
            </a:endParaRPr>
          </a:p>
        </p:txBody>
      </p:sp>
      <p:sp>
        <p:nvSpPr>
          <p:cNvPr id="15" name="Google Shape;1226;p51">
            <a:extLst>
              <a:ext uri="{FF2B5EF4-FFF2-40B4-BE49-F238E27FC236}">
                <a16:creationId xmlns:a16="http://schemas.microsoft.com/office/drawing/2014/main" id="{06C1ADF6-C3E6-D483-2854-250E8C8ECD16}"/>
              </a:ext>
            </a:extLst>
          </p:cNvPr>
          <p:cNvSpPr/>
          <p:nvPr/>
        </p:nvSpPr>
        <p:spPr>
          <a:xfrm>
            <a:off x="833881" y="3715643"/>
            <a:ext cx="594300" cy="594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sz="1600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B66238-0342-B33C-FA3C-009D1C4A9316}"/>
              </a:ext>
            </a:extLst>
          </p:cNvPr>
          <p:cNvSpPr txBox="1"/>
          <p:nvPr/>
        </p:nvSpPr>
        <p:spPr>
          <a:xfrm>
            <a:off x="1428178" y="2664923"/>
            <a:ext cx="6881937" cy="908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đòn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đánh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phụ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thuộc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vị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trí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đòn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phụ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thuộc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suất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ẩn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liên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tục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kiểm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giao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nhau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giữa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Hitbox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Hurtbox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thương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đẩy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lùi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trạng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thái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58F24B-17CD-74CA-800B-88D20A15A853}"/>
              </a:ext>
            </a:extLst>
          </p:cNvPr>
          <p:cNvSpPr txBox="1"/>
          <p:nvPr/>
        </p:nvSpPr>
        <p:spPr>
          <a:xfrm>
            <a:off x="1428177" y="3681501"/>
            <a:ext cx="6881937" cy="628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kế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dựa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trạng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thái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hữu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hạn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kẻ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địch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chủ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chuyển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lập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tầm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nhìn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dò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quyết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tấn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dựa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khoảng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cách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người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chơi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1300" name="Google Shape;1939;p68">
            <a:extLst>
              <a:ext uri="{FF2B5EF4-FFF2-40B4-BE49-F238E27FC236}">
                <a16:creationId xmlns:a16="http://schemas.microsoft.com/office/drawing/2014/main" id="{22E15109-56B0-0DC9-406D-450294145174}"/>
              </a:ext>
            </a:extLst>
          </p:cNvPr>
          <p:cNvGrpSpPr/>
          <p:nvPr/>
        </p:nvGrpSpPr>
        <p:grpSpPr>
          <a:xfrm rot="18585380">
            <a:off x="-221755" y="35638"/>
            <a:ext cx="1266297" cy="818773"/>
            <a:chOff x="4338746" y="3270399"/>
            <a:chExt cx="1266297" cy="818773"/>
          </a:xfrm>
        </p:grpSpPr>
        <p:sp>
          <p:nvSpPr>
            <p:cNvPr id="1301" name="Google Shape;1940;p68">
              <a:extLst>
                <a:ext uri="{FF2B5EF4-FFF2-40B4-BE49-F238E27FC236}">
                  <a16:creationId xmlns:a16="http://schemas.microsoft.com/office/drawing/2014/main" id="{E805550E-9563-274C-0DFA-D337E83CCF44}"/>
                </a:ext>
              </a:extLst>
            </p:cNvPr>
            <p:cNvSpPr/>
            <p:nvPr/>
          </p:nvSpPr>
          <p:spPr>
            <a:xfrm>
              <a:off x="5036522" y="3272491"/>
              <a:ext cx="287665" cy="98883"/>
            </a:xfrm>
            <a:custGeom>
              <a:avLst/>
              <a:gdLst/>
              <a:ahLst/>
              <a:cxnLst/>
              <a:rect l="l" t="t" r="r" b="b"/>
              <a:pathLst>
                <a:path w="17324" h="5955" extrusionOk="0">
                  <a:moveTo>
                    <a:pt x="2946" y="1"/>
                  </a:moveTo>
                  <a:cubicBezTo>
                    <a:pt x="1299" y="1"/>
                    <a:pt x="1" y="1299"/>
                    <a:pt x="1" y="2914"/>
                  </a:cubicBezTo>
                  <a:cubicBezTo>
                    <a:pt x="1" y="4529"/>
                    <a:pt x="1299" y="5860"/>
                    <a:pt x="2914" y="5891"/>
                  </a:cubicBezTo>
                  <a:lnTo>
                    <a:pt x="14347" y="5955"/>
                  </a:lnTo>
                  <a:cubicBezTo>
                    <a:pt x="15993" y="5955"/>
                    <a:pt x="17292" y="4656"/>
                    <a:pt x="17324" y="3041"/>
                  </a:cubicBezTo>
                  <a:cubicBezTo>
                    <a:pt x="17324" y="1426"/>
                    <a:pt x="16025" y="96"/>
                    <a:pt x="14410" y="64"/>
                  </a:cubicBezTo>
                  <a:lnTo>
                    <a:pt x="294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941;p68">
              <a:extLst>
                <a:ext uri="{FF2B5EF4-FFF2-40B4-BE49-F238E27FC236}">
                  <a16:creationId xmlns:a16="http://schemas.microsoft.com/office/drawing/2014/main" id="{B3E2FDD6-CF09-2A0F-E869-84B581504EA3}"/>
                </a:ext>
              </a:extLst>
            </p:cNvPr>
            <p:cNvSpPr/>
            <p:nvPr/>
          </p:nvSpPr>
          <p:spPr>
            <a:xfrm>
              <a:off x="4627437" y="3270399"/>
              <a:ext cx="287134" cy="98351"/>
            </a:xfrm>
            <a:custGeom>
              <a:avLst/>
              <a:gdLst/>
              <a:ahLst/>
              <a:cxnLst/>
              <a:rect l="l" t="t" r="r" b="b"/>
              <a:pathLst>
                <a:path w="17292" h="5923" extrusionOk="0">
                  <a:moveTo>
                    <a:pt x="2977" y="0"/>
                  </a:moveTo>
                  <a:cubicBezTo>
                    <a:pt x="1362" y="0"/>
                    <a:pt x="0" y="1299"/>
                    <a:pt x="0" y="2914"/>
                  </a:cubicBezTo>
                  <a:cubicBezTo>
                    <a:pt x="0" y="4529"/>
                    <a:pt x="1298" y="5891"/>
                    <a:pt x="2945" y="5891"/>
                  </a:cubicBezTo>
                  <a:lnTo>
                    <a:pt x="14314" y="5922"/>
                  </a:lnTo>
                  <a:cubicBezTo>
                    <a:pt x="15961" y="5922"/>
                    <a:pt x="17291" y="4624"/>
                    <a:pt x="17291" y="3009"/>
                  </a:cubicBezTo>
                  <a:cubicBezTo>
                    <a:pt x="17291" y="1394"/>
                    <a:pt x="15993" y="64"/>
                    <a:pt x="14409" y="64"/>
                  </a:cubicBezTo>
                  <a:lnTo>
                    <a:pt x="297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942;p68">
              <a:extLst>
                <a:ext uri="{FF2B5EF4-FFF2-40B4-BE49-F238E27FC236}">
                  <a16:creationId xmlns:a16="http://schemas.microsoft.com/office/drawing/2014/main" id="{730B2CFF-EA78-CFA3-8C47-42178D2F5A3B}"/>
                </a:ext>
              </a:extLst>
            </p:cNvPr>
            <p:cNvSpPr/>
            <p:nvPr/>
          </p:nvSpPr>
          <p:spPr>
            <a:xfrm>
              <a:off x="4339808" y="3301946"/>
              <a:ext cx="1265235" cy="787226"/>
            </a:xfrm>
            <a:custGeom>
              <a:avLst/>
              <a:gdLst/>
              <a:ahLst/>
              <a:cxnLst/>
              <a:rect l="l" t="t" r="r" b="b"/>
              <a:pathLst>
                <a:path w="76196" h="47409" extrusionOk="0">
                  <a:moveTo>
                    <a:pt x="75277" y="38953"/>
                  </a:moveTo>
                  <a:lnTo>
                    <a:pt x="69355" y="10356"/>
                  </a:lnTo>
                  <a:cubicBezTo>
                    <a:pt x="68120" y="4466"/>
                    <a:pt x="62927" y="222"/>
                    <a:pt x="56909" y="190"/>
                  </a:cubicBezTo>
                  <a:lnTo>
                    <a:pt x="38320" y="159"/>
                  </a:lnTo>
                  <a:lnTo>
                    <a:pt x="19667" y="32"/>
                  </a:lnTo>
                  <a:cubicBezTo>
                    <a:pt x="13649" y="0"/>
                    <a:pt x="8424" y="4181"/>
                    <a:pt x="7157" y="10039"/>
                  </a:cubicBezTo>
                  <a:lnTo>
                    <a:pt x="950" y="38541"/>
                  </a:lnTo>
                  <a:cubicBezTo>
                    <a:pt x="0" y="42912"/>
                    <a:pt x="3262" y="47029"/>
                    <a:pt x="7759" y="47060"/>
                  </a:cubicBezTo>
                  <a:lnTo>
                    <a:pt x="7854" y="47060"/>
                  </a:lnTo>
                  <a:cubicBezTo>
                    <a:pt x="10039" y="47060"/>
                    <a:pt x="12129" y="46079"/>
                    <a:pt x="13459" y="44337"/>
                  </a:cubicBezTo>
                  <a:lnTo>
                    <a:pt x="27172" y="26476"/>
                  </a:lnTo>
                  <a:lnTo>
                    <a:pt x="38161" y="26507"/>
                  </a:lnTo>
                  <a:lnTo>
                    <a:pt x="49119" y="26571"/>
                  </a:lnTo>
                  <a:lnTo>
                    <a:pt x="62642" y="44558"/>
                  </a:lnTo>
                  <a:cubicBezTo>
                    <a:pt x="63972" y="46300"/>
                    <a:pt x="66030" y="47345"/>
                    <a:pt x="68247" y="47377"/>
                  </a:cubicBezTo>
                  <a:lnTo>
                    <a:pt x="68342" y="47377"/>
                  </a:lnTo>
                  <a:cubicBezTo>
                    <a:pt x="72839" y="47409"/>
                    <a:pt x="76196" y="43355"/>
                    <a:pt x="75277" y="3895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943;p68">
              <a:extLst>
                <a:ext uri="{FF2B5EF4-FFF2-40B4-BE49-F238E27FC236}">
                  <a16:creationId xmlns:a16="http://schemas.microsoft.com/office/drawing/2014/main" id="{9087CFB1-B82F-3FE0-4372-97A1F74078DB}"/>
                </a:ext>
              </a:extLst>
            </p:cNvPr>
            <p:cNvSpPr/>
            <p:nvPr/>
          </p:nvSpPr>
          <p:spPr>
            <a:xfrm>
              <a:off x="5320464" y="3550137"/>
              <a:ext cx="93104" cy="93619"/>
            </a:xfrm>
            <a:custGeom>
              <a:avLst/>
              <a:gdLst/>
              <a:ahLst/>
              <a:cxnLst/>
              <a:rect l="l" t="t" r="r" b="b"/>
              <a:pathLst>
                <a:path w="5607" h="5638" extrusionOk="0">
                  <a:moveTo>
                    <a:pt x="3548" y="5194"/>
                  </a:moveTo>
                  <a:cubicBezTo>
                    <a:pt x="2249" y="5637"/>
                    <a:pt x="824" y="4877"/>
                    <a:pt x="413" y="3579"/>
                  </a:cubicBezTo>
                  <a:cubicBezTo>
                    <a:pt x="1" y="2280"/>
                    <a:pt x="729" y="855"/>
                    <a:pt x="2059" y="443"/>
                  </a:cubicBezTo>
                  <a:cubicBezTo>
                    <a:pt x="3358" y="0"/>
                    <a:pt x="4783" y="760"/>
                    <a:pt x="5163" y="2059"/>
                  </a:cubicBezTo>
                  <a:cubicBezTo>
                    <a:pt x="5606" y="3389"/>
                    <a:pt x="4910" y="4750"/>
                    <a:pt x="3548" y="519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944;p68">
              <a:extLst>
                <a:ext uri="{FF2B5EF4-FFF2-40B4-BE49-F238E27FC236}">
                  <a16:creationId xmlns:a16="http://schemas.microsoft.com/office/drawing/2014/main" id="{5E843694-39B2-E8EF-3D53-83FBA8C4A522}"/>
                </a:ext>
              </a:extLst>
            </p:cNvPr>
            <p:cNvSpPr/>
            <p:nvPr/>
          </p:nvSpPr>
          <p:spPr>
            <a:xfrm>
              <a:off x="5220559" y="3518059"/>
              <a:ext cx="92573" cy="93619"/>
            </a:xfrm>
            <a:custGeom>
              <a:avLst/>
              <a:gdLst/>
              <a:ahLst/>
              <a:cxnLst/>
              <a:rect l="l" t="t" r="r" b="b"/>
              <a:pathLst>
                <a:path w="5575" h="5638" extrusionOk="0">
                  <a:moveTo>
                    <a:pt x="3548" y="5194"/>
                  </a:moveTo>
                  <a:cubicBezTo>
                    <a:pt x="2249" y="5637"/>
                    <a:pt x="824" y="4877"/>
                    <a:pt x="412" y="3579"/>
                  </a:cubicBezTo>
                  <a:cubicBezTo>
                    <a:pt x="1" y="2249"/>
                    <a:pt x="729" y="824"/>
                    <a:pt x="2028" y="444"/>
                  </a:cubicBezTo>
                  <a:cubicBezTo>
                    <a:pt x="3358" y="0"/>
                    <a:pt x="4783" y="760"/>
                    <a:pt x="5163" y="2059"/>
                  </a:cubicBezTo>
                  <a:cubicBezTo>
                    <a:pt x="5575" y="3357"/>
                    <a:pt x="4846" y="4782"/>
                    <a:pt x="3548" y="519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945;p68">
              <a:extLst>
                <a:ext uri="{FF2B5EF4-FFF2-40B4-BE49-F238E27FC236}">
                  <a16:creationId xmlns:a16="http://schemas.microsoft.com/office/drawing/2014/main" id="{7811BD79-371F-FF8F-973C-9FB81530B3CE}"/>
                </a:ext>
              </a:extLst>
            </p:cNvPr>
            <p:cNvSpPr/>
            <p:nvPr/>
          </p:nvSpPr>
          <p:spPr>
            <a:xfrm>
              <a:off x="5287871" y="3443907"/>
              <a:ext cx="93088" cy="93104"/>
            </a:xfrm>
            <a:custGeom>
              <a:avLst/>
              <a:gdLst/>
              <a:ahLst/>
              <a:cxnLst/>
              <a:rect l="l" t="t" r="r" b="b"/>
              <a:pathLst>
                <a:path w="5606" h="5607" extrusionOk="0">
                  <a:moveTo>
                    <a:pt x="3579" y="5195"/>
                  </a:moveTo>
                  <a:cubicBezTo>
                    <a:pt x="2281" y="5606"/>
                    <a:pt x="855" y="4878"/>
                    <a:pt x="444" y="3548"/>
                  </a:cubicBezTo>
                  <a:cubicBezTo>
                    <a:pt x="0" y="2249"/>
                    <a:pt x="760" y="824"/>
                    <a:pt x="2059" y="413"/>
                  </a:cubicBezTo>
                  <a:cubicBezTo>
                    <a:pt x="3389" y="1"/>
                    <a:pt x="4814" y="729"/>
                    <a:pt x="5194" y="2059"/>
                  </a:cubicBezTo>
                  <a:cubicBezTo>
                    <a:pt x="5606" y="3358"/>
                    <a:pt x="4877" y="4751"/>
                    <a:pt x="3579" y="519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946;p68">
              <a:extLst>
                <a:ext uri="{FF2B5EF4-FFF2-40B4-BE49-F238E27FC236}">
                  <a16:creationId xmlns:a16="http://schemas.microsoft.com/office/drawing/2014/main" id="{43B851FB-489C-725F-628F-7D88DDE7BDF5}"/>
                </a:ext>
              </a:extLst>
            </p:cNvPr>
            <p:cNvSpPr/>
            <p:nvPr/>
          </p:nvSpPr>
          <p:spPr>
            <a:xfrm>
              <a:off x="5187434" y="3411845"/>
              <a:ext cx="92573" cy="93088"/>
            </a:xfrm>
            <a:custGeom>
              <a:avLst/>
              <a:gdLst/>
              <a:ahLst/>
              <a:cxnLst/>
              <a:rect l="l" t="t" r="r" b="b"/>
              <a:pathLst>
                <a:path w="5575" h="5606" extrusionOk="0">
                  <a:moveTo>
                    <a:pt x="3579" y="5162"/>
                  </a:moveTo>
                  <a:cubicBezTo>
                    <a:pt x="2249" y="5606"/>
                    <a:pt x="824" y="4845"/>
                    <a:pt x="444" y="3547"/>
                  </a:cubicBezTo>
                  <a:cubicBezTo>
                    <a:pt x="1" y="2249"/>
                    <a:pt x="761" y="823"/>
                    <a:pt x="2059" y="412"/>
                  </a:cubicBezTo>
                  <a:cubicBezTo>
                    <a:pt x="3358" y="0"/>
                    <a:pt x="4783" y="728"/>
                    <a:pt x="5194" y="2059"/>
                  </a:cubicBezTo>
                  <a:cubicBezTo>
                    <a:pt x="5574" y="3357"/>
                    <a:pt x="4878" y="4782"/>
                    <a:pt x="3579" y="516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947;p68">
              <a:extLst>
                <a:ext uri="{FF2B5EF4-FFF2-40B4-BE49-F238E27FC236}">
                  <a16:creationId xmlns:a16="http://schemas.microsoft.com/office/drawing/2014/main" id="{4EFFA85C-AA37-032E-E68D-8FB05392F5E9}"/>
                </a:ext>
              </a:extLst>
            </p:cNvPr>
            <p:cNvSpPr/>
            <p:nvPr/>
          </p:nvSpPr>
          <p:spPr>
            <a:xfrm>
              <a:off x="4338746" y="3514373"/>
              <a:ext cx="347094" cy="569004"/>
            </a:xfrm>
            <a:custGeom>
              <a:avLst/>
              <a:gdLst/>
              <a:ahLst/>
              <a:cxnLst/>
              <a:rect l="l" t="t" r="r" b="b"/>
              <a:pathLst>
                <a:path w="20903" h="34267" extrusionOk="0">
                  <a:moveTo>
                    <a:pt x="6588" y="1"/>
                  </a:moveTo>
                  <a:lnTo>
                    <a:pt x="951" y="25747"/>
                  </a:lnTo>
                  <a:cubicBezTo>
                    <a:pt x="1" y="30118"/>
                    <a:pt x="3294" y="34235"/>
                    <a:pt x="7760" y="34266"/>
                  </a:cubicBezTo>
                  <a:lnTo>
                    <a:pt x="7886" y="34266"/>
                  </a:lnTo>
                  <a:cubicBezTo>
                    <a:pt x="10072" y="34266"/>
                    <a:pt x="12162" y="33285"/>
                    <a:pt x="13460" y="31543"/>
                  </a:cubicBezTo>
                  <a:lnTo>
                    <a:pt x="20902" y="21852"/>
                  </a:lnTo>
                  <a:cubicBezTo>
                    <a:pt x="11085" y="15233"/>
                    <a:pt x="7728" y="5923"/>
                    <a:pt x="658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948;p68">
              <a:extLst>
                <a:ext uri="{FF2B5EF4-FFF2-40B4-BE49-F238E27FC236}">
                  <a16:creationId xmlns:a16="http://schemas.microsoft.com/office/drawing/2014/main" id="{A4859F0B-8AC9-853B-C048-2F5DD94CB9C5}"/>
                </a:ext>
              </a:extLst>
            </p:cNvPr>
            <p:cNvSpPr/>
            <p:nvPr/>
          </p:nvSpPr>
          <p:spPr>
            <a:xfrm>
              <a:off x="5257369" y="3511218"/>
              <a:ext cx="346978" cy="577954"/>
            </a:xfrm>
            <a:custGeom>
              <a:avLst/>
              <a:gdLst/>
              <a:ahLst/>
              <a:cxnLst/>
              <a:rect l="l" t="t" r="r" b="b"/>
              <a:pathLst>
                <a:path w="20896" h="34806" extrusionOk="0">
                  <a:moveTo>
                    <a:pt x="14505" y="1"/>
                  </a:moveTo>
                  <a:cubicBezTo>
                    <a:pt x="13397" y="5954"/>
                    <a:pt x="10040" y="15455"/>
                    <a:pt x="1" y="22137"/>
                  </a:cubicBezTo>
                  <a:lnTo>
                    <a:pt x="7380" y="32018"/>
                  </a:lnTo>
                  <a:cubicBezTo>
                    <a:pt x="8710" y="33760"/>
                    <a:pt x="10768" y="34773"/>
                    <a:pt x="12985" y="34805"/>
                  </a:cubicBezTo>
                  <a:lnTo>
                    <a:pt x="13080" y="34805"/>
                  </a:lnTo>
                  <a:cubicBezTo>
                    <a:pt x="13114" y="34805"/>
                    <a:pt x="13148" y="34805"/>
                    <a:pt x="13182" y="34805"/>
                  </a:cubicBezTo>
                  <a:cubicBezTo>
                    <a:pt x="17627" y="34805"/>
                    <a:pt x="20895" y="30687"/>
                    <a:pt x="19984" y="26381"/>
                  </a:cubicBezTo>
                  <a:lnTo>
                    <a:pt x="14505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949;p68">
              <a:extLst>
                <a:ext uri="{FF2B5EF4-FFF2-40B4-BE49-F238E27FC236}">
                  <a16:creationId xmlns:a16="http://schemas.microsoft.com/office/drawing/2014/main" id="{185D761E-D773-D803-64CB-3CD0DC03AE2A}"/>
                </a:ext>
              </a:extLst>
            </p:cNvPr>
            <p:cNvSpPr/>
            <p:nvPr/>
          </p:nvSpPr>
          <p:spPr>
            <a:xfrm>
              <a:off x="4929776" y="3563270"/>
              <a:ext cx="102569" cy="30520"/>
            </a:xfrm>
            <a:custGeom>
              <a:avLst/>
              <a:gdLst/>
              <a:ahLst/>
              <a:cxnLst/>
              <a:rect l="l" t="t" r="r" b="b"/>
              <a:pathLst>
                <a:path w="6177" h="1838" extrusionOk="0">
                  <a:moveTo>
                    <a:pt x="919" y="1"/>
                  </a:moveTo>
                  <a:cubicBezTo>
                    <a:pt x="444" y="1"/>
                    <a:pt x="1" y="412"/>
                    <a:pt x="1" y="919"/>
                  </a:cubicBezTo>
                  <a:cubicBezTo>
                    <a:pt x="1" y="1394"/>
                    <a:pt x="412" y="1838"/>
                    <a:pt x="919" y="1838"/>
                  </a:cubicBezTo>
                  <a:lnTo>
                    <a:pt x="5258" y="1838"/>
                  </a:lnTo>
                  <a:cubicBezTo>
                    <a:pt x="5733" y="1838"/>
                    <a:pt x="6176" y="1426"/>
                    <a:pt x="6176" y="919"/>
                  </a:cubicBezTo>
                  <a:cubicBezTo>
                    <a:pt x="6176" y="444"/>
                    <a:pt x="5796" y="1"/>
                    <a:pt x="52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950;p68">
              <a:extLst>
                <a:ext uri="{FF2B5EF4-FFF2-40B4-BE49-F238E27FC236}">
                  <a16:creationId xmlns:a16="http://schemas.microsoft.com/office/drawing/2014/main" id="{CA326349-D09F-5A83-1EB5-E6ED58DF4A5F}"/>
                </a:ext>
              </a:extLst>
            </p:cNvPr>
            <p:cNvSpPr/>
            <p:nvPr/>
          </p:nvSpPr>
          <p:spPr>
            <a:xfrm>
              <a:off x="4929776" y="3488604"/>
              <a:ext cx="102569" cy="29989"/>
            </a:xfrm>
            <a:custGeom>
              <a:avLst/>
              <a:gdLst/>
              <a:ahLst/>
              <a:cxnLst/>
              <a:rect l="l" t="t" r="r" b="b"/>
              <a:pathLst>
                <a:path w="6177" h="1806" extrusionOk="0">
                  <a:moveTo>
                    <a:pt x="919" y="1"/>
                  </a:moveTo>
                  <a:cubicBezTo>
                    <a:pt x="444" y="1"/>
                    <a:pt x="1" y="381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lnTo>
                    <a:pt x="5258" y="1806"/>
                  </a:lnTo>
                  <a:cubicBezTo>
                    <a:pt x="5733" y="1806"/>
                    <a:pt x="6176" y="1426"/>
                    <a:pt x="6176" y="919"/>
                  </a:cubicBezTo>
                  <a:cubicBezTo>
                    <a:pt x="6176" y="444"/>
                    <a:pt x="5796" y="1"/>
                    <a:pt x="52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951;p68">
              <a:extLst>
                <a:ext uri="{FF2B5EF4-FFF2-40B4-BE49-F238E27FC236}">
                  <a16:creationId xmlns:a16="http://schemas.microsoft.com/office/drawing/2014/main" id="{A6831CDB-6446-88C9-B014-BC060780C672}"/>
                </a:ext>
              </a:extLst>
            </p:cNvPr>
            <p:cNvSpPr/>
            <p:nvPr/>
          </p:nvSpPr>
          <p:spPr>
            <a:xfrm>
              <a:off x="5275783" y="3587993"/>
              <a:ext cx="316060" cy="501156"/>
            </a:xfrm>
            <a:custGeom>
              <a:avLst/>
              <a:gdLst/>
              <a:ahLst/>
              <a:cxnLst/>
              <a:rect l="l" t="t" r="r" b="b"/>
              <a:pathLst>
                <a:path w="19034" h="30181" extrusionOk="0">
                  <a:moveTo>
                    <a:pt x="0" y="19002"/>
                  </a:moveTo>
                  <a:lnTo>
                    <a:pt x="6334" y="27394"/>
                  </a:lnTo>
                  <a:cubicBezTo>
                    <a:pt x="7632" y="29136"/>
                    <a:pt x="9691" y="30149"/>
                    <a:pt x="11908" y="30181"/>
                  </a:cubicBezTo>
                  <a:lnTo>
                    <a:pt x="12034" y="30181"/>
                  </a:lnTo>
                  <a:cubicBezTo>
                    <a:pt x="15138" y="30181"/>
                    <a:pt x="17735" y="28217"/>
                    <a:pt x="18685" y="25525"/>
                  </a:cubicBezTo>
                  <a:lnTo>
                    <a:pt x="18685" y="25525"/>
                  </a:lnTo>
                  <a:lnTo>
                    <a:pt x="18685" y="25525"/>
                  </a:lnTo>
                  <a:cubicBezTo>
                    <a:pt x="18716" y="25367"/>
                    <a:pt x="18748" y="25240"/>
                    <a:pt x="18780" y="25082"/>
                  </a:cubicBezTo>
                  <a:lnTo>
                    <a:pt x="18780" y="25082"/>
                  </a:lnTo>
                  <a:cubicBezTo>
                    <a:pt x="18906" y="24639"/>
                    <a:pt x="19001" y="24164"/>
                    <a:pt x="19033" y="23720"/>
                  </a:cubicBezTo>
                  <a:lnTo>
                    <a:pt x="19033" y="23689"/>
                  </a:lnTo>
                  <a:lnTo>
                    <a:pt x="19033" y="23309"/>
                  </a:lnTo>
                  <a:lnTo>
                    <a:pt x="19033" y="23182"/>
                  </a:lnTo>
                  <a:lnTo>
                    <a:pt x="19033" y="22865"/>
                  </a:lnTo>
                  <a:lnTo>
                    <a:pt x="19033" y="22707"/>
                  </a:lnTo>
                  <a:cubicBezTo>
                    <a:pt x="19033" y="22580"/>
                    <a:pt x="19033" y="22517"/>
                    <a:pt x="19001" y="22390"/>
                  </a:cubicBezTo>
                  <a:lnTo>
                    <a:pt x="19001" y="22263"/>
                  </a:lnTo>
                  <a:cubicBezTo>
                    <a:pt x="18938" y="22105"/>
                    <a:pt x="18938" y="21947"/>
                    <a:pt x="18906" y="21788"/>
                  </a:cubicBezTo>
                  <a:lnTo>
                    <a:pt x="18685" y="20712"/>
                  </a:lnTo>
                  <a:lnTo>
                    <a:pt x="14409" y="0"/>
                  </a:lnTo>
                  <a:cubicBezTo>
                    <a:pt x="12668" y="6714"/>
                    <a:pt x="8772" y="15296"/>
                    <a:pt x="0" y="1900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952;p68">
              <a:extLst>
                <a:ext uri="{FF2B5EF4-FFF2-40B4-BE49-F238E27FC236}">
                  <a16:creationId xmlns:a16="http://schemas.microsoft.com/office/drawing/2014/main" id="{D03EB823-6857-791A-48A6-7C1F9BBB79AB}"/>
                </a:ext>
              </a:extLst>
            </p:cNvPr>
            <p:cNvSpPr/>
            <p:nvPr/>
          </p:nvSpPr>
          <p:spPr>
            <a:xfrm>
              <a:off x="4351896" y="3583261"/>
              <a:ext cx="317106" cy="500109"/>
            </a:xfrm>
            <a:custGeom>
              <a:avLst/>
              <a:gdLst/>
              <a:ahLst/>
              <a:cxnLst/>
              <a:rect l="l" t="t" r="r" b="b"/>
              <a:pathLst>
                <a:path w="19097" h="30118" extrusionOk="0">
                  <a:moveTo>
                    <a:pt x="19097" y="19065"/>
                  </a:moveTo>
                  <a:lnTo>
                    <a:pt x="12668" y="27394"/>
                  </a:lnTo>
                  <a:cubicBezTo>
                    <a:pt x="11338" y="29136"/>
                    <a:pt x="9280" y="30117"/>
                    <a:pt x="7094" y="30117"/>
                  </a:cubicBezTo>
                  <a:lnTo>
                    <a:pt x="6968" y="30117"/>
                  </a:lnTo>
                  <a:cubicBezTo>
                    <a:pt x="3864" y="30117"/>
                    <a:pt x="1331" y="28059"/>
                    <a:pt x="381" y="25367"/>
                  </a:cubicBezTo>
                  <a:lnTo>
                    <a:pt x="381" y="25367"/>
                  </a:lnTo>
                  <a:lnTo>
                    <a:pt x="381" y="25367"/>
                  </a:lnTo>
                  <a:cubicBezTo>
                    <a:pt x="317" y="25209"/>
                    <a:pt x="285" y="25082"/>
                    <a:pt x="254" y="24924"/>
                  </a:cubicBezTo>
                  <a:lnTo>
                    <a:pt x="254" y="24924"/>
                  </a:lnTo>
                  <a:cubicBezTo>
                    <a:pt x="127" y="24512"/>
                    <a:pt x="64" y="24037"/>
                    <a:pt x="0" y="23594"/>
                  </a:cubicBezTo>
                  <a:lnTo>
                    <a:pt x="0" y="23562"/>
                  </a:lnTo>
                  <a:lnTo>
                    <a:pt x="0" y="23150"/>
                  </a:lnTo>
                  <a:lnTo>
                    <a:pt x="0" y="23023"/>
                  </a:lnTo>
                  <a:lnTo>
                    <a:pt x="0" y="22707"/>
                  </a:lnTo>
                  <a:lnTo>
                    <a:pt x="0" y="22548"/>
                  </a:lnTo>
                  <a:cubicBezTo>
                    <a:pt x="0" y="22422"/>
                    <a:pt x="64" y="22358"/>
                    <a:pt x="64" y="22232"/>
                  </a:cubicBezTo>
                  <a:lnTo>
                    <a:pt x="64" y="22105"/>
                  </a:lnTo>
                  <a:cubicBezTo>
                    <a:pt x="95" y="21947"/>
                    <a:pt x="95" y="21788"/>
                    <a:pt x="127" y="21693"/>
                  </a:cubicBezTo>
                  <a:lnTo>
                    <a:pt x="381" y="20617"/>
                  </a:lnTo>
                  <a:lnTo>
                    <a:pt x="4878" y="0"/>
                  </a:lnTo>
                  <a:cubicBezTo>
                    <a:pt x="6524" y="6682"/>
                    <a:pt x="10388" y="15328"/>
                    <a:pt x="19097" y="1906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953;p68">
              <a:extLst>
                <a:ext uri="{FF2B5EF4-FFF2-40B4-BE49-F238E27FC236}">
                  <a16:creationId xmlns:a16="http://schemas.microsoft.com/office/drawing/2014/main" id="{8CA9F19D-2018-3045-D190-5EDCC902BB07}"/>
                </a:ext>
              </a:extLst>
            </p:cNvPr>
            <p:cNvSpPr/>
            <p:nvPr/>
          </p:nvSpPr>
          <p:spPr>
            <a:xfrm>
              <a:off x="4350850" y="3302461"/>
              <a:ext cx="1243681" cy="708884"/>
            </a:xfrm>
            <a:custGeom>
              <a:avLst/>
              <a:gdLst/>
              <a:ahLst/>
              <a:cxnLst/>
              <a:rect l="l" t="t" r="r" b="b"/>
              <a:pathLst>
                <a:path w="74898" h="42691" extrusionOk="0">
                  <a:moveTo>
                    <a:pt x="18934" y="1"/>
                  </a:moveTo>
                  <a:cubicBezTo>
                    <a:pt x="12945" y="1"/>
                    <a:pt x="7754" y="4172"/>
                    <a:pt x="6492" y="10008"/>
                  </a:cubicBezTo>
                  <a:lnTo>
                    <a:pt x="285" y="38510"/>
                  </a:lnTo>
                  <a:cubicBezTo>
                    <a:pt x="0" y="39840"/>
                    <a:pt x="63" y="41107"/>
                    <a:pt x="475" y="42279"/>
                  </a:cubicBezTo>
                  <a:lnTo>
                    <a:pt x="6461" y="14885"/>
                  </a:lnTo>
                  <a:cubicBezTo>
                    <a:pt x="7718" y="9039"/>
                    <a:pt x="12875" y="4877"/>
                    <a:pt x="18835" y="4877"/>
                  </a:cubicBezTo>
                  <a:cubicBezTo>
                    <a:pt x="18880" y="4877"/>
                    <a:pt x="18925" y="4878"/>
                    <a:pt x="18970" y="4878"/>
                  </a:cubicBezTo>
                  <a:lnTo>
                    <a:pt x="37591" y="4941"/>
                  </a:lnTo>
                  <a:lnTo>
                    <a:pt x="56244" y="5036"/>
                  </a:lnTo>
                  <a:cubicBezTo>
                    <a:pt x="62262" y="5068"/>
                    <a:pt x="67455" y="9312"/>
                    <a:pt x="68690" y="15202"/>
                  </a:cubicBezTo>
                  <a:lnTo>
                    <a:pt x="74391" y="42691"/>
                  </a:lnTo>
                  <a:cubicBezTo>
                    <a:pt x="74771" y="41519"/>
                    <a:pt x="74897" y="40220"/>
                    <a:pt x="74612" y="38922"/>
                  </a:cubicBezTo>
                  <a:lnTo>
                    <a:pt x="68690" y="10325"/>
                  </a:lnTo>
                  <a:cubicBezTo>
                    <a:pt x="67455" y="4435"/>
                    <a:pt x="62262" y="191"/>
                    <a:pt x="56244" y="159"/>
                  </a:cubicBezTo>
                  <a:lnTo>
                    <a:pt x="37655" y="128"/>
                  </a:lnTo>
                  <a:lnTo>
                    <a:pt x="19002" y="1"/>
                  </a:lnTo>
                  <a:cubicBezTo>
                    <a:pt x="18979" y="1"/>
                    <a:pt x="18956" y="1"/>
                    <a:pt x="1893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954;p68">
              <a:extLst>
                <a:ext uri="{FF2B5EF4-FFF2-40B4-BE49-F238E27FC236}">
                  <a16:creationId xmlns:a16="http://schemas.microsoft.com/office/drawing/2014/main" id="{0B8FFFCB-0C76-73DE-D947-151746B54BB5}"/>
                </a:ext>
              </a:extLst>
            </p:cNvPr>
            <p:cNvSpPr/>
            <p:nvPr/>
          </p:nvSpPr>
          <p:spPr>
            <a:xfrm>
              <a:off x="4338746" y="3662659"/>
              <a:ext cx="1264620" cy="426499"/>
            </a:xfrm>
            <a:custGeom>
              <a:avLst/>
              <a:gdLst/>
              <a:ahLst/>
              <a:cxnLst/>
              <a:rect l="l" t="t" r="r" b="b"/>
              <a:pathLst>
                <a:path w="76159" h="25685" extrusionOk="0">
                  <a:moveTo>
                    <a:pt x="29675" y="0"/>
                  </a:moveTo>
                  <a:cubicBezTo>
                    <a:pt x="28155" y="0"/>
                    <a:pt x="26729" y="665"/>
                    <a:pt x="25779" y="1900"/>
                  </a:cubicBezTo>
                  <a:lnTo>
                    <a:pt x="13523" y="17861"/>
                  </a:lnTo>
                  <a:cubicBezTo>
                    <a:pt x="12162" y="19603"/>
                    <a:pt x="10103" y="20585"/>
                    <a:pt x="7918" y="20585"/>
                  </a:cubicBezTo>
                  <a:lnTo>
                    <a:pt x="7823" y="20585"/>
                  </a:lnTo>
                  <a:cubicBezTo>
                    <a:pt x="4688" y="20585"/>
                    <a:pt x="2123" y="18526"/>
                    <a:pt x="1204" y="15835"/>
                  </a:cubicBezTo>
                  <a:lnTo>
                    <a:pt x="951" y="16911"/>
                  </a:lnTo>
                  <a:cubicBezTo>
                    <a:pt x="1" y="21250"/>
                    <a:pt x="3294" y="25367"/>
                    <a:pt x="7760" y="25430"/>
                  </a:cubicBezTo>
                  <a:lnTo>
                    <a:pt x="7886" y="25430"/>
                  </a:lnTo>
                  <a:cubicBezTo>
                    <a:pt x="10072" y="25430"/>
                    <a:pt x="12162" y="24417"/>
                    <a:pt x="13460" y="22675"/>
                  </a:cubicBezTo>
                  <a:lnTo>
                    <a:pt x="27204" y="4846"/>
                  </a:lnTo>
                  <a:lnTo>
                    <a:pt x="38162" y="4877"/>
                  </a:lnTo>
                  <a:lnTo>
                    <a:pt x="49151" y="4909"/>
                  </a:lnTo>
                  <a:lnTo>
                    <a:pt x="62706" y="22928"/>
                  </a:lnTo>
                  <a:cubicBezTo>
                    <a:pt x="64036" y="24670"/>
                    <a:pt x="66094" y="25684"/>
                    <a:pt x="68248" y="25684"/>
                  </a:cubicBezTo>
                  <a:lnTo>
                    <a:pt x="68374" y="25684"/>
                  </a:lnTo>
                  <a:cubicBezTo>
                    <a:pt x="68408" y="25684"/>
                    <a:pt x="68442" y="25684"/>
                    <a:pt x="68475" y="25684"/>
                  </a:cubicBezTo>
                  <a:cubicBezTo>
                    <a:pt x="72890" y="25684"/>
                    <a:pt x="76158" y="21566"/>
                    <a:pt x="75278" y="17260"/>
                  </a:cubicBezTo>
                  <a:lnTo>
                    <a:pt x="75120" y="16151"/>
                  </a:lnTo>
                  <a:cubicBezTo>
                    <a:pt x="74170" y="18843"/>
                    <a:pt x="71573" y="20870"/>
                    <a:pt x="68469" y="20870"/>
                  </a:cubicBezTo>
                  <a:lnTo>
                    <a:pt x="68343" y="20870"/>
                  </a:lnTo>
                  <a:cubicBezTo>
                    <a:pt x="66157" y="20870"/>
                    <a:pt x="64099" y="19825"/>
                    <a:pt x="62769" y="18051"/>
                  </a:cubicBezTo>
                  <a:lnTo>
                    <a:pt x="49214" y="95"/>
                  </a:lnTo>
                  <a:lnTo>
                    <a:pt x="38257" y="32"/>
                  </a:lnTo>
                  <a:lnTo>
                    <a:pt x="2967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955;p68">
              <a:extLst>
                <a:ext uri="{FF2B5EF4-FFF2-40B4-BE49-F238E27FC236}">
                  <a16:creationId xmlns:a16="http://schemas.microsoft.com/office/drawing/2014/main" id="{A52E5B53-FF53-C718-689E-A8A6AA62CF9F}"/>
                </a:ext>
              </a:extLst>
            </p:cNvPr>
            <p:cNvSpPr/>
            <p:nvPr/>
          </p:nvSpPr>
          <p:spPr>
            <a:xfrm>
              <a:off x="4965009" y="3646886"/>
              <a:ext cx="255069" cy="172493"/>
            </a:xfrm>
            <a:custGeom>
              <a:avLst/>
              <a:gdLst/>
              <a:ahLst/>
              <a:cxnLst/>
              <a:rect l="l" t="t" r="r" b="b"/>
              <a:pathLst>
                <a:path w="15361" h="10388" extrusionOk="0">
                  <a:moveTo>
                    <a:pt x="7570" y="0"/>
                  </a:moveTo>
                  <a:cubicBezTo>
                    <a:pt x="3959" y="0"/>
                    <a:pt x="887" y="2407"/>
                    <a:pt x="1" y="5764"/>
                  </a:cubicBezTo>
                  <a:lnTo>
                    <a:pt x="507" y="5796"/>
                  </a:lnTo>
                  <a:lnTo>
                    <a:pt x="11465" y="5827"/>
                  </a:lnTo>
                  <a:lnTo>
                    <a:pt x="14885" y="10388"/>
                  </a:lnTo>
                  <a:cubicBezTo>
                    <a:pt x="15170" y="9596"/>
                    <a:pt x="15328" y="8709"/>
                    <a:pt x="15328" y="7822"/>
                  </a:cubicBezTo>
                  <a:cubicBezTo>
                    <a:pt x="15360" y="3515"/>
                    <a:pt x="11877" y="0"/>
                    <a:pt x="757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956;p68">
              <a:extLst>
                <a:ext uri="{FF2B5EF4-FFF2-40B4-BE49-F238E27FC236}">
                  <a16:creationId xmlns:a16="http://schemas.microsoft.com/office/drawing/2014/main" id="{4BB37F79-C158-E616-30BA-0CED960F545C}"/>
                </a:ext>
              </a:extLst>
            </p:cNvPr>
            <p:cNvSpPr/>
            <p:nvPr/>
          </p:nvSpPr>
          <p:spPr>
            <a:xfrm>
              <a:off x="5010238" y="3617962"/>
              <a:ext cx="260317" cy="260317"/>
            </a:xfrm>
            <a:custGeom>
              <a:avLst/>
              <a:gdLst/>
              <a:ahLst/>
              <a:cxnLst/>
              <a:rect l="l" t="t" r="r" b="b"/>
              <a:pathLst>
                <a:path w="15677" h="15677" extrusionOk="0">
                  <a:moveTo>
                    <a:pt x="32" y="7791"/>
                  </a:moveTo>
                  <a:cubicBezTo>
                    <a:pt x="0" y="12130"/>
                    <a:pt x="3484" y="15645"/>
                    <a:pt x="7791" y="15645"/>
                  </a:cubicBezTo>
                  <a:cubicBezTo>
                    <a:pt x="12098" y="15676"/>
                    <a:pt x="15613" y="12193"/>
                    <a:pt x="15613" y="7886"/>
                  </a:cubicBezTo>
                  <a:cubicBezTo>
                    <a:pt x="15676" y="3579"/>
                    <a:pt x="12193" y="32"/>
                    <a:pt x="7854" y="32"/>
                  </a:cubicBezTo>
                  <a:cubicBezTo>
                    <a:pt x="3547" y="0"/>
                    <a:pt x="63" y="3484"/>
                    <a:pt x="32" y="779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957;p68">
              <a:extLst>
                <a:ext uri="{FF2B5EF4-FFF2-40B4-BE49-F238E27FC236}">
                  <a16:creationId xmlns:a16="http://schemas.microsoft.com/office/drawing/2014/main" id="{A08E654E-425D-D1E7-B4EA-12036C282C66}"/>
                </a:ext>
              </a:extLst>
            </p:cNvPr>
            <p:cNvSpPr/>
            <p:nvPr/>
          </p:nvSpPr>
          <p:spPr>
            <a:xfrm>
              <a:off x="5053358" y="3660551"/>
              <a:ext cx="174070" cy="174602"/>
            </a:xfrm>
            <a:custGeom>
              <a:avLst/>
              <a:gdLst/>
              <a:ahLst/>
              <a:cxnLst/>
              <a:rect l="l" t="t" r="r" b="b"/>
              <a:pathLst>
                <a:path w="10483" h="10515" extrusionOk="0">
                  <a:moveTo>
                    <a:pt x="5257" y="1"/>
                  </a:moveTo>
                  <a:cubicBezTo>
                    <a:pt x="2375" y="1"/>
                    <a:pt x="0" y="2344"/>
                    <a:pt x="0" y="5226"/>
                  </a:cubicBezTo>
                  <a:cubicBezTo>
                    <a:pt x="0" y="8139"/>
                    <a:pt x="2344" y="10515"/>
                    <a:pt x="5225" y="10515"/>
                  </a:cubicBezTo>
                  <a:cubicBezTo>
                    <a:pt x="8107" y="10515"/>
                    <a:pt x="10482" y="8171"/>
                    <a:pt x="10482" y="5289"/>
                  </a:cubicBezTo>
                  <a:cubicBezTo>
                    <a:pt x="10482" y="2376"/>
                    <a:pt x="8171" y="1"/>
                    <a:pt x="525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958;p68">
              <a:extLst>
                <a:ext uri="{FF2B5EF4-FFF2-40B4-BE49-F238E27FC236}">
                  <a16:creationId xmlns:a16="http://schemas.microsoft.com/office/drawing/2014/main" id="{0D78685F-66DF-1C66-9CD6-D84D258B242E}"/>
                </a:ext>
              </a:extLst>
            </p:cNvPr>
            <p:cNvSpPr/>
            <p:nvPr/>
          </p:nvSpPr>
          <p:spPr>
            <a:xfrm>
              <a:off x="5084374" y="3691566"/>
              <a:ext cx="112549" cy="112565"/>
            </a:xfrm>
            <a:custGeom>
              <a:avLst/>
              <a:gdLst/>
              <a:ahLst/>
              <a:cxnLst/>
              <a:rect l="l" t="t" r="r" b="b"/>
              <a:pathLst>
                <a:path w="6778" h="6779" extrusionOk="0">
                  <a:moveTo>
                    <a:pt x="0" y="3358"/>
                  </a:moveTo>
                  <a:cubicBezTo>
                    <a:pt x="0" y="5226"/>
                    <a:pt x="1489" y="6778"/>
                    <a:pt x="3357" y="6778"/>
                  </a:cubicBezTo>
                  <a:cubicBezTo>
                    <a:pt x="5226" y="6778"/>
                    <a:pt x="6778" y="5258"/>
                    <a:pt x="6778" y="3421"/>
                  </a:cubicBezTo>
                  <a:cubicBezTo>
                    <a:pt x="6778" y="1553"/>
                    <a:pt x="5258" y="1"/>
                    <a:pt x="3389" y="1"/>
                  </a:cubicBezTo>
                  <a:cubicBezTo>
                    <a:pt x="1489" y="1"/>
                    <a:pt x="0" y="1521"/>
                    <a:pt x="0" y="3358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959;p68">
              <a:extLst>
                <a:ext uri="{FF2B5EF4-FFF2-40B4-BE49-F238E27FC236}">
                  <a16:creationId xmlns:a16="http://schemas.microsoft.com/office/drawing/2014/main" id="{A8720D31-CC2E-7A88-F864-7C237E93F6C5}"/>
                </a:ext>
              </a:extLst>
            </p:cNvPr>
            <p:cNvSpPr/>
            <p:nvPr/>
          </p:nvSpPr>
          <p:spPr>
            <a:xfrm>
              <a:off x="4521205" y="3352421"/>
              <a:ext cx="260333" cy="258756"/>
            </a:xfrm>
            <a:custGeom>
              <a:avLst/>
              <a:gdLst/>
              <a:ahLst/>
              <a:cxnLst/>
              <a:rect l="l" t="t" r="r" b="b"/>
              <a:pathLst>
                <a:path w="15678" h="15583" extrusionOk="0">
                  <a:moveTo>
                    <a:pt x="7797" y="0"/>
                  </a:moveTo>
                  <a:cubicBezTo>
                    <a:pt x="3516" y="0"/>
                    <a:pt x="33" y="3472"/>
                    <a:pt x="33" y="7759"/>
                  </a:cubicBezTo>
                  <a:cubicBezTo>
                    <a:pt x="1" y="12066"/>
                    <a:pt x="3485" y="15582"/>
                    <a:pt x="7792" y="15582"/>
                  </a:cubicBezTo>
                  <a:cubicBezTo>
                    <a:pt x="7830" y="15582"/>
                    <a:pt x="7869" y="15582"/>
                    <a:pt x="7907" y="15582"/>
                  </a:cubicBezTo>
                  <a:cubicBezTo>
                    <a:pt x="12161" y="15582"/>
                    <a:pt x="15614" y="12123"/>
                    <a:pt x="15614" y="7823"/>
                  </a:cubicBezTo>
                  <a:cubicBezTo>
                    <a:pt x="15677" y="3516"/>
                    <a:pt x="12194" y="1"/>
                    <a:pt x="7855" y="1"/>
                  </a:cubicBezTo>
                  <a:cubicBezTo>
                    <a:pt x="7835" y="0"/>
                    <a:pt x="7816" y="0"/>
                    <a:pt x="779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960;p68">
              <a:extLst>
                <a:ext uri="{FF2B5EF4-FFF2-40B4-BE49-F238E27FC236}">
                  <a16:creationId xmlns:a16="http://schemas.microsoft.com/office/drawing/2014/main" id="{83A74851-16F2-24EE-FA36-E05C36734FEE}"/>
                </a:ext>
              </a:extLst>
            </p:cNvPr>
            <p:cNvSpPr/>
            <p:nvPr/>
          </p:nvSpPr>
          <p:spPr>
            <a:xfrm>
              <a:off x="5084374" y="3691566"/>
              <a:ext cx="112549" cy="112565"/>
            </a:xfrm>
            <a:custGeom>
              <a:avLst/>
              <a:gdLst/>
              <a:ahLst/>
              <a:cxnLst/>
              <a:rect l="l" t="t" r="r" b="b"/>
              <a:pathLst>
                <a:path w="6778" h="6779" fill="none" extrusionOk="0">
                  <a:moveTo>
                    <a:pt x="0" y="3358"/>
                  </a:moveTo>
                  <a:cubicBezTo>
                    <a:pt x="0" y="5226"/>
                    <a:pt x="1489" y="6778"/>
                    <a:pt x="3357" y="6778"/>
                  </a:cubicBezTo>
                  <a:cubicBezTo>
                    <a:pt x="5226" y="6778"/>
                    <a:pt x="6778" y="5258"/>
                    <a:pt x="6778" y="3421"/>
                  </a:cubicBezTo>
                  <a:cubicBezTo>
                    <a:pt x="6778" y="1553"/>
                    <a:pt x="5258" y="1"/>
                    <a:pt x="3389" y="1"/>
                  </a:cubicBezTo>
                  <a:cubicBezTo>
                    <a:pt x="1489" y="1"/>
                    <a:pt x="0" y="1521"/>
                    <a:pt x="0" y="3358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rgbClr val="344377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961;p68">
              <a:extLst>
                <a:ext uri="{FF2B5EF4-FFF2-40B4-BE49-F238E27FC236}">
                  <a16:creationId xmlns:a16="http://schemas.microsoft.com/office/drawing/2014/main" id="{71CE21B6-013A-5712-122D-5B1B62633F11}"/>
                </a:ext>
              </a:extLst>
            </p:cNvPr>
            <p:cNvSpPr/>
            <p:nvPr/>
          </p:nvSpPr>
          <p:spPr>
            <a:xfrm>
              <a:off x="4701041" y="3270399"/>
              <a:ext cx="17" cy="32081"/>
            </a:xfrm>
            <a:custGeom>
              <a:avLst/>
              <a:gdLst/>
              <a:ahLst/>
              <a:cxnLst/>
              <a:rect l="l" t="t" r="r" b="b"/>
              <a:pathLst>
                <a:path w="1" h="1932" fill="none" extrusionOk="0">
                  <a:moveTo>
                    <a:pt x="1" y="0"/>
                  </a:moveTo>
                  <a:lnTo>
                    <a:pt x="1" y="1932"/>
                  </a:lnTo>
                </a:path>
              </a:pathLst>
            </a:custGeom>
            <a:solidFill>
              <a:schemeClr val="dk1"/>
            </a:solidFill>
            <a:ln w="7125" cap="flat" cmpd="sng">
              <a:solidFill>
                <a:srgbClr val="170C2C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962;p68">
              <a:extLst>
                <a:ext uri="{FF2B5EF4-FFF2-40B4-BE49-F238E27FC236}">
                  <a16:creationId xmlns:a16="http://schemas.microsoft.com/office/drawing/2014/main" id="{67ED0E16-543A-4DA9-7DEC-3780CD072F7E}"/>
                </a:ext>
              </a:extLst>
            </p:cNvPr>
            <p:cNvSpPr/>
            <p:nvPr/>
          </p:nvSpPr>
          <p:spPr>
            <a:xfrm>
              <a:off x="4853531" y="3270399"/>
              <a:ext cx="17" cy="32081"/>
            </a:xfrm>
            <a:custGeom>
              <a:avLst/>
              <a:gdLst/>
              <a:ahLst/>
              <a:cxnLst/>
              <a:rect l="l" t="t" r="r" b="b"/>
              <a:pathLst>
                <a:path w="1" h="1932" fill="none" extrusionOk="0">
                  <a:moveTo>
                    <a:pt x="1" y="0"/>
                  </a:moveTo>
                  <a:lnTo>
                    <a:pt x="1" y="1932"/>
                  </a:lnTo>
                </a:path>
              </a:pathLst>
            </a:custGeom>
            <a:solidFill>
              <a:schemeClr val="dk1"/>
            </a:solidFill>
            <a:ln w="7125" cap="flat" cmpd="sng">
              <a:solidFill>
                <a:srgbClr val="170C2C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963;p68">
              <a:extLst>
                <a:ext uri="{FF2B5EF4-FFF2-40B4-BE49-F238E27FC236}">
                  <a16:creationId xmlns:a16="http://schemas.microsoft.com/office/drawing/2014/main" id="{35CEC575-FE28-5966-6E20-8267B08049F8}"/>
                </a:ext>
              </a:extLst>
            </p:cNvPr>
            <p:cNvSpPr/>
            <p:nvPr/>
          </p:nvSpPr>
          <p:spPr>
            <a:xfrm>
              <a:off x="5103302" y="3272491"/>
              <a:ext cx="17" cy="32629"/>
            </a:xfrm>
            <a:custGeom>
              <a:avLst/>
              <a:gdLst/>
              <a:ahLst/>
              <a:cxnLst/>
              <a:rect l="l" t="t" r="r" b="b"/>
              <a:pathLst>
                <a:path w="1" h="1965" fill="none" extrusionOk="0">
                  <a:moveTo>
                    <a:pt x="1" y="1"/>
                  </a:moveTo>
                  <a:lnTo>
                    <a:pt x="1" y="1964"/>
                  </a:lnTo>
                </a:path>
              </a:pathLst>
            </a:custGeom>
            <a:solidFill>
              <a:schemeClr val="dk1"/>
            </a:solidFill>
            <a:ln w="7125" cap="flat" cmpd="sng">
              <a:solidFill>
                <a:srgbClr val="170C2C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964;p68">
              <a:extLst>
                <a:ext uri="{FF2B5EF4-FFF2-40B4-BE49-F238E27FC236}">
                  <a16:creationId xmlns:a16="http://schemas.microsoft.com/office/drawing/2014/main" id="{02BCF06D-FEAE-64B2-9FE6-9727ECB701D3}"/>
                </a:ext>
              </a:extLst>
            </p:cNvPr>
            <p:cNvSpPr/>
            <p:nvPr/>
          </p:nvSpPr>
          <p:spPr>
            <a:xfrm>
              <a:off x="5255792" y="3273554"/>
              <a:ext cx="17" cy="32081"/>
            </a:xfrm>
            <a:custGeom>
              <a:avLst/>
              <a:gdLst/>
              <a:ahLst/>
              <a:cxnLst/>
              <a:rect l="l" t="t" r="r" b="b"/>
              <a:pathLst>
                <a:path w="1" h="1932" fill="none" extrusionOk="0">
                  <a:moveTo>
                    <a:pt x="1" y="0"/>
                  </a:moveTo>
                  <a:lnTo>
                    <a:pt x="1" y="1932"/>
                  </a:lnTo>
                </a:path>
              </a:pathLst>
            </a:custGeom>
            <a:solidFill>
              <a:schemeClr val="dk1"/>
            </a:solidFill>
            <a:ln w="7125" cap="flat" cmpd="sng">
              <a:solidFill>
                <a:srgbClr val="170C2C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965;p68">
              <a:extLst>
                <a:ext uri="{FF2B5EF4-FFF2-40B4-BE49-F238E27FC236}">
                  <a16:creationId xmlns:a16="http://schemas.microsoft.com/office/drawing/2014/main" id="{C10C3605-4970-3080-E159-555CC0809B1F}"/>
                </a:ext>
              </a:extLst>
            </p:cNvPr>
            <p:cNvSpPr/>
            <p:nvPr/>
          </p:nvSpPr>
          <p:spPr>
            <a:xfrm>
              <a:off x="4866150" y="3331915"/>
              <a:ext cx="212478" cy="27880"/>
            </a:xfrm>
            <a:custGeom>
              <a:avLst/>
              <a:gdLst/>
              <a:ahLst/>
              <a:cxnLst/>
              <a:rect l="l" t="t" r="r" b="b"/>
              <a:pathLst>
                <a:path w="12796" h="1679" extrusionOk="0">
                  <a:moveTo>
                    <a:pt x="824" y="0"/>
                  </a:moveTo>
                  <a:cubicBezTo>
                    <a:pt x="381" y="0"/>
                    <a:pt x="1" y="380"/>
                    <a:pt x="1" y="855"/>
                  </a:cubicBezTo>
                  <a:cubicBezTo>
                    <a:pt x="1" y="1267"/>
                    <a:pt x="349" y="1679"/>
                    <a:pt x="824" y="1679"/>
                  </a:cubicBezTo>
                  <a:lnTo>
                    <a:pt x="11940" y="1679"/>
                  </a:lnTo>
                  <a:cubicBezTo>
                    <a:pt x="12415" y="1679"/>
                    <a:pt x="12795" y="1331"/>
                    <a:pt x="12795" y="855"/>
                  </a:cubicBezTo>
                  <a:cubicBezTo>
                    <a:pt x="12795" y="412"/>
                    <a:pt x="12415" y="0"/>
                    <a:pt x="1194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966;p68">
              <a:extLst>
                <a:ext uri="{FF2B5EF4-FFF2-40B4-BE49-F238E27FC236}">
                  <a16:creationId xmlns:a16="http://schemas.microsoft.com/office/drawing/2014/main" id="{1A6FA731-5AB2-0127-C2D1-830DF324C913}"/>
                </a:ext>
              </a:extLst>
            </p:cNvPr>
            <p:cNvSpPr/>
            <p:nvPr/>
          </p:nvSpPr>
          <p:spPr>
            <a:xfrm>
              <a:off x="4570120" y="3620586"/>
              <a:ext cx="137788" cy="137274"/>
            </a:xfrm>
            <a:custGeom>
              <a:avLst/>
              <a:gdLst/>
              <a:ahLst/>
              <a:cxnLst/>
              <a:rect l="l" t="t" r="r" b="b"/>
              <a:pathLst>
                <a:path w="8298" h="8267" extrusionOk="0">
                  <a:moveTo>
                    <a:pt x="8012" y="5701"/>
                  </a:moveTo>
                  <a:lnTo>
                    <a:pt x="6936" y="4624"/>
                  </a:lnTo>
                  <a:cubicBezTo>
                    <a:pt x="6651" y="4371"/>
                    <a:pt x="6651" y="3928"/>
                    <a:pt x="6936" y="3643"/>
                  </a:cubicBezTo>
                  <a:lnTo>
                    <a:pt x="8012" y="2566"/>
                  </a:lnTo>
                  <a:cubicBezTo>
                    <a:pt x="8297" y="2281"/>
                    <a:pt x="8297" y="1869"/>
                    <a:pt x="8012" y="1584"/>
                  </a:cubicBezTo>
                  <a:lnTo>
                    <a:pt x="6714" y="286"/>
                  </a:lnTo>
                  <a:cubicBezTo>
                    <a:pt x="6429" y="1"/>
                    <a:pt x="5986" y="1"/>
                    <a:pt x="5701" y="286"/>
                  </a:cubicBezTo>
                  <a:lnTo>
                    <a:pt x="4655" y="1362"/>
                  </a:lnTo>
                  <a:cubicBezTo>
                    <a:pt x="4370" y="1616"/>
                    <a:pt x="3927" y="1616"/>
                    <a:pt x="3642" y="1362"/>
                  </a:cubicBezTo>
                  <a:lnTo>
                    <a:pt x="2597" y="286"/>
                  </a:lnTo>
                  <a:cubicBezTo>
                    <a:pt x="2312" y="1"/>
                    <a:pt x="1869" y="1"/>
                    <a:pt x="1584" y="286"/>
                  </a:cubicBezTo>
                  <a:lnTo>
                    <a:pt x="285" y="1584"/>
                  </a:lnTo>
                  <a:cubicBezTo>
                    <a:pt x="0" y="1869"/>
                    <a:pt x="0" y="2281"/>
                    <a:pt x="285" y="2566"/>
                  </a:cubicBezTo>
                  <a:lnTo>
                    <a:pt x="1362" y="3643"/>
                  </a:lnTo>
                  <a:cubicBezTo>
                    <a:pt x="1647" y="3928"/>
                    <a:pt x="1647" y="4371"/>
                    <a:pt x="1362" y="4624"/>
                  </a:cubicBezTo>
                  <a:lnTo>
                    <a:pt x="285" y="5701"/>
                  </a:lnTo>
                  <a:cubicBezTo>
                    <a:pt x="0" y="5986"/>
                    <a:pt x="0" y="6429"/>
                    <a:pt x="285" y="6683"/>
                  </a:cubicBezTo>
                  <a:lnTo>
                    <a:pt x="1584" y="8013"/>
                  </a:lnTo>
                  <a:cubicBezTo>
                    <a:pt x="1869" y="8266"/>
                    <a:pt x="2312" y="8266"/>
                    <a:pt x="2597" y="8013"/>
                  </a:cubicBezTo>
                  <a:lnTo>
                    <a:pt x="3642" y="6936"/>
                  </a:lnTo>
                  <a:cubicBezTo>
                    <a:pt x="3927" y="6651"/>
                    <a:pt x="4370" y="6651"/>
                    <a:pt x="4655" y="6936"/>
                  </a:cubicBezTo>
                  <a:lnTo>
                    <a:pt x="5701" y="8013"/>
                  </a:lnTo>
                  <a:cubicBezTo>
                    <a:pt x="5986" y="8266"/>
                    <a:pt x="6429" y="8266"/>
                    <a:pt x="6714" y="8013"/>
                  </a:cubicBezTo>
                  <a:lnTo>
                    <a:pt x="8012" y="6683"/>
                  </a:lnTo>
                  <a:cubicBezTo>
                    <a:pt x="8297" y="6429"/>
                    <a:pt x="8297" y="5986"/>
                    <a:pt x="8012" y="570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967;p68">
              <a:extLst>
                <a:ext uri="{FF2B5EF4-FFF2-40B4-BE49-F238E27FC236}">
                  <a16:creationId xmlns:a16="http://schemas.microsoft.com/office/drawing/2014/main" id="{E557293D-7FCA-1FB4-57DA-54A4D0BC4049}"/>
                </a:ext>
              </a:extLst>
            </p:cNvPr>
            <p:cNvSpPr/>
            <p:nvPr/>
          </p:nvSpPr>
          <p:spPr>
            <a:xfrm>
              <a:off x="4615864" y="3665814"/>
              <a:ext cx="45763" cy="46295"/>
            </a:xfrm>
            <a:custGeom>
              <a:avLst/>
              <a:gdLst/>
              <a:ahLst/>
              <a:cxnLst/>
              <a:rect l="l" t="t" r="r" b="b"/>
              <a:pathLst>
                <a:path w="2756" h="2788" extrusionOk="0">
                  <a:moveTo>
                    <a:pt x="2756" y="1394"/>
                  </a:moveTo>
                  <a:cubicBezTo>
                    <a:pt x="2756" y="2154"/>
                    <a:pt x="2122" y="2787"/>
                    <a:pt x="1362" y="2787"/>
                  </a:cubicBezTo>
                  <a:cubicBezTo>
                    <a:pt x="634" y="2787"/>
                    <a:pt x="0" y="2154"/>
                    <a:pt x="0" y="1394"/>
                  </a:cubicBezTo>
                  <a:cubicBezTo>
                    <a:pt x="0" y="634"/>
                    <a:pt x="634" y="0"/>
                    <a:pt x="1362" y="0"/>
                  </a:cubicBezTo>
                  <a:cubicBezTo>
                    <a:pt x="2122" y="64"/>
                    <a:pt x="2756" y="634"/>
                    <a:pt x="2756" y="139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968;p68">
              <a:extLst>
                <a:ext uri="{FF2B5EF4-FFF2-40B4-BE49-F238E27FC236}">
                  <a16:creationId xmlns:a16="http://schemas.microsoft.com/office/drawing/2014/main" id="{D009EBE3-17F9-7403-B106-21C91D7476F4}"/>
                </a:ext>
              </a:extLst>
            </p:cNvPr>
            <p:cNvSpPr/>
            <p:nvPr/>
          </p:nvSpPr>
          <p:spPr>
            <a:xfrm>
              <a:off x="4551192" y="3322983"/>
              <a:ext cx="259785" cy="260317"/>
            </a:xfrm>
            <a:custGeom>
              <a:avLst/>
              <a:gdLst/>
              <a:ahLst/>
              <a:cxnLst/>
              <a:rect l="l" t="t" r="r" b="b"/>
              <a:pathLst>
                <a:path w="15645" h="15677" extrusionOk="0">
                  <a:moveTo>
                    <a:pt x="15645" y="7886"/>
                  </a:moveTo>
                  <a:cubicBezTo>
                    <a:pt x="15613" y="12193"/>
                    <a:pt x="12129" y="15676"/>
                    <a:pt x="7791" y="15645"/>
                  </a:cubicBezTo>
                  <a:cubicBezTo>
                    <a:pt x="3484" y="15581"/>
                    <a:pt x="0" y="12098"/>
                    <a:pt x="32" y="7791"/>
                  </a:cubicBezTo>
                  <a:cubicBezTo>
                    <a:pt x="95" y="3484"/>
                    <a:pt x="3579" y="0"/>
                    <a:pt x="7886" y="32"/>
                  </a:cubicBezTo>
                  <a:cubicBezTo>
                    <a:pt x="12193" y="32"/>
                    <a:pt x="15645" y="3547"/>
                    <a:pt x="15645" y="788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969;p68">
              <a:extLst>
                <a:ext uri="{FF2B5EF4-FFF2-40B4-BE49-F238E27FC236}">
                  <a16:creationId xmlns:a16="http://schemas.microsoft.com/office/drawing/2014/main" id="{2FE68671-F3D5-A6C4-03FF-9A3E47C0392C}"/>
                </a:ext>
              </a:extLst>
            </p:cNvPr>
            <p:cNvSpPr/>
            <p:nvPr/>
          </p:nvSpPr>
          <p:spPr>
            <a:xfrm>
              <a:off x="4593781" y="3366086"/>
              <a:ext cx="175133" cy="174602"/>
            </a:xfrm>
            <a:custGeom>
              <a:avLst/>
              <a:gdLst/>
              <a:ahLst/>
              <a:cxnLst/>
              <a:rect l="l" t="t" r="r" b="b"/>
              <a:pathLst>
                <a:path w="10547" h="10515" extrusionOk="0">
                  <a:moveTo>
                    <a:pt x="5289" y="1"/>
                  </a:moveTo>
                  <a:cubicBezTo>
                    <a:pt x="2375" y="1"/>
                    <a:pt x="0" y="2344"/>
                    <a:pt x="0" y="5226"/>
                  </a:cubicBezTo>
                  <a:cubicBezTo>
                    <a:pt x="0" y="8140"/>
                    <a:pt x="2344" y="10515"/>
                    <a:pt x="5226" y="10515"/>
                  </a:cubicBezTo>
                  <a:cubicBezTo>
                    <a:pt x="8139" y="10515"/>
                    <a:pt x="10514" y="8171"/>
                    <a:pt x="10514" y="5290"/>
                  </a:cubicBezTo>
                  <a:cubicBezTo>
                    <a:pt x="10546" y="2376"/>
                    <a:pt x="8203" y="1"/>
                    <a:pt x="528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970;p68">
              <a:extLst>
                <a:ext uri="{FF2B5EF4-FFF2-40B4-BE49-F238E27FC236}">
                  <a16:creationId xmlns:a16="http://schemas.microsoft.com/office/drawing/2014/main" id="{30B027D2-FBE2-A174-6CE2-458CA0E4CC54}"/>
                </a:ext>
              </a:extLst>
            </p:cNvPr>
            <p:cNvSpPr/>
            <p:nvPr/>
          </p:nvSpPr>
          <p:spPr>
            <a:xfrm>
              <a:off x="4624282" y="3396072"/>
              <a:ext cx="113595" cy="113595"/>
            </a:xfrm>
            <a:custGeom>
              <a:avLst/>
              <a:gdLst/>
              <a:ahLst/>
              <a:cxnLst/>
              <a:rect l="l" t="t" r="r" b="b"/>
              <a:pathLst>
                <a:path w="6841" h="6841" extrusionOk="0">
                  <a:moveTo>
                    <a:pt x="6809" y="3420"/>
                  </a:moveTo>
                  <a:cubicBezTo>
                    <a:pt x="6809" y="5289"/>
                    <a:pt x="5257" y="6841"/>
                    <a:pt x="3389" y="6809"/>
                  </a:cubicBezTo>
                  <a:cubicBezTo>
                    <a:pt x="1552" y="6809"/>
                    <a:pt x="0" y="5257"/>
                    <a:pt x="32" y="3389"/>
                  </a:cubicBezTo>
                  <a:cubicBezTo>
                    <a:pt x="32" y="1520"/>
                    <a:pt x="1584" y="0"/>
                    <a:pt x="3452" y="32"/>
                  </a:cubicBezTo>
                  <a:cubicBezTo>
                    <a:pt x="5289" y="63"/>
                    <a:pt x="6841" y="1583"/>
                    <a:pt x="6809" y="342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971;p68">
              <a:extLst>
                <a:ext uri="{FF2B5EF4-FFF2-40B4-BE49-F238E27FC236}">
                  <a16:creationId xmlns:a16="http://schemas.microsoft.com/office/drawing/2014/main" id="{0DB2E044-13D4-06E0-DEA7-1CA70DCB4A43}"/>
                </a:ext>
              </a:extLst>
            </p:cNvPr>
            <p:cNvSpPr/>
            <p:nvPr/>
          </p:nvSpPr>
          <p:spPr>
            <a:xfrm>
              <a:off x="4624282" y="3396072"/>
              <a:ext cx="113595" cy="113595"/>
            </a:xfrm>
            <a:custGeom>
              <a:avLst/>
              <a:gdLst/>
              <a:ahLst/>
              <a:cxnLst/>
              <a:rect l="l" t="t" r="r" b="b"/>
              <a:pathLst>
                <a:path w="6841" h="6841" fill="none" extrusionOk="0">
                  <a:moveTo>
                    <a:pt x="6809" y="3420"/>
                  </a:moveTo>
                  <a:cubicBezTo>
                    <a:pt x="6809" y="5289"/>
                    <a:pt x="5257" y="6841"/>
                    <a:pt x="3389" y="6809"/>
                  </a:cubicBezTo>
                  <a:cubicBezTo>
                    <a:pt x="1552" y="6809"/>
                    <a:pt x="0" y="5257"/>
                    <a:pt x="32" y="3389"/>
                  </a:cubicBezTo>
                  <a:cubicBezTo>
                    <a:pt x="32" y="1520"/>
                    <a:pt x="1584" y="0"/>
                    <a:pt x="3452" y="32"/>
                  </a:cubicBezTo>
                  <a:cubicBezTo>
                    <a:pt x="5289" y="63"/>
                    <a:pt x="6841" y="1583"/>
                    <a:pt x="6809" y="3420"/>
                  </a:cubicBezTo>
                  <a:close/>
                </a:path>
              </a:pathLst>
            </a:custGeom>
            <a:solidFill>
              <a:schemeClr val="dk1"/>
            </a:solidFill>
            <a:ln w="7125" cap="flat" cmpd="sng">
              <a:solidFill>
                <a:srgbClr val="344377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950;p39">
            <a:extLst>
              <a:ext uri="{FF2B5EF4-FFF2-40B4-BE49-F238E27FC236}">
                <a16:creationId xmlns:a16="http://schemas.microsoft.com/office/drawing/2014/main" id="{57B9CD25-E765-CA24-C917-26A813EFAA77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5273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4"/>
          <p:cNvSpPr txBox="1">
            <a:spLocks noGrp="1"/>
          </p:cNvSpPr>
          <p:nvPr>
            <p:ph type="title"/>
          </p:nvPr>
        </p:nvSpPr>
        <p:spPr>
          <a:xfrm>
            <a:off x="2087100" y="3285242"/>
            <a:ext cx="4969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5400" spc="3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CƠ SỞ LÝ THUYẾT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9" name="Google Shape;1099;p44"/>
          <p:cNvSpPr txBox="1">
            <a:spLocks noGrp="1"/>
          </p:cNvSpPr>
          <p:nvPr>
            <p:ph type="title" idx="2"/>
          </p:nvPr>
        </p:nvSpPr>
        <p:spPr>
          <a:xfrm>
            <a:off x="3979975" y="1191100"/>
            <a:ext cx="1184100" cy="11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101" name="Google Shape;1101;p44"/>
          <p:cNvGrpSpPr/>
          <p:nvPr/>
        </p:nvGrpSpPr>
        <p:grpSpPr>
          <a:xfrm>
            <a:off x="6411818" y="1191136"/>
            <a:ext cx="1616052" cy="1992982"/>
            <a:chOff x="6483508" y="1279678"/>
            <a:chExt cx="1544392" cy="1904608"/>
          </a:xfrm>
        </p:grpSpPr>
        <p:sp>
          <p:nvSpPr>
            <p:cNvPr id="1102" name="Google Shape;1102;p44"/>
            <p:cNvSpPr/>
            <p:nvPr/>
          </p:nvSpPr>
          <p:spPr>
            <a:xfrm>
              <a:off x="6508274" y="1331850"/>
              <a:ext cx="1519626" cy="1852436"/>
            </a:xfrm>
            <a:custGeom>
              <a:avLst/>
              <a:gdLst/>
              <a:ahLst/>
              <a:cxnLst/>
              <a:rect l="l" t="t" r="r" b="b"/>
              <a:pathLst>
                <a:path w="13806" h="16830" extrusionOk="0">
                  <a:moveTo>
                    <a:pt x="13722" y="13034"/>
                  </a:moveTo>
                  <a:lnTo>
                    <a:pt x="8231" y="522"/>
                  </a:lnTo>
                  <a:cubicBezTo>
                    <a:pt x="8089" y="167"/>
                    <a:pt x="7674" y="1"/>
                    <a:pt x="7318" y="167"/>
                  </a:cubicBezTo>
                  <a:lnTo>
                    <a:pt x="522" y="3143"/>
                  </a:lnTo>
                  <a:cubicBezTo>
                    <a:pt x="166" y="3286"/>
                    <a:pt x="0" y="3701"/>
                    <a:pt x="166" y="4068"/>
                  </a:cubicBezTo>
                  <a:lnTo>
                    <a:pt x="5539" y="16308"/>
                  </a:lnTo>
                  <a:cubicBezTo>
                    <a:pt x="5681" y="16663"/>
                    <a:pt x="6096" y="16829"/>
                    <a:pt x="6452" y="16663"/>
                  </a:cubicBezTo>
                  <a:lnTo>
                    <a:pt x="13509" y="13580"/>
                  </a:lnTo>
                  <a:cubicBezTo>
                    <a:pt x="13699" y="13473"/>
                    <a:pt x="13805" y="13236"/>
                    <a:pt x="13722" y="1303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4"/>
            <p:cNvSpPr/>
            <p:nvPr/>
          </p:nvSpPr>
          <p:spPr>
            <a:xfrm>
              <a:off x="6483508" y="1279678"/>
              <a:ext cx="1519516" cy="1852436"/>
            </a:xfrm>
            <a:custGeom>
              <a:avLst/>
              <a:gdLst/>
              <a:ahLst/>
              <a:cxnLst/>
              <a:rect l="l" t="t" r="r" b="b"/>
              <a:pathLst>
                <a:path w="13805" h="16830" extrusionOk="0">
                  <a:moveTo>
                    <a:pt x="13686" y="12927"/>
                  </a:moveTo>
                  <a:lnTo>
                    <a:pt x="8255" y="522"/>
                  </a:lnTo>
                  <a:cubicBezTo>
                    <a:pt x="8100" y="166"/>
                    <a:pt x="7685" y="0"/>
                    <a:pt x="7329" y="166"/>
                  </a:cubicBezTo>
                  <a:lnTo>
                    <a:pt x="522" y="3143"/>
                  </a:lnTo>
                  <a:cubicBezTo>
                    <a:pt x="166" y="3297"/>
                    <a:pt x="0" y="3712"/>
                    <a:pt x="166" y="4068"/>
                  </a:cubicBezTo>
                  <a:lnTo>
                    <a:pt x="5539" y="16307"/>
                  </a:lnTo>
                  <a:cubicBezTo>
                    <a:pt x="5681" y="16663"/>
                    <a:pt x="6096" y="16829"/>
                    <a:pt x="6452" y="16663"/>
                  </a:cubicBezTo>
                  <a:lnTo>
                    <a:pt x="13414" y="13615"/>
                  </a:lnTo>
                  <a:cubicBezTo>
                    <a:pt x="13674" y="13508"/>
                    <a:pt x="13805" y="13188"/>
                    <a:pt x="13686" y="12927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4"/>
            <p:cNvSpPr/>
            <p:nvPr/>
          </p:nvSpPr>
          <p:spPr>
            <a:xfrm>
              <a:off x="6542175" y="1428490"/>
              <a:ext cx="1190627" cy="1082184"/>
            </a:xfrm>
            <a:custGeom>
              <a:avLst/>
              <a:gdLst/>
              <a:ahLst/>
              <a:cxnLst/>
              <a:rect l="l" t="t" r="r" b="b"/>
              <a:pathLst>
                <a:path w="10817" h="9832" extrusionOk="0">
                  <a:moveTo>
                    <a:pt x="1" y="3546"/>
                  </a:moveTo>
                  <a:lnTo>
                    <a:pt x="2740" y="9832"/>
                  </a:lnTo>
                  <a:lnTo>
                    <a:pt x="10817" y="6286"/>
                  </a:lnTo>
                  <a:lnTo>
                    <a:pt x="808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4"/>
            <p:cNvSpPr/>
            <p:nvPr/>
          </p:nvSpPr>
          <p:spPr>
            <a:xfrm>
              <a:off x="6640138" y="1505427"/>
              <a:ext cx="993492" cy="923026"/>
            </a:xfrm>
            <a:custGeom>
              <a:avLst/>
              <a:gdLst/>
              <a:ahLst/>
              <a:cxnLst/>
              <a:rect l="l" t="t" r="r" b="b"/>
              <a:pathLst>
                <a:path w="9026" h="8386" extrusionOk="0">
                  <a:moveTo>
                    <a:pt x="9026" y="5492"/>
                  </a:moveTo>
                  <a:lnTo>
                    <a:pt x="2408" y="8386"/>
                  </a:lnTo>
                  <a:lnTo>
                    <a:pt x="0" y="2895"/>
                  </a:lnTo>
                  <a:lnTo>
                    <a:pt x="663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6" name="Google Shape;1106;p44"/>
            <p:cNvSpPr/>
            <p:nvPr/>
          </p:nvSpPr>
          <p:spPr>
            <a:xfrm>
              <a:off x="7624384" y="2735101"/>
              <a:ext cx="75838" cy="131971"/>
            </a:xfrm>
            <a:custGeom>
              <a:avLst/>
              <a:gdLst/>
              <a:ahLst/>
              <a:cxnLst/>
              <a:rect l="l" t="t" r="r" b="b"/>
              <a:pathLst>
                <a:path w="689" h="1199" extrusionOk="0">
                  <a:moveTo>
                    <a:pt x="214" y="72"/>
                  </a:moveTo>
                  <a:cubicBezTo>
                    <a:pt x="178" y="36"/>
                    <a:pt x="119" y="1"/>
                    <a:pt x="84" y="36"/>
                  </a:cubicBezTo>
                  <a:cubicBezTo>
                    <a:pt x="36" y="60"/>
                    <a:pt x="1" y="119"/>
                    <a:pt x="36" y="167"/>
                  </a:cubicBezTo>
                  <a:lnTo>
                    <a:pt x="475" y="1127"/>
                  </a:lnTo>
                  <a:cubicBezTo>
                    <a:pt x="511" y="1175"/>
                    <a:pt x="570" y="1199"/>
                    <a:pt x="617" y="1175"/>
                  </a:cubicBezTo>
                  <a:cubicBezTo>
                    <a:pt x="653" y="1139"/>
                    <a:pt x="688" y="1080"/>
                    <a:pt x="653" y="104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4"/>
            <p:cNvSpPr/>
            <p:nvPr/>
          </p:nvSpPr>
          <p:spPr>
            <a:xfrm>
              <a:off x="7674025" y="2712977"/>
              <a:ext cx="74517" cy="131861"/>
            </a:xfrm>
            <a:custGeom>
              <a:avLst/>
              <a:gdLst/>
              <a:ahLst/>
              <a:cxnLst/>
              <a:rect l="l" t="t" r="r" b="b"/>
              <a:pathLst>
                <a:path w="677" h="1198" extrusionOk="0">
                  <a:moveTo>
                    <a:pt x="202" y="71"/>
                  </a:moveTo>
                  <a:cubicBezTo>
                    <a:pt x="178" y="24"/>
                    <a:pt x="119" y="0"/>
                    <a:pt x="71" y="24"/>
                  </a:cubicBezTo>
                  <a:cubicBezTo>
                    <a:pt x="24" y="48"/>
                    <a:pt x="0" y="107"/>
                    <a:pt x="24" y="154"/>
                  </a:cubicBezTo>
                  <a:lnTo>
                    <a:pt x="475" y="1127"/>
                  </a:lnTo>
                  <a:cubicBezTo>
                    <a:pt x="498" y="1162"/>
                    <a:pt x="558" y="1198"/>
                    <a:pt x="605" y="1162"/>
                  </a:cubicBezTo>
                  <a:cubicBezTo>
                    <a:pt x="653" y="1139"/>
                    <a:pt x="676" y="1079"/>
                    <a:pt x="653" y="10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4"/>
            <p:cNvSpPr/>
            <p:nvPr/>
          </p:nvSpPr>
          <p:spPr>
            <a:xfrm>
              <a:off x="7724878" y="2688102"/>
              <a:ext cx="74517" cy="131971"/>
            </a:xfrm>
            <a:custGeom>
              <a:avLst/>
              <a:gdLst/>
              <a:ahLst/>
              <a:cxnLst/>
              <a:rect l="l" t="t" r="r" b="b"/>
              <a:pathLst>
                <a:path w="677" h="1199" extrusionOk="0">
                  <a:moveTo>
                    <a:pt x="202" y="72"/>
                  </a:moveTo>
                  <a:cubicBezTo>
                    <a:pt x="179" y="25"/>
                    <a:pt x="119" y="1"/>
                    <a:pt x="72" y="25"/>
                  </a:cubicBezTo>
                  <a:cubicBezTo>
                    <a:pt x="24" y="60"/>
                    <a:pt x="1" y="119"/>
                    <a:pt x="24" y="167"/>
                  </a:cubicBezTo>
                  <a:lnTo>
                    <a:pt x="475" y="1127"/>
                  </a:lnTo>
                  <a:cubicBezTo>
                    <a:pt x="499" y="1175"/>
                    <a:pt x="558" y="1199"/>
                    <a:pt x="606" y="1175"/>
                  </a:cubicBezTo>
                  <a:cubicBezTo>
                    <a:pt x="653" y="1139"/>
                    <a:pt x="677" y="1080"/>
                    <a:pt x="653" y="103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4"/>
            <p:cNvSpPr/>
            <p:nvPr/>
          </p:nvSpPr>
          <p:spPr>
            <a:xfrm>
              <a:off x="7771877" y="2664658"/>
              <a:ext cx="74517" cy="131971"/>
            </a:xfrm>
            <a:custGeom>
              <a:avLst/>
              <a:gdLst/>
              <a:ahLst/>
              <a:cxnLst/>
              <a:rect l="l" t="t" r="r" b="b"/>
              <a:pathLst>
                <a:path w="677" h="1199" extrusionOk="0">
                  <a:moveTo>
                    <a:pt x="202" y="83"/>
                  </a:moveTo>
                  <a:cubicBezTo>
                    <a:pt x="179" y="36"/>
                    <a:pt x="119" y="0"/>
                    <a:pt x="72" y="36"/>
                  </a:cubicBezTo>
                  <a:cubicBezTo>
                    <a:pt x="24" y="60"/>
                    <a:pt x="1" y="119"/>
                    <a:pt x="24" y="166"/>
                  </a:cubicBezTo>
                  <a:lnTo>
                    <a:pt x="475" y="1127"/>
                  </a:lnTo>
                  <a:cubicBezTo>
                    <a:pt x="499" y="1174"/>
                    <a:pt x="558" y="1198"/>
                    <a:pt x="606" y="1174"/>
                  </a:cubicBezTo>
                  <a:cubicBezTo>
                    <a:pt x="653" y="1151"/>
                    <a:pt x="677" y="1091"/>
                    <a:pt x="653" y="104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4"/>
            <p:cNvSpPr/>
            <p:nvPr/>
          </p:nvSpPr>
          <p:spPr>
            <a:xfrm>
              <a:off x="7826692" y="2641103"/>
              <a:ext cx="75838" cy="131971"/>
            </a:xfrm>
            <a:custGeom>
              <a:avLst/>
              <a:gdLst/>
              <a:ahLst/>
              <a:cxnLst/>
              <a:rect l="l" t="t" r="r" b="b"/>
              <a:pathLst>
                <a:path w="689" h="1199" extrusionOk="0">
                  <a:moveTo>
                    <a:pt x="214" y="72"/>
                  </a:moveTo>
                  <a:cubicBezTo>
                    <a:pt x="179" y="25"/>
                    <a:pt x="119" y="1"/>
                    <a:pt x="84" y="25"/>
                  </a:cubicBezTo>
                  <a:cubicBezTo>
                    <a:pt x="36" y="48"/>
                    <a:pt x="1" y="108"/>
                    <a:pt x="36" y="155"/>
                  </a:cubicBezTo>
                  <a:lnTo>
                    <a:pt x="475" y="1116"/>
                  </a:lnTo>
                  <a:cubicBezTo>
                    <a:pt x="511" y="1163"/>
                    <a:pt x="570" y="1199"/>
                    <a:pt x="618" y="1163"/>
                  </a:cubicBezTo>
                  <a:cubicBezTo>
                    <a:pt x="653" y="1139"/>
                    <a:pt x="689" y="1080"/>
                    <a:pt x="653" y="103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4"/>
            <p:cNvSpPr/>
            <p:nvPr/>
          </p:nvSpPr>
          <p:spPr>
            <a:xfrm>
              <a:off x="7873692" y="2617659"/>
              <a:ext cx="74517" cy="131971"/>
            </a:xfrm>
            <a:custGeom>
              <a:avLst/>
              <a:gdLst/>
              <a:ahLst/>
              <a:cxnLst/>
              <a:rect l="l" t="t" r="r" b="b"/>
              <a:pathLst>
                <a:path w="677" h="1199" extrusionOk="0">
                  <a:moveTo>
                    <a:pt x="665" y="1032"/>
                  </a:moveTo>
                  <a:lnTo>
                    <a:pt x="214" y="72"/>
                  </a:lnTo>
                  <a:cubicBezTo>
                    <a:pt x="191" y="24"/>
                    <a:pt x="131" y="0"/>
                    <a:pt x="84" y="24"/>
                  </a:cubicBezTo>
                  <a:cubicBezTo>
                    <a:pt x="36" y="60"/>
                    <a:pt x="1" y="119"/>
                    <a:pt x="36" y="166"/>
                  </a:cubicBezTo>
                  <a:lnTo>
                    <a:pt x="487" y="1127"/>
                  </a:lnTo>
                  <a:cubicBezTo>
                    <a:pt x="511" y="1174"/>
                    <a:pt x="570" y="1198"/>
                    <a:pt x="617" y="1174"/>
                  </a:cubicBezTo>
                  <a:cubicBezTo>
                    <a:pt x="665" y="1139"/>
                    <a:pt x="677" y="1080"/>
                    <a:pt x="665" y="10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4"/>
            <p:cNvSpPr/>
            <p:nvPr/>
          </p:nvSpPr>
          <p:spPr>
            <a:xfrm>
              <a:off x="7382890" y="2637251"/>
              <a:ext cx="142431" cy="92787"/>
            </a:xfrm>
            <a:custGeom>
              <a:avLst/>
              <a:gdLst/>
              <a:ahLst/>
              <a:cxnLst/>
              <a:rect l="l" t="t" r="r" b="b"/>
              <a:pathLst>
                <a:path w="1294" h="843" extrusionOk="0">
                  <a:moveTo>
                    <a:pt x="949" y="48"/>
                  </a:moveTo>
                  <a:lnTo>
                    <a:pt x="167" y="392"/>
                  </a:lnTo>
                  <a:cubicBezTo>
                    <a:pt x="60" y="427"/>
                    <a:pt x="1" y="558"/>
                    <a:pt x="48" y="688"/>
                  </a:cubicBezTo>
                  <a:cubicBezTo>
                    <a:pt x="95" y="783"/>
                    <a:pt x="226" y="842"/>
                    <a:pt x="344" y="807"/>
                  </a:cubicBezTo>
                  <a:lnTo>
                    <a:pt x="1127" y="463"/>
                  </a:lnTo>
                  <a:cubicBezTo>
                    <a:pt x="1234" y="415"/>
                    <a:pt x="1293" y="285"/>
                    <a:pt x="1246" y="166"/>
                  </a:cubicBezTo>
                  <a:cubicBezTo>
                    <a:pt x="1186" y="48"/>
                    <a:pt x="1056" y="0"/>
                    <a:pt x="949" y="4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4"/>
            <p:cNvSpPr/>
            <p:nvPr/>
          </p:nvSpPr>
          <p:spPr>
            <a:xfrm>
              <a:off x="7399841" y="2651560"/>
              <a:ext cx="105887" cy="62738"/>
            </a:xfrm>
            <a:custGeom>
              <a:avLst/>
              <a:gdLst/>
              <a:ahLst/>
              <a:cxnLst/>
              <a:rect l="l" t="t" r="r" b="b"/>
              <a:pathLst>
                <a:path w="962" h="570" extrusionOk="0">
                  <a:moveTo>
                    <a:pt x="783" y="36"/>
                  </a:moveTo>
                  <a:lnTo>
                    <a:pt x="84" y="333"/>
                  </a:lnTo>
                  <a:cubicBezTo>
                    <a:pt x="24" y="357"/>
                    <a:pt x="1" y="416"/>
                    <a:pt x="24" y="475"/>
                  </a:cubicBezTo>
                  <a:cubicBezTo>
                    <a:pt x="60" y="534"/>
                    <a:pt x="119" y="570"/>
                    <a:pt x="179" y="534"/>
                  </a:cubicBezTo>
                  <a:lnTo>
                    <a:pt x="878" y="238"/>
                  </a:lnTo>
                  <a:cubicBezTo>
                    <a:pt x="938" y="214"/>
                    <a:pt x="961" y="155"/>
                    <a:pt x="938" y="96"/>
                  </a:cubicBezTo>
                  <a:cubicBezTo>
                    <a:pt x="914" y="36"/>
                    <a:pt x="843" y="1"/>
                    <a:pt x="783" y="3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4"/>
            <p:cNvSpPr/>
            <p:nvPr/>
          </p:nvSpPr>
          <p:spPr>
            <a:xfrm>
              <a:off x="7341063" y="2539291"/>
              <a:ext cx="142431" cy="92787"/>
            </a:xfrm>
            <a:custGeom>
              <a:avLst/>
              <a:gdLst/>
              <a:ahLst/>
              <a:cxnLst/>
              <a:rect l="l" t="t" r="r" b="b"/>
              <a:pathLst>
                <a:path w="1294" h="843" extrusionOk="0">
                  <a:moveTo>
                    <a:pt x="950" y="48"/>
                  </a:moveTo>
                  <a:lnTo>
                    <a:pt x="167" y="392"/>
                  </a:lnTo>
                  <a:cubicBezTo>
                    <a:pt x="60" y="428"/>
                    <a:pt x="1" y="558"/>
                    <a:pt x="48" y="689"/>
                  </a:cubicBezTo>
                  <a:cubicBezTo>
                    <a:pt x="84" y="784"/>
                    <a:pt x="226" y="843"/>
                    <a:pt x="345" y="807"/>
                  </a:cubicBezTo>
                  <a:lnTo>
                    <a:pt x="1128" y="463"/>
                  </a:lnTo>
                  <a:cubicBezTo>
                    <a:pt x="1234" y="416"/>
                    <a:pt x="1294" y="285"/>
                    <a:pt x="1246" y="167"/>
                  </a:cubicBezTo>
                  <a:cubicBezTo>
                    <a:pt x="1199" y="48"/>
                    <a:pt x="1057" y="1"/>
                    <a:pt x="950" y="4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4"/>
            <p:cNvSpPr/>
            <p:nvPr/>
          </p:nvSpPr>
          <p:spPr>
            <a:xfrm>
              <a:off x="7356803" y="2553710"/>
              <a:ext cx="105777" cy="62738"/>
            </a:xfrm>
            <a:custGeom>
              <a:avLst/>
              <a:gdLst/>
              <a:ahLst/>
              <a:cxnLst/>
              <a:rect l="l" t="t" r="r" b="b"/>
              <a:pathLst>
                <a:path w="961" h="570" extrusionOk="0">
                  <a:moveTo>
                    <a:pt x="795" y="36"/>
                  </a:moveTo>
                  <a:lnTo>
                    <a:pt x="95" y="332"/>
                  </a:lnTo>
                  <a:cubicBezTo>
                    <a:pt x="36" y="356"/>
                    <a:pt x="0" y="415"/>
                    <a:pt x="36" y="475"/>
                  </a:cubicBezTo>
                  <a:cubicBezTo>
                    <a:pt x="60" y="534"/>
                    <a:pt x="119" y="570"/>
                    <a:pt x="178" y="534"/>
                  </a:cubicBezTo>
                  <a:lnTo>
                    <a:pt x="878" y="237"/>
                  </a:lnTo>
                  <a:cubicBezTo>
                    <a:pt x="937" y="214"/>
                    <a:pt x="961" y="154"/>
                    <a:pt x="937" y="95"/>
                  </a:cubicBezTo>
                  <a:cubicBezTo>
                    <a:pt x="925" y="36"/>
                    <a:pt x="854" y="0"/>
                    <a:pt x="795" y="3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4"/>
            <p:cNvSpPr/>
            <p:nvPr/>
          </p:nvSpPr>
          <p:spPr>
            <a:xfrm>
              <a:off x="6988619" y="2423169"/>
              <a:ext cx="346060" cy="344731"/>
            </a:xfrm>
            <a:custGeom>
              <a:avLst/>
              <a:gdLst/>
              <a:ahLst/>
              <a:cxnLst/>
              <a:rect l="l" t="t" r="r" b="b"/>
              <a:pathLst>
                <a:path w="3144" h="3132" extrusionOk="0">
                  <a:moveTo>
                    <a:pt x="2835" y="1008"/>
                  </a:moveTo>
                  <a:cubicBezTo>
                    <a:pt x="3144" y="1708"/>
                    <a:pt x="2812" y="2526"/>
                    <a:pt x="2124" y="2823"/>
                  </a:cubicBezTo>
                  <a:cubicBezTo>
                    <a:pt x="1424" y="3131"/>
                    <a:pt x="606" y="2799"/>
                    <a:pt x="309" y="2111"/>
                  </a:cubicBezTo>
                  <a:cubicBezTo>
                    <a:pt x="1" y="1412"/>
                    <a:pt x="321" y="593"/>
                    <a:pt x="1021" y="297"/>
                  </a:cubicBezTo>
                  <a:cubicBezTo>
                    <a:pt x="1721" y="0"/>
                    <a:pt x="2539" y="321"/>
                    <a:pt x="2835" y="100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4"/>
            <p:cNvSpPr/>
            <p:nvPr/>
          </p:nvSpPr>
          <p:spPr>
            <a:xfrm>
              <a:off x="7048718" y="2493613"/>
              <a:ext cx="84974" cy="124156"/>
            </a:xfrm>
            <a:custGeom>
              <a:avLst/>
              <a:gdLst/>
              <a:ahLst/>
              <a:cxnLst/>
              <a:rect l="l" t="t" r="r" b="b"/>
              <a:pathLst>
                <a:path w="772" h="1128" extrusionOk="0">
                  <a:moveTo>
                    <a:pt x="522" y="653"/>
                  </a:moveTo>
                  <a:cubicBezTo>
                    <a:pt x="582" y="546"/>
                    <a:pt x="665" y="463"/>
                    <a:pt x="771" y="416"/>
                  </a:cubicBezTo>
                  <a:lnTo>
                    <a:pt x="653" y="1"/>
                  </a:lnTo>
                  <a:cubicBezTo>
                    <a:pt x="451" y="96"/>
                    <a:pt x="273" y="238"/>
                    <a:pt x="155" y="463"/>
                  </a:cubicBezTo>
                  <a:cubicBezTo>
                    <a:pt x="36" y="665"/>
                    <a:pt x="0" y="926"/>
                    <a:pt x="48" y="1127"/>
                  </a:cubicBezTo>
                  <a:lnTo>
                    <a:pt x="463" y="1009"/>
                  </a:lnTo>
                  <a:cubicBezTo>
                    <a:pt x="451" y="878"/>
                    <a:pt x="463" y="760"/>
                    <a:pt x="522" y="65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4"/>
            <p:cNvSpPr/>
            <p:nvPr/>
          </p:nvSpPr>
          <p:spPr>
            <a:xfrm>
              <a:off x="7191038" y="2573302"/>
              <a:ext cx="84864" cy="122725"/>
            </a:xfrm>
            <a:custGeom>
              <a:avLst/>
              <a:gdLst/>
              <a:ahLst/>
              <a:cxnLst/>
              <a:rect l="l" t="t" r="r" b="b"/>
              <a:pathLst>
                <a:path w="771" h="1115" extrusionOk="0">
                  <a:moveTo>
                    <a:pt x="724" y="0"/>
                  </a:moveTo>
                  <a:lnTo>
                    <a:pt x="308" y="119"/>
                  </a:lnTo>
                  <a:cubicBezTo>
                    <a:pt x="320" y="237"/>
                    <a:pt x="308" y="356"/>
                    <a:pt x="249" y="463"/>
                  </a:cubicBezTo>
                  <a:cubicBezTo>
                    <a:pt x="190" y="569"/>
                    <a:pt x="107" y="652"/>
                    <a:pt x="0" y="700"/>
                  </a:cubicBezTo>
                  <a:lnTo>
                    <a:pt x="119" y="1115"/>
                  </a:lnTo>
                  <a:cubicBezTo>
                    <a:pt x="320" y="1032"/>
                    <a:pt x="498" y="878"/>
                    <a:pt x="617" y="652"/>
                  </a:cubicBezTo>
                  <a:cubicBezTo>
                    <a:pt x="735" y="463"/>
                    <a:pt x="771" y="225"/>
                    <a:pt x="72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4"/>
            <p:cNvSpPr/>
            <p:nvPr/>
          </p:nvSpPr>
          <p:spPr>
            <a:xfrm>
              <a:off x="7060495" y="2624153"/>
              <a:ext cx="124049" cy="84972"/>
            </a:xfrm>
            <a:custGeom>
              <a:avLst/>
              <a:gdLst/>
              <a:ahLst/>
              <a:cxnLst/>
              <a:rect l="l" t="t" r="r" b="b"/>
              <a:pathLst>
                <a:path w="1127" h="772" extrusionOk="0">
                  <a:moveTo>
                    <a:pt x="652" y="250"/>
                  </a:moveTo>
                  <a:cubicBezTo>
                    <a:pt x="546" y="190"/>
                    <a:pt x="463" y="107"/>
                    <a:pt x="415" y="1"/>
                  </a:cubicBezTo>
                  <a:lnTo>
                    <a:pt x="0" y="119"/>
                  </a:lnTo>
                  <a:cubicBezTo>
                    <a:pt x="83" y="333"/>
                    <a:pt x="237" y="511"/>
                    <a:pt x="463" y="629"/>
                  </a:cubicBezTo>
                  <a:cubicBezTo>
                    <a:pt x="664" y="748"/>
                    <a:pt x="913" y="772"/>
                    <a:pt x="1127" y="724"/>
                  </a:cubicBezTo>
                  <a:lnTo>
                    <a:pt x="1008" y="309"/>
                  </a:lnTo>
                  <a:cubicBezTo>
                    <a:pt x="878" y="333"/>
                    <a:pt x="759" y="309"/>
                    <a:pt x="652" y="25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4"/>
            <p:cNvSpPr/>
            <p:nvPr/>
          </p:nvSpPr>
          <p:spPr>
            <a:xfrm>
              <a:off x="7140076" y="2481835"/>
              <a:ext cx="124159" cy="84972"/>
            </a:xfrm>
            <a:custGeom>
              <a:avLst/>
              <a:gdLst/>
              <a:ahLst/>
              <a:cxnLst/>
              <a:rect l="l" t="t" r="r" b="b"/>
              <a:pathLst>
                <a:path w="1128" h="772" extrusionOk="0">
                  <a:moveTo>
                    <a:pt x="475" y="523"/>
                  </a:moveTo>
                  <a:cubicBezTo>
                    <a:pt x="582" y="582"/>
                    <a:pt x="665" y="677"/>
                    <a:pt x="712" y="772"/>
                  </a:cubicBezTo>
                  <a:lnTo>
                    <a:pt x="1127" y="653"/>
                  </a:lnTo>
                  <a:cubicBezTo>
                    <a:pt x="1044" y="452"/>
                    <a:pt x="890" y="274"/>
                    <a:pt x="665" y="155"/>
                  </a:cubicBezTo>
                  <a:cubicBezTo>
                    <a:pt x="463" y="37"/>
                    <a:pt x="214" y="1"/>
                    <a:pt x="1" y="48"/>
                  </a:cubicBezTo>
                  <a:lnTo>
                    <a:pt x="119" y="464"/>
                  </a:lnTo>
                  <a:cubicBezTo>
                    <a:pt x="238" y="452"/>
                    <a:pt x="368" y="464"/>
                    <a:pt x="475" y="52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4"/>
            <p:cNvSpPr/>
            <p:nvPr/>
          </p:nvSpPr>
          <p:spPr>
            <a:xfrm>
              <a:off x="7128298" y="2562845"/>
              <a:ext cx="65382" cy="66701"/>
            </a:xfrm>
            <a:custGeom>
              <a:avLst/>
              <a:gdLst/>
              <a:ahLst/>
              <a:cxnLst/>
              <a:rect l="l" t="t" r="r" b="b"/>
              <a:pathLst>
                <a:path w="594" h="606" extrusionOk="0">
                  <a:moveTo>
                    <a:pt x="440" y="71"/>
                  </a:moveTo>
                  <a:cubicBezTo>
                    <a:pt x="297" y="0"/>
                    <a:pt x="143" y="60"/>
                    <a:pt x="84" y="178"/>
                  </a:cubicBezTo>
                  <a:cubicBezTo>
                    <a:pt x="1" y="309"/>
                    <a:pt x="60" y="475"/>
                    <a:pt x="179" y="534"/>
                  </a:cubicBezTo>
                  <a:cubicBezTo>
                    <a:pt x="321" y="605"/>
                    <a:pt x="475" y="546"/>
                    <a:pt x="535" y="427"/>
                  </a:cubicBezTo>
                  <a:cubicBezTo>
                    <a:pt x="594" y="309"/>
                    <a:pt x="570" y="131"/>
                    <a:pt x="440" y="7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4"/>
            <p:cNvSpPr/>
            <p:nvPr/>
          </p:nvSpPr>
          <p:spPr>
            <a:xfrm>
              <a:off x="7452124" y="2245631"/>
              <a:ext cx="312048" cy="312041"/>
            </a:xfrm>
            <a:custGeom>
              <a:avLst/>
              <a:gdLst/>
              <a:ahLst/>
              <a:cxnLst/>
              <a:rect l="l" t="t" r="r" b="b"/>
              <a:pathLst>
                <a:path w="2835" h="2835" extrusionOk="0">
                  <a:moveTo>
                    <a:pt x="2799" y="1459"/>
                  </a:moveTo>
                  <a:cubicBezTo>
                    <a:pt x="2787" y="2230"/>
                    <a:pt x="2135" y="2835"/>
                    <a:pt x="1376" y="2799"/>
                  </a:cubicBezTo>
                  <a:cubicBezTo>
                    <a:pt x="605" y="2787"/>
                    <a:pt x="0" y="2135"/>
                    <a:pt x="24" y="1376"/>
                  </a:cubicBezTo>
                  <a:cubicBezTo>
                    <a:pt x="48" y="605"/>
                    <a:pt x="700" y="0"/>
                    <a:pt x="1447" y="36"/>
                  </a:cubicBezTo>
                  <a:cubicBezTo>
                    <a:pt x="2218" y="60"/>
                    <a:pt x="2835" y="700"/>
                    <a:pt x="2799" y="145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4"/>
            <p:cNvSpPr/>
            <p:nvPr/>
          </p:nvSpPr>
          <p:spPr>
            <a:xfrm>
              <a:off x="7505618" y="2288667"/>
              <a:ext cx="206381" cy="225969"/>
            </a:xfrm>
            <a:custGeom>
              <a:avLst/>
              <a:gdLst/>
              <a:ahLst/>
              <a:cxnLst/>
              <a:rect l="l" t="t" r="r" b="b"/>
              <a:pathLst>
                <a:path w="1875" h="2053" extrusionOk="0">
                  <a:moveTo>
                    <a:pt x="961" y="13"/>
                  </a:moveTo>
                  <a:cubicBezTo>
                    <a:pt x="463" y="1"/>
                    <a:pt x="36" y="392"/>
                    <a:pt x="12" y="902"/>
                  </a:cubicBezTo>
                  <a:lnTo>
                    <a:pt x="12" y="1092"/>
                  </a:lnTo>
                  <a:cubicBezTo>
                    <a:pt x="0" y="1602"/>
                    <a:pt x="404" y="2029"/>
                    <a:pt x="902" y="2041"/>
                  </a:cubicBezTo>
                  <a:cubicBezTo>
                    <a:pt x="1412" y="2052"/>
                    <a:pt x="1839" y="1661"/>
                    <a:pt x="1850" y="1151"/>
                  </a:cubicBezTo>
                  <a:lnTo>
                    <a:pt x="1850" y="961"/>
                  </a:lnTo>
                  <a:cubicBezTo>
                    <a:pt x="1874" y="451"/>
                    <a:pt x="1471" y="24"/>
                    <a:pt x="961" y="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4"/>
            <p:cNvSpPr/>
            <p:nvPr/>
          </p:nvSpPr>
          <p:spPr>
            <a:xfrm>
              <a:off x="7505618" y="2288667"/>
              <a:ext cx="206381" cy="205056"/>
            </a:xfrm>
            <a:custGeom>
              <a:avLst/>
              <a:gdLst/>
              <a:ahLst/>
              <a:cxnLst/>
              <a:rect l="l" t="t" r="r" b="b"/>
              <a:pathLst>
                <a:path w="1875" h="1863" extrusionOk="0">
                  <a:moveTo>
                    <a:pt x="1850" y="961"/>
                  </a:moveTo>
                  <a:cubicBezTo>
                    <a:pt x="1839" y="1459"/>
                    <a:pt x="1412" y="1863"/>
                    <a:pt x="902" y="1851"/>
                  </a:cubicBezTo>
                  <a:cubicBezTo>
                    <a:pt x="404" y="1839"/>
                    <a:pt x="0" y="1400"/>
                    <a:pt x="12" y="902"/>
                  </a:cubicBezTo>
                  <a:cubicBezTo>
                    <a:pt x="24" y="392"/>
                    <a:pt x="463" y="1"/>
                    <a:pt x="961" y="13"/>
                  </a:cubicBezTo>
                  <a:cubicBezTo>
                    <a:pt x="1471" y="24"/>
                    <a:pt x="1874" y="451"/>
                    <a:pt x="1850" y="96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4"/>
            <p:cNvSpPr/>
            <p:nvPr/>
          </p:nvSpPr>
          <p:spPr>
            <a:xfrm>
              <a:off x="7304520" y="2822604"/>
              <a:ext cx="101925" cy="101923"/>
            </a:xfrm>
            <a:custGeom>
              <a:avLst/>
              <a:gdLst/>
              <a:ahLst/>
              <a:cxnLst/>
              <a:rect l="l" t="t" r="r" b="b"/>
              <a:pathLst>
                <a:path w="926" h="926" extrusionOk="0">
                  <a:moveTo>
                    <a:pt x="926" y="463"/>
                  </a:moveTo>
                  <a:cubicBezTo>
                    <a:pt x="926" y="724"/>
                    <a:pt x="713" y="925"/>
                    <a:pt x="463" y="925"/>
                  </a:cubicBezTo>
                  <a:cubicBezTo>
                    <a:pt x="214" y="925"/>
                    <a:pt x="1" y="724"/>
                    <a:pt x="1" y="463"/>
                  </a:cubicBezTo>
                  <a:cubicBezTo>
                    <a:pt x="1" y="214"/>
                    <a:pt x="214" y="0"/>
                    <a:pt x="463" y="0"/>
                  </a:cubicBezTo>
                  <a:cubicBezTo>
                    <a:pt x="713" y="0"/>
                    <a:pt x="926" y="214"/>
                    <a:pt x="926" y="4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4"/>
            <p:cNvSpPr/>
            <p:nvPr/>
          </p:nvSpPr>
          <p:spPr>
            <a:xfrm>
              <a:off x="7326754" y="2843517"/>
              <a:ext cx="61419" cy="61418"/>
            </a:xfrm>
            <a:custGeom>
              <a:avLst/>
              <a:gdLst/>
              <a:ahLst/>
              <a:cxnLst/>
              <a:rect l="l" t="t" r="r" b="b"/>
              <a:pathLst>
                <a:path w="558" h="558" extrusionOk="0">
                  <a:moveTo>
                    <a:pt x="558" y="273"/>
                  </a:moveTo>
                  <a:cubicBezTo>
                    <a:pt x="558" y="439"/>
                    <a:pt x="427" y="558"/>
                    <a:pt x="273" y="558"/>
                  </a:cubicBezTo>
                  <a:cubicBezTo>
                    <a:pt x="119" y="558"/>
                    <a:pt x="1" y="427"/>
                    <a:pt x="1" y="273"/>
                  </a:cubicBezTo>
                  <a:cubicBezTo>
                    <a:pt x="1" y="119"/>
                    <a:pt x="131" y="0"/>
                    <a:pt x="273" y="0"/>
                  </a:cubicBezTo>
                  <a:cubicBezTo>
                    <a:pt x="427" y="0"/>
                    <a:pt x="558" y="119"/>
                    <a:pt x="558" y="27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4"/>
            <p:cNvSpPr/>
            <p:nvPr/>
          </p:nvSpPr>
          <p:spPr>
            <a:xfrm>
              <a:off x="7168804" y="2893048"/>
              <a:ext cx="101925" cy="101923"/>
            </a:xfrm>
            <a:custGeom>
              <a:avLst/>
              <a:gdLst/>
              <a:ahLst/>
              <a:cxnLst/>
              <a:rect l="l" t="t" r="r" b="b"/>
              <a:pathLst>
                <a:path w="926" h="926" extrusionOk="0">
                  <a:moveTo>
                    <a:pt x="926" y="463"/>
                  </a:moveTo>
                  <a:cubicBezTo>
                    <a:pt x="926" y="712"/>
                    <a:pt x="724" y="926"/>
                    <a:pt x="463" y="926"/>
                  </a:cubicBezTo>
                  <a:cubicBezTo>
                    <a:pt x="214" y="926"/>
                    <a:pt x="0" y="712"/>
                    <a:pt x="0" y="463"/>
                  </a:cubicBezTo>
                  <a:cubicBezTo>
                    <a:pt x="0" y="214"/>
                    <a:pt x="214" y="1"/>
                    <a:pt x="463" y="1"/>
                  </a:cubicBezTo>
                  <a:cubicBezTo>
                    <a:pt x="724" y="1"/>
                    <a:pt x="926" y="214"/>
                    <a:pt x="926" y="4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4"/>
            <p:cNvSpPr/>
            <p:nvPr/>
          </p:nvSpPr>
          <p:spPr>
            <a:xfrm>
              <a:off x="7188396" y="2912640"/>
              <a:ext cx="62740" cy="62738"/>
            </a:xfrm>
            <a:custGeom>
              <a:avLst/>
              <a:gdLst/>
              <a:ahLst/>
              <a:cxnLst/>
              <a:rect l="l" t="t" r="r" b="b"/>
              <a:pathLst>
                <a:path w="570" h="570" extrusionOk="0">
                  <a:moveTo>
                    <a:pt x="570" y="285"/>
                  </a:moveTo>
                  <a:cubicBezTo>
                    <a:pt x="570" y="451"/>
                    <a:pt x="439" y="570"/>
                    <a:pt x="285" y="570"/>
                  </a:cubicBezTo>
                  <a:cubicBezTo>
                    <a:pt x="131" y="570"/>
                    <a:pt x="0" y="428"/>
                    <a:pt x="0" y="285"/>
                  </a:cubicBezTo>
                  <a:cubicBezTo>
                    <a:pt x="0" y="131"/>
                    <a:pt x="143" y="1"/>
                    <a:pt x="285" y="1"/>
                  </a:cubicBezTo>
                  <a:cubicBezTo>
                    <a:pt x="439" y="1"/>
                    <a:pt x="570" y="131"/>
                    <a:pt x="570" y="28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4"/>
            <p:cNvSpPr/>
            <p:nvPr/>
          </p:nvSpPr>
          <p:spPr>
            <a:xfrm>
              <a:off x="6490002" y="1283531"/>
              <a:ext cx="890356" cy="425741"/>
            </a:xfrm>
            <a:custGeom>
              <a:avLst/>
              <a:gdLst/>
              <a:ahLst/>
              <a:cxnLst/>
              <a:rect l="l" t="t" r="r" b="b"/>
              <a:pathLst>
                <a:path w="8089" h="3868" extrusionOk="0">
                  <a:moveTo>
                    <a:pt x="439" y="3511"/>
                  </a:moveTo>
                  <a:lnTo>
                    <a:pt x="7626" y="357"/>
                  </a:lnTo>
                  <a:cubicBezTo>
                    <a:pt x="7780" y="297"/>
                    <a:pt x="7935" y="274"/>
                    <a:pt x="8089" y="309"/>
                  </a:cubicBezTo>
                  <a:cubicBezTo>
                    <a:pt x="7899" y="84"/>
                    <a:pt x="7567" y="1"/>
                    <a:pt x="7270" y="131"/>
                  </a:cubicBezTo>
                  <a:lnTo>
                    <a:pt x="463" y="3108"/>
                  </a:lnTo>
                  <a:cubicBezTo>
                    <a:pt x="166" y="3238"/>
                    <a:pt x="0" y="3559"/>
                    <a:pt x="48" y="3867"/>
                  </a:cubicBezTo>
                  <a:cubicBezTo>
                    <a:pt x="143" y="3701"/>
                    <a:pt x="261" y="3582"/>
                    <a:pt x="439" y="351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4"/>
            <p:cNvSpPr/>
            <p:nvPr/>
          </p:nvSpPr>
          <p:spPr>
            <a:xfrm>
              <a:off x="6826816" y="1483303"/>
              <a:ext cx="275505" cy="154094"/>
            </a:xfrm>
            <a:custGeom>
              <a:avLst/>
              <a:gdLst/>
              <a:ahLst/>
              <a:cxnLst/>
              <a:rect l="l" t="t" r="r" b="b"/>
              <a:pathLst>
                <a:path w="2503" h="1400" extrusionOk="0">
                  <a:moveTo>
                    <a:pt x="2171" y="60"/>
                  </a:moveTo>
                  <a:lnTo>
                    <a:pt x="166" y="937"/>
                  </a:lnTo>
                  <a:cubicBezTo>
                    <a:pt x="60" y="985"/>
                    <a:pt x="0" y="1115"/>
                    <a:pt x="48" y="1234"/>
                  </a:cubicBezTo>
                  <a:cubicBezTo>
                    <a:pt x="83" y="1340"/>
                    <a:pt x="226" y="1400"/>
                    <a:pt x="344" y="1352"/>
                  </a:cubicBezTo>
                  <a:lnTo>
                    <a:pt x="2348" y="475"/>
                  </a:lnTo>
                  <a:cubicBezTo>
                    <a:pt x="2443" y="439"/>
                    <a:pt x="2503" y="297"/>
                    <a:pt x="2467" y="178"/>
                  </a:cubicBezTo>
                  <a:cubicBezTo>
                    <a:pt x="2408" y="60"/>
                    <a:pt x="2265" y="0"/>
                    <a:pt x="2171" y="6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4"/>
            <p:cNvSpPr/>
            <p:nvPr/>
          </p:nvSpPr>
          <p:spPr>
            <a:xfrm>
              <a:off x="6845088" y="1500254"/>
              <a:ext cx="238962" cy="120194"/>
            </a:xfrm>
            <a:custGeom>
              <a:avLst/>
              <a:gdLst/>
              <a:ahLst/>
              <a:cxnLst/>
              <a:rect l="l" t="t" r="r" b="b"/>
              <a:pathLst>
                <a:path w="2171" h="1092" extrusionOk="0">
                  <a:moveTo>
                    <a:pt x="2005" y="12"/>
                  </a:moveTo>
                  <a:lnTo>
                    <a:pt x="83" y="854"/>
                  </a:lnTo>
                  <a:cubicBezTo>
                    <a:pt x="24" y="890"/>
                    <a:pt x="0" y="949"/>
                    <a:pt x="24" y="1009"/>
                  </a:cubicBezTo>
                  <a:cubicBezTo>
                    <a:pt x="60" y="1068"/>
                    <a:pt x="119" y="1092"/>
                    <a:pt x="178" y="1068"/>
                  </a:cubicBezTo>
                  <a:lnTo>
                    <a:pt x="2088" y="226"/>
                  </a:lnTo>
                  <a:cubicBezTo>
                    <a:pt x="2147" y="190"/>
                    <a:pt x="2171" y="131"/>
                    <a:pt x="2147" y="72"/>
                  </a:cubicBezTo>
                  <a:cubicBezTo>
                    <a:pt x="2123" y="24"/>
                    <a:pt x="2064" y="0"/>
                    <a:pt x="2005" y="1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950;p39">
            <a:extLst>
              <a:ext uri="{FF2B5EF4-FFF2-40B4-BE49-F238E27FC236}">
                <a16:creationId xmlns:a16="http://schemas.microsoft.com/office/drawing/2014/main" id="{5EF631DB-DB83-797D-5082-23CCC6CBACE2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7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041;p42">
            <a:extLst>
              <a:ext uri="{FF2B5EF4-FFF2-40B4-BE49-F238E27FC236}">
                <a16:creationId xmlns:a16="http://schemas.microsoft.com/office/drawing/2014/main" id="{D6D3EADF-71B3-20A6-B178-3651B3E0424F}"/>
              </a:ext>
            </a:extLst>
          </p:cNvPr>
          <p:cNvSpPr/>
          <p:nvPr/>
        </p:nvSpPr>
        <p:spPr>
          <a:xfrm>
            <a:off x="7201558" y="1210750"/>
            <a:ext cx="846156" cy="846156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041;p42">
            <a:extLst>
              <a:ext uri="{FF2B5EF4-FFF2-40B4-BE49-F238E27FC236}">
                <a16:creationId xmlns:a16="http://schemas.microsoft.com/office/drawing/2014/main" id="{9101B7F0-B374-968E-B576-907DBC7CA7C8}"/>
              </a:ext>
            </a:extLst>
          </p:cNvPr>
          <p:cNvSpPr/>
          <p:nvPr/>
        </p:nvSpPr>
        <p:spPr>
          <a:xfrm>
            <a:off x="5164975" y="1187594"/>
            <a:ext cx="846156" cy="846156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041;p42">
            <a:extLst>
              <a:ext uri="{FF2B5EF4-FFF2-40B4-BE49-F238E27FC236}">
                <a16:creationId xmlns:a16="http://schemas.microsoft.com/office/drawing/2014/main" id="{372DD5C1-FF8D-34A2-10E0-A4F3DA3F7D6D}"/>
              </a:ext>
            </a:extLst>
          </p:cNvPr>
          <p:cNvSpPr/>
          <p:nvPr/>
        </p:nvSpPr>
        <p:spPr>
          <a:xfrm>
            <a:off x="3132871" y="1204592"/>
            <a:ext cx="846156" cy="846156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42"/>
          <p:cNvSpPr txBox="1">
            <a:spLocks noGrp="1"/>
          </p:cNvSpPr>
          <p:nvPr>
            <p:ph type="title"/>
          </p:nvPr>
        </p:nvSpPr>
        <p:spPr>
          <a:xfrm>
            <a:off x="720000" y="483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Công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cụ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và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nền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tảng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phát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triển</a:t>
            </a:r>
            <a:endParaRPr lang="en-US" sz="3400" dirty="0">
              <a:latin typeface="+mj-lt"/>
            </a:endParaRPr>
          </a:p>
        </p:txBody>
      </p:sp>
      <p:sp>
        <p:nvSpPr>
          <p:cNvPr id="1041" name="Google Shape;1041;p42"/>
          <p:cNvSpPr/>
          <p:nvPr/>
        </p:nvSpPr>
        <p:spPr>
          <a:xfrm>
            <a:off x="1129079" y="1187594"/>
            <a:ext cx="846156" cy="846156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Image 0" descr="/home/claude/assets/image2.png">
            <a:extLst>
              <a:ext uri="{FF2B5EF4-FFF2-40B4-BE49-F238E27FC236}">
                <a16:creationId xmlns:a16="http://schemas.microsoft.com/office/drawing/2014/main" id="{57F50DF1-7278-95E8-A230-645D6C4B4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935" y="1239450"/>
            <a:ext cx="742444" cy="742444"/>
          </a:xfrm>
          <a:prstGeom prst="rect">
            <a:avLst/>
          </a:prstGeom>
        </p:spPr>
      </p:pic>
      <p:pic>
        <p:nvPicPr>
          <p:cNvPr id="11" name="Image 2" descr="/home/claude/assets/image4.jpeg">
            <a:extLst>
              <a:ext uri="{FF2B5EF4-FFF2-40B4-BE49-F238E27FC236}">
                <a16:creationId xmlns:a16="http://schemas.microsoft.com/office/drawing/2014/main" id="{032E0DBD-5282-0472-D444-C7A0F4B80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87711" y="1305036"/>
            <a:ext cx="673849" cy="676858"/>
          </a:xfrm>
          <a:prstGeom prst="rect">
            <a:avLst/>
          </a:prstGeom>
        </p:spPr>
      </p:pic>
      <p:pic>
        <p:nvPicPr>
          <p:cNvPr id="15" name="Image 3" descr="/home/claude/assets/image5.jpeg">
            <a:extLst>
              <a:ext uri="{FF2B5EF4-FFF2-40B4-BE49-F238E27FC236}">
                <a16:creationId xmlns:a16="http://schemas.microsoft.com/office/drawing/2014/main" id="{DF59BE6D-32D2-BCA5-8E4C-5BE4B2249C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01080" y="1333175"/>
            <a:ext cx="573945" cy="573945"/>
          </a:xfrm>
          <a:prstGeom prst="rect">
            <a:avLst/>
          </a:prstGeom>
        </p:spPr>
      </p:pic>
      <p:pic>
        <p:nvPicPr>
          <p:cNvPr id="18" name="Image 1" descr="/home/claude/assets/image3.jpeg">
            <a:extLst>
              <a:ext uri="{FF2B5EF4-FFF2-40B4-BE49-F238E27FC236}">
                <a16:creationId xmlns:a16="http://schemas.microsoft.com/office/drawing/2014/main" id="{073ABD81-A5E6-A60F-8E3D-ECA573E42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1454" y="1333175"/>
            <a:ext cx="588990" cy="588990"/>
          </a:xfrm>
          <a:prstGeom prst="rect">
            <a:avLst/>
          </a:prstGeom>
        </p:spPr>
      </p:pic>
      <p:sp>
        <p:nvSpPr>
          <p:cNvPr id="1026" name="Shape 2">
            <a:extLst>
              <a:ext uri="{FF2B5EF4-FFF2-40B4-BE49-F238E27FC236}">
                <a16:creationId xmlns:a16="http://schemas.microsoft.com/office/drawing/2014/main" id="{1FF5F25F-962D-C07A-AD0D-6B01C707D4DA}"/>
              </a:ext>
            </a:extLst>
          </p:cNvPr>
          <p:cNvSpPr/>
          <p:nvPr/>
        </p:nvSpPr>
        <p:spPr>
          <a:xfrm>
            <a:off x="451846" y="2233066"/>
            <a:ext cx="2021149" cy="211755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28" name="Shape 2">
            <a:extLst>
              <a:ext uri="{FF2B5EF4-FFF2-40B4-BE49-F238E27FC236}">
                <a16:creationId xmlns:a16="http://schemas.microsoft.com/office/drawing/2014/main" id="{D4D631FF-458A-1DC1-66FA-0F5553D290C0}"/>
              </a:ext>
            </a:extLst>
          </p:cNvPr>
          <p:cNvSpPr/>
          <p:nvPr/>
        </p:nvSpPr>
        <p:spPr>
          <a:xfrm>
            <a:off x="2515320" y="2233067"/>
            <a:ext cx="2021149" cy="211755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0" name="Shape 2">
            <a:extLst>
              <a:ext uri="{FF2B5EF4-FFF2-40B4-BE49-F238E27FC236}">
                <a16:creationId xmlns:a16="http://schemas.microsoft.com/office/drawing/2014/main" id="{9670ABD1-5942-89AF-828B-64D2EF18079C}"/>
              </a:ext>
            </a:extLst>
          </p:cNvPr>
          <p:cNvSpPr/>
          <p:nvPr/>
        </p:nvSpPr>
        <p:spPr>
          <a:xfrm>
            <a:off x="4578794" y="2233066"/>
            <a:ext cx="2021149" cy="211755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2" name="Shape 2">
            <a:extLst>
              <a:ext uri="{FF2B5EF4-FFF2-40B4-BE49-F238E27FC236}">
                <a16:creationId xmlns:a16="http://schemas.microsoft.com/office/drawing/2014/main" id="{AC12D8FC-CCE2-C2A6-B0E2-60AE2D014E92}"/>
              </a:ext>
            </a:extLst>
          </p:cNvPr>
          <p:cNvSpPr/>
          <p:nvPr/>
        </p:nvSpPr>
        <p:spPr>
          <a:xfrm>
            <a:off x="6657788" y="2233066"/>
            <a:ext cx="2021149" cy="211755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142F2C52-C830-CD47-7CB8-4D63B74834FC}"/>
              </a:ext>
            </a:extLst>
          </p:cNvPr>
          <p:cNvSpPr txBox="1"/>
          <p:nvPr/>
        </p:nvSpPr>
        <p:spPr>
          <a:xfrm>
            <a:off x="672888" y="2281226"/>
            <a:ext cx="1758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RPG Maker MV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57A5D1C8-4B0A-BFA6-C31E-0B3EF3F44DFA}"/>
              </a:ext>
            </a:extLst>
          </p:cNvPr>
          <p:cNvSpPr txBox="1"/>
          <p:nvPr/>
        </p:nvSpPr>
        <p:spPr>
          <a:xfrm>
            <a:off x="451846" y="2636890"/>
            <a:ext cx="2064747" cy="141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Game Engine 2D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nền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JavaScript,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trúc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mở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cho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phép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tích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hợp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Plugin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thay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đổi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hệ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lõi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53" name="Text 8">
            <a:extLst>
              <a:ext uri="{FF2B5EF4-FFF2-40B4-BE49-F238E27FC236}">
                <a16:creationId xmlns:a16="http://schemas.microsoft.com/office/drawing/2014/main" id="{3762ED7C-2F86-7B78-7F62-122FE1D07370}"/>
              </a:ext>
            </a:extLst>
          </p:cNvPr>
          <p:cNvSpPr/>
          <p:nvPr/>
        </p:nvSpPr>
        <p:spPr>
          <a:xfrm>
            <a:off x="2694037" y="2221827"/>
            <a:ext cx="17539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QPlugins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055" name="Text 9">
            <a:extLst>
              <a:ext uri="{FF2B5EF4-FFF2-40B4-BE49-F238E27FC236}">
                <a16:creationId xmlns:a16="http://schemas.microsoft.com/office/drawing/2014/main" id="{B3CB2EC4-A7B5-5107-CE67-99E12C5FF862}"/>
              </a:ext>
            </a:extLst>
          </p:cNvPr>
          <p:cNvSpPr/>
          <p:nvPr/>
        </p:nvSpPr>
        <p:spPr>
          <a:xfrm>
            <a:off x="2730613" y="2644521"/>
            <a:ext cx="169759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Bộ mã nguồn mở QMovement, QABS,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QSprite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tái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cấu trúc cơ chế di chuyển &amp; chiến đấu.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57" name="Text 12">
            <a:extLst>
              <a:ext uri="{FF2B5EF4-FFF2-40B4-BE49-F238E27FC236}">
                <a16:creationId xmlns:a16="http://schemas.microsoft.com/office/drawing/2014/main" id="{8299689D-48FD-E32A-B08B-934557D45560}"/>
              </a:ext>
            </a:extLst>
          </p:cNvPr>
          <p:cNvSpPr/>
          <p:nvPr/>
        </p:nvSpPr>
        <p:spPr>
          <a:xfrm>
            <a:off x="6730750" y="2236287"/>
            <a:ext cx="184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Aseprite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059" name="Text 13">
            <a:extLst>
              <a:ext uri="{FF2B5EF4-FFF2-40B4-BE49-F238E27FC236}">
                <a16:creationId xmlns:a16="http://schemas.microsoft.com/office/drawing/2014/main" id="{3962864C-0229-930D-01DA-B8D0A8B6B572}"/>
              </a:ext>
            </a:extLst>
          </p:cNvPr>
          <p:cNvSpPr/>
          <p:nvPr/>
        </p:nvSpPr>
        <p:spPr>
          <a:xfrm>
            <a:off x="6767326" y="2658981"/>
            <a:ext cx="1787481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Vẽ, chỉnh sửa Pixel Art và xuất tọa độ khung hình .json cho QSprite.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61" name="Text 16">
            <a:extLst>
              <a:ext uri="{FF2B5EF4-FFF2-40B4-BE49-F238E27FC236}">
                <a16:creationId xmlns:a16="http://schemas.microsoft.com/office/drawing/2014/main" id="{BF8736B3-1DB8-0E3E-C6A8-A800E3435A97}"/>
              </a:ext>
            </a:extLst>
          </p:cNvPr>
          <p:cNvSpPr/>
          <p:nvPr/>
        </p:nvSpPr>
        <p:spPr>
          <a:xfrm>
            <a:off x="4466366" y="2223983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Audacity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063" name="Text 17">
            <a:extLst>
              <a:ext uri="{FF2B5EF4-FFF2-40B4-BE49-F238E27FC236}">
                <a16:creationId xmlns:a16="http://schemas.microsoft.com/office/drawing/2014/main" id="{9305D1A0-6875-D16F-4B03-3952E732F59F}"/>
              </a:ext>
            </a:extLst>
          </p:cNvPr>
          <p:cNvSpPr/>
          <p:nvPr/>
        </p:nvSpPr>
        <p:spPr>
          <a:xfrm>
            <a:off x="4761477" y="2658981"/>
            <a:ext cx="169759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Cắt ghép, khử khoảng lặng và định dạng hiệu ứng âm thanh .ogg.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65" name="Google Shape;950;p39">
            <a:extLst>
              <a:ext uri="{FF2B5EF4-FFF2-40B4-BE49-F238E27FC236}">
                <a16:creationId xmlns:a16="http://schemas.microsoft.com/office/drawing/2014/main" id="{67CE29B4-4F56-409E-A040-5219EBBDAC1C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>
          <a:extLst>
            <a:ext uri="{FF2B5EF4-FFF2-40B4-BE49-F238E27FC236}">
              <a16:creationId xmlns:a16="http://schemas.microsoft.com/office/drawing/2014/main" id="{F6E19C69-D39E-82B1-C045-12AD2DD54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">
            <a:extLst>
              <a:ext uri="{FF2B5EF4-FFF2-40B4-BE49-F238E27FC236}">
                <a16:creationId xmlns:a16="http://schemas.microsoft.com/office/drawing/2014/main" id="{06DA7AE2-123D-C5FD-E464-1F4F992A992B}"/>
              </a:ext>
            </a:extLst>
          </p:cNvPr>
          <p:cNvSpPr/>
          <p:nvPr/>
        </p:nvSpPr>
        <p:spPr>
          <a:xfrm>
            <a:off x="4625539" y="1242281"/>
            <a:ext cx="3790244" cy="325449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652DD93-6330-0D30-7352-F3C5DFC088AD}"/>
              </a:ext>
            </a:extLst>
          </p:cNvPr>
          <p:cNvSpPr/>
          <p:nvPr/>
        </p:nvSpPr>
        <p:spPr>
          <a:xfrm>
            <a:off x="793170" y="1242281"/>
            <a:ext cx="3790244" cy="325449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36" name="Google Shape;1136;p45">
            <a:extLst>
              <a:ext uri="{FF2B5EF4-FFF2-40B4-BE49-F238E27FC236}">
                <a16:creationId xmlns:a16="http://schemas.microsoft.com/office/drawing/2014/main" id="{BAB0D08B-9A1D-AA33-3EE2-8A00E7ABF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9448" y="532203"/>
            <a:ext cx="8734552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Hitbox, </a:t>
            </a:r>
            <a:r>
              <a:rPr lang="en-US" sz="28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Hurtbox</a:t>
            </a:r>
            <a:r>
              <a:rPr lang="en-US" sz="28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8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và</a:t>
            </a:r>
            <a:r>
              <a:rPr lang="en-US" sz="28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FSM (</a:t>
            </a:r>
            <a:r>
              <a:rPr lang="en-US" sz="28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Máy</a:t>
            </a:r>
            <a:r>
              <a:rPr lang="en-US" sz="28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8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trạng</a:t>
            </a:r>
            <a:r>
              <a:rPr lang="en-US" sz="28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8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thái</a:t>
            </a:r>
            <a:r>
              <a:rPr lang="en-US" sz="28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8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hữu</a:t>
            </a:r>
            <a:r>
              <a:rPr lang="en-US" sz="28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8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hạn</a:t>
            </a:r>
            <a:r>
              <a:rPr lang="en-US" sz="28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)</a:t>
            </a:r>
            <a:endParaRPr lang="en-US" sz="2800" dirty="0">
              <a:latin typeface="+mj-lt"/>
            </a:endParaRPr>
          </a:p>
        </p:txBody>
      </p:sp>
      <p:sp>
        <p:nvSpPr>
          <p:cNvPr id="1137" name="Google Shape;1137;p45">
            <a:extLst>
              <a:ext uri="{FF2B5EF4-FFF2-40B4-BE49-F238E27FC236}">
                <a16:creationId xmlns:a16="http://schemas.microsoft.com/office/drawing/2014/main" id="{21B58983-F91E-23DA-307A-B156B5AA0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5371" y="1242283"/>
            <a:ext cx="3698043" cy="322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en-US" sz="1600" b="1" spc="15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Va </a:t>
            </a:r>
            <a:r>
              <a:rPr lang="en-US" sz="1600" b="1" spc="150" dirty="0" err="1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chạm</a:t>
            </a:r>
            <a:r>
              <a:rPr lang="en-US" sz="1600" b="1" spc="15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50" dirty="0" err="1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chiến</a:t>
            </a:r>
            <a:r>
              <a:rPr lang="en-US" sz="1600" b="1" spc="15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50" dirty="0" err="1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đấu</a:t>
            </a:r>
            <a:endParaRPr lang="en-US" sz="1600" dirty="0">
              <a:latin typeface="+mj-lt"/>
            </a:endParaRP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Hitbox: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vùng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gây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thương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vũ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khí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Hurtbox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vùng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thương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pha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vung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vũ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khí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kích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hoạt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Hitbox →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chiêu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kỹ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hồi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chiêu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(cooldown)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cân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nhịp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trận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đấu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</p:txBody>
      </p:sp>
      <p:sp>
        <p:nvSpPr>
          <p:cNvPr id="1138" name="Google Shape;1138;p45">
            <a:extLst>
              <a:ext uri="{FF2B5EF4-FFF2-40B4-BE49-F238E27FC236}">
                <a16:creationId xmlns:a16="http://schemas.microsoft.com/office/drawing/2014/main" id="{9E3F77FB-9790-D1AF-4A6B-590323287F1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719060" y="1242282"/>
            <a:ext cx="3698042" cy="38824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en-US" sz="1600" b="1" spc="150" dirty="0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600" b="1" spc="150" dirty="0" err="1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600" b="1" spc="150" dirty="0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50" dirty="0" err="1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vật</a:t>
            </a:r>
            <a:r>
              <a:rPr lang="en-US" sz="1600" b="1" spc="150" dirty="0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 FSM</a:t>
            </a: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dirty="0" err="1">
                <a:latin typeface="+mj-lt"/>
              </a:rPr>
              <a:t>Một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mô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hình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tính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toán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mô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tả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hành</a:t>
            </a:r>
            <a:r>
              <a:rPr lang="en-US" sz="1600" dirty="0">
                <a:latin typeface="+mj-lt"/>
              </a:rPr>
              <a:t> vi </a:t>
            </a:r>
            <a:r>
              <a:rPr lang="en-US" sz="1600" dirty="0" err="1">
                <a:latin typeface="+mj-lt"/>
              </a:rPr>
              <a:t>của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một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đối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tượng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qua </a:t>
            </a:r>
            <a:r>
              <a:rPr lang="en-US" sz="1600" dirty="0" err="1">
                <a:latin typeface="+mj-lt"/>
              </a:rPr>
              <a:t>một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số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lượng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hữu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hạn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các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trạng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thái</a:t>
            </a:r>
            <a:r>
              <a:rPr lang="en-US" sz="1600" dirty="0">
                <a:latin typeface="+mj-lt"/>
              </a:rPr>
              <a:t>, </a:t>
            </a:r>
            <a:r>
              <a:rPr lang="en-US" sz="1600" dirty="0" err="1">
                <a:latin typeface="+mj-lt"/>
              </a:rPr>
              <a:t>trong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đó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tại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một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thời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điểm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đối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tượng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chỉ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tồn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tại</a:t>
            </a:r>
            <a:r>
              <a:rPr lang="en-US" sz="1600" dirty="0">
                <a:latin typeface="+mj-lt"/>
              </a:rPr>
              <a:t> ở </a:t>
            </a:r>
            <a:r>
              <a:rPr lang="en-US" sz="1600" dirty="0" err="1">
                <a:latin typeface="+mj-lt"/>
              </a:rPr>
              <a:t>đúng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một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trạng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thái</a:t>
            </a:r>
            <a:r>
              <a:rPr lang="en-US" sz="1600" dirty="0">
                <a:latin typeface="+mj-lt"/>
              </a:rPr>
              <a:t>. </a:t>
            </a: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dirty="0">
                <a:latin typeface="+mj-lt"/>
              </a:rPr>
              <a:t>Các </a:t>
            </a:r>
            <a:r>
              <a:rPr lang="en-US" sz="1600" dirty="0" err="1">
                <a:latin typeface="+mj-lt"/>
              </a:rPr>
              <a:t>trạng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thái</a:t>
            </a:r>
            <a:r>
              <a:rPr lang="en-US" sz="1600" dirty="0">
                <a:latin typeface="+mj-lt"/>
              </a:rPr>
              <a:t>: </a:t>
            </a:r>
            <a:r>
              <a:rPr lang="en-US" sz="1600" dirty="0" err="1">
                <a:latin typeface="+mj-lt"/>
              </a:rPr>
              <a:t>Tuần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tra</a:t>
            </a:r>
            <a:r>
              <a:rPr lang="en-US" sz="1600" dirty="0">
                <a:latin typeface="+mj-lt"/>
              </a:rPr>
              <a:t>, </a:t>
            </a:r>
            <a:r>
              <a:rPr lang="en-US" sz="1600" dirty="0" err="1">
                <a:latin typeface="+mj-lt"/>
              </a:rPr>
              <a:t>truy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đuổi</a:t>
            </a:r>
            <a:r>
              <a:rPr lang="en-US" sz="1600" dirty="0">
                <a:latin typeface="+mj-lt"/>
              </a:rPr>
              <a:t>, </a:t>
            </a:r>
            <a:r>
              <a:rPr lang="en-US" sz="1600" dirty="0" err="1">
                <a:latin typeface="+mj-lt"/>
              </a:rPr>
              <a:t>tấn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công</a:t>
            </a:r>
            <a:r>
              <a:rPr lang="en-US" sz="1600" dirty="0">
                <a:latin typeface="+mj-lt"/>
              </a:rPr>
              <a:t>, </a:t>
            </a:r>
            <a:r>
              <a:rPr lang="en-US" sz="1600" dirty="0" err="1">
                <a:latin typeface="+mj-lt"/>
              </a:rPr>
              <a:t>nhận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sát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thương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và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bị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tiêu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diệt</a:t>
            </a:r>
            <a:r>
              <a:rPr lang="en-US" sz="1600" dirty="0">
                <a:latin typeface="+mj-lt"/>
              </a:rPr>
              <a:t>.</a:t>
            </a:r>
          </a:p>
        </p:txBody>
      </p:sp>
      <p:grpSp>
        <p:nvGrpSpPr>
          <p:cNvPr id="1284" name="Google Shape;1891;p68">
            <a:extLst>
              <a:ext uri="{FF2B5EF4-FFF2-40B4-BE49-F238E27FC236}">
                <a16:creationId xmlns:a16="http://schemas.microsoft.com/office/drawing/2014/main" id="{5E839F87-D2D5-2E25-2621-E3CD92872F02}"/>
              </a:ext>
            </a:extLst>
          </p:cNvPr>
          <p:cNvGrpSpPr/>
          <p:nvPr/>
        </p:nvGrpSpPr>
        <p:grpSpPr>
          <a:xfrm>
            <a:off x="8509304" y="3183504"/>
            <a:ext cx="830818" cy="965109"/>
            <a:chOff x="7360162" y="3160500"/>
            <a:chExt cx="1063833" cy="1235788"/>
          </a:xfrm>
        </p:grpSpPr>
        <p:sp>
          <p:nvSpPr>
            <p:cNvPr id="1285" name="Google Shape;1892;p68">
              <a:extLst>
                <a:ext uri="{FF2B5EF4-FFF2-40B4-BE49-F238E27FC236}">
                  <a16:creationId xmlns:a16="http://schemas.microsoft.com/office/drawing/2014/main" id="{D7F88F3E-D688-C1AC-71FD-D4F6827B002D}"/>
                </a:ext>
              </a:extLst>
            </p:cNvPr>
            <p:cNvSpPr/>
            <p:nvPr/>
          </p:nvSpPr>
          <p:spPr>
            <a:xfrm>
              <a:off x="7360162" y="3225702"/>
              <a:ext cx="1063833" cy="1170586"/>
            </a:xfrm>
            <a:custGeom>
              <a:avLst/>
              <a:gdLst/>
              <a:ahLst/>
              <a:cxnLst/>
              <a:rect l="l" t="t" r="r" b="b"/>
              <a:pathLst>
                <a:path w="64067" h="70496" extrusionOk="0">
                  <a:moveTo>
                    <a:pt x="55231" y="9469"/>
                  </a:moveTo>
                  <a:lnTo>
                    <a:pt x="48802" y="3769"/>
                  </a:lnTo>
                  <a:lnTo>
                    <a:pt x="32081" y="0"/>
                  </a:lnTo>
                  <a:lnTo>
                    <a:pt x="15328" y="3706"/>
                  </a:lnTo>
                  <a:lnTo>
                    <a:pt x="8931" y="9406"/>
                  </a:lnTo>
                  <a:cubicBezTo>
                    <a:pt x="8931" y="9406"/>
                    <a:pt x="0" y="61280"/>
                    <a:pt x="20965" y="68310"/>
                  </a:cubicBezTo>
                  <a:cubicBezTo>
                    <a:pt x="26824" y="70305"/>
                    <a:pt x="29864" y="70495"/>
                    <a:pt x="31163" y="70432"/>
                  </a:cubicBezTo>
                  <a:cubicBezTo>
                    <a:pt x="31733" y="70369"/>
                    <a:pt x="32271" y="70369"/>
                    <a:pt x="32873" y="70432"/>
                  </a:cubicBezTo>
                  <a:cubicBezTo>
                    <a:pt x="34203" y="70495"/>
                    <a:pt x="37275" y="70305"/>
                    <a:pt x="43133" y="68374"/>
                  </a:cubicBezTo>
                  <a:cubicBezTo>
                    <a:pt x="64067" y="61343"/>
                    <a:pt x="55231" y="9469"/>
                    <a:pt x="55231" y="94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893;p68">
              <a:extLst>
                <a:ext uri="{FF2B5EF4-FFF2-40B4-BE49-F238E27FC236}">
                  <a16:creationId xmlns:a16="http://schemas.microsoft.com/office/drawing/2014/main" id="{A04AC7D6-3D44-B347-A496-EAC626BE1563}"/>
                </a:ext>
              </a:extLst>
            </p:cNvPr>
            <p:cNvSpPr/>
            <p:nvPr/>
          </p:nvSpPr>
          <p:spPr>
            <a:xfrm>
              <a:off x="7443762" y="3160500"/>
              <a:ext cx="895043" cy="1167962"/>
            </a:xfrm>
            <a:custGeom>
              <a:avLst/>
              <a:gdLst/>
              <a:ahLst/>
              <a:cxnLst/>
              <a:rect l="l" t="t" r="r" b="b"/>
              <a:pathLst>
                <a:path w="53902" h="70338" extrusionOk="0">
                  <a:moveTo>
                    <a:pt x="45382" y="6619"/>
                  </a:moveTo>
                  <a:cubicBezTo>
                    <a:pt x="41962" y="3769"/>
                    <a:pt x="27014" y="0"/>
                    <a:pt x="27014" y="0"/>
                  </a:cubicBezTo>
                  <a:cubicBezTo>
                    <a:pt x="27014" y="0"/>
                    <a:pt x="12003" y="3737"/>
                    <a:pt x="8646" y="6587"/>
                  </a:cubicBezTo>
                  <a:cubicBezTo>
                    <a:pt x="2756" y="36546"/>
                    <a:pt x="1" y="70274"/>
                    <a:pt x="26983" y="70305"/>
                  </a:cubicBezTo>
                  <a:cubicBezTo>
                    <a:pt x="53901" y="70337"/>
                    <a:pt x="51241" y="36578"/>
                    <a:pt x="45382" y="661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894;p68">
              <a:extLst>
                <a:ext uri="{FF2B5EF4-FFF2-40B4-BE49-F238E27FC236}">
                  <a16:creationId xmlns:a16="http://schemas.microsoft.com/office/drawing/2014/main" id="{8E821761-291B-775B-D3C8-83063E758DB3}"/>
                </a:ext>
              </a:extLst>
            </p:cNvPr>
            <p:cNvSpPr/>
            <p:nvPr/>
          </p:nvSpPr>
          <p:spPr>
            <a:xfrm>
              <a:off x="7689847" y="3160500"/>
              <a:ext cx="400728" cy="1120622"/>
            </a:xfrm>
            <a:custGeom>
              <a:avLst/>
              <a:gdLst/>
              <a:ahLst/>
              <a:cxnLst/>
              <a:rect l="l" t="t" r="r" b="b"/>
              <a:pathLst>
                <a:path w="24133" h="67487" extrusionOk="0">
                  <a:moveTo>
                    <a:pt x="23911" y="3484"/>
                  </a:moveTo>
                  <a:cubicBezTo>
                    <a:pt x="18527" y="1584"/>
                    <a:pt x="12130" y="0"/>
                    <a:pt x="12130" y="0"/>
                  </a:cubicBezTo>
                  <a:cubicBezTo>
                    <a:pt x="12130" y="0"/>
                    <a:pt x="5764" y="1584"/>
                    <a:pt x="381" y="3484"/>
                  </a:cubicBezTo>
                  <a:cubicBezTo>
                    <a:pt x="1996" y="7791"/>
                    <a:pt x="5733" y="18210"/>
                    <a:pt x="6810" y="27394"/>
                  </a:cubicBezTo>
                  <a:cubicBezTo>
                    <a:pt x="8235" y="39333"/>
                    <a:pt x="2851" y="51937"/>
                    <a:pt x="1426" y="56181"/>
                  </a:cubicBezTo>
                  <a:cubicBezTo>
                    <a:pt x="1" y="60425"/>
                    <a:pt x="1109" y="67487"/>
                    <a:pt x="12067" y="67487"/>
                  </a:cubicBezTo>
                  <a:cubicBezTo>
                    <a:pt x="23024" y="67487"/>
                    <a:pt x="24133" y="60425"/>
                    <a:pt x="22707" y="56181"/>
                  </a:cubicBezTo>
                  <a:cubicBezTo>
                    <a:pt x="21282" y="51937"/>
                    <a:pt x="15930" y="39365"/>
                    <a:pt x="17355" y="27394"/>
                  </a:cubicBezTo>
                  <a:cubicBezTo>
                    <a:pt x="18559" y="18210"/>
                    <a:pt x="22296" y="7791"/>
                    <a:pt x="23911" y="34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895;p68">
              <a:extLst>
                <a:ext uri="{FF2B5EF4-FFF2-40B4-BE49-F238E27FC236}">
                  <a16:creationId xmlns:a16="http://schemas.microsoft.com/office/drawing/2014/main" id="{CDBFA4CC-6694-8EE4-D616-3F5B5E0581BD}"/>
                </a:ext>
              </a:extLst>
            </p:cNvPr>
            <p:cNvSpPr/>
            <p:nvPr/>
          </p:nvSpPr>
          <p:spPr>
            <a:xfrm>
              <a:off x="7884926" y="3189938"/>
              <a:ext cx="15277" cy="739902"/>
            </a:xfrm>
            <a:custGeom>
              <a:avLst/>
              <a:gdLst/>
              <a:ahLst/>
              <a:cxnLst/>
              <a:rect l="l" t="t" r="r" b="b"/>
              <a:pathLst>
                <a:path w="920" h="44559" extrusionOk="0">
                  <a:moveTo>
                    <a:pt x="1" y="1"/>
                  </a:moveTo>
                  <a:lnTo>
                    <a:pt x="1" y="44559"/>
                  </a:lnTo>
                  <a:lnTo>
                    <a:pt x="919" y="44559"/>
                  </a:lnTo>
                  <a:lnTo>
                    <a:pt x="919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896;p68">
              <a:extLst>
                <a:ext uri="{FF2B5EF4-FFF2-40B4-BE49-F238E27FC236}">
                  <a16:creationId xmlns:a16="http://schemas.microsoft.com/office/drawing/2014/main" id="{0A8AD61E-4A58-51D3-6295-933EBE7CEC69}"/>
                </a:ext>
              </a:extLst>
            </p:cNvPr>
            <p:cNvSpPr/>
            <p:nvPr/>
          </p:nvSpPr>
          <p:spPr>
            <a:xfrm>
              <a:off x="7835513" y="3307193"/>
              <a:ext cx="109908" cy="221411"/>
            </a:xfrm>
            <a:custGeom>
              <a:avLst/>
              <a:gdLst/>
              <a:ahLst/>
              <a:cxnLst/>
              <a:rect l="l" t="t" r="r" b="b"/>
              <a:pathLst>
                <a:path w="6619" h="13334" extrusionOk="0">
                  <a:moveTo>
                    <a:pt x="3325" y="1"/>
                  </a:moveTo>
                  <a:cubicBezTo>
                    <a:pt x="1488" y="1"/>
                    <a:pt x="0" y="1458"/>
                    <a:pt x="0" y="3263"/>
                  </a:cubicBezTo>
                  <a:lnTo>
                    <a:pt x="0" y="10008"/>
                  </a:lnTo>
                  <a:cubicBezTo>
                    <a:pt x="0" y="11877"/>
                    <a:pt x="1457" y="13334"/>
                    <a:pt x="3294" y="13334"/>
                  </a:cubicBezTo>
                  <a:cubicBezTo>
                    <a:pt x="5162" y="13334"/>
                    <a:pt x="6619" y="11877"/>
                    <a:pt x="6619" y="10040"/>
                  </a:cubicBezTo>
                  <a:lnTo>
                    <a:pt x="6619" y="3326"/>
                  </a:lnTo>
                  <a:cubicBezTo>
                    <a:pt x="6619" y="1458"/>
                    <a:pt x="5162" y="1"/>
                    <a:pt x="332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897;p68">
              <a:extLst>
                <a:ext uri="{FF2B5EF4-FFF2-40B4-BE49-F238E27FC236}">
                  <a16:creationId xmlns:a16="http://schemas.microsoft.com/office/drawing/2014/main" id="{D7D78909-7426-388E-E00C-7D7D5AFEDC0A}"/>
                </a:ext>
              </a:extLst>
            </p:cNvPr>
            <p:cNvSpPr/>
            <p:nvPr/>
          </p:nvSpPr>
          <p:spPr>
            <a:xfrm>
              <a:off x="8029014" y="3342426"/>
              <a:ext cx="257162" cy="725705"/>
            </a:xfrm>
            <a:custGeom>
              <a:avLst/>
              <a:gdLst/>
              <a:ahLst/>
              <a:cxnLst/>
              <a:rect l="l" t="t" r="r" b="b"/>
              <a:pathLst>
                <a:path w="15487" h="43704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6492" y="10040"/>
                    <a:pt x="0" y="30213"/>
                    <a:pt x="12161" y="43704"/>
                  </a:cubicBezTo>
                  <a:cubicBezTo>
                    <a:pt x="15486" y="32145"/>
                    <a:pt x="13808" y="15804"/>
                    <a:pt x="109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898;p68">
              <a:extLst>
                <a:ext uri="{FF2B5EF4-FFF2-40B4-BE49-F238E27FC236}">
                  <a16:creationId xmlns:a16="http://schemas.microsoft.com/office/drawing/2014/main" id="{489A2CBB-80CB-C8E7-B6FA-C0E5FE5C5D0A}"/>
                </a:ext>
              </a:extLst>
            </p:cNvPr>
            <p:cNvSpPr/>
            <p:nvPr/>
          </p:nvSpPr>
          <p:spPr>
            <a:xfrm>
              <a:off x="7497392" y="3341911"/>
              <a:ext cx="256116" cy="725705"/>
            </a:xfrm>
            <a:custGeom>
              <a:avLst/>
              <a:gdLst/>
              <a:ahLst/>
              <a:cxnLst/>
              <a:rect l="l" t="t" r="r" b="b"/>
              <a:pathLst>
                <a:path w="15424" h="43704" extrusionOk="0">
                  <a:moveTo>
                    <a:pt x="4530" y="0"/>
                  </a:moveTo>
                  <a:lnTo>
                    <a:pt x="4530" y="0"/>
                  </a:lnTo>
                  <a:cubicBezTo>
                    <a:pt x="1648" y="15803"/>
                    <a:pt x="1" y="32144"/>
                    <a:pt x="3326" y="43703"/>
                  </a:cubicBezTo>
                  <a:cubicBezTo>
                    <a:pt x="15424" y="30212"/>
                    <a:pt x="8963" y="10008"/>
                    <a:pt x="453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899;p68">
              <a:extLst>
                <a:ext uri="{FF2B5EF4-FFF2-40B4-BE49-F238E27FC236}">
                  <a16:creationId xmlns:a16="http://schemas.microsoft.com/office/drawing/2014/main" id="{0113136F-C3B6-77C4-DE4D-709FF94451B7}"/>
                </a:ext>
              </a:extLst>
            </p:cNvPr>
            <p:cNvSpPr/>
            <p:nvPr/>
          </p:nvSpPr>
          <p:spPr>
            <a:xfrm>
              <a:off x="7823940" y="333560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900;p68">
              <a:extLst>
                <a:ext uri="{FF2B5EF4-FFF2-40B4-BE49-F238E27FC236}">
                  <a16:creationId xmlns:a16="http://schemas.microsoft.com/office/drawing/2014/main" id="{9F1BA872-D2EE-25A8-90CD-EDBE54126D86}"/>
                </a:ext>
              </a:extLst>
            </p:cNvPr>
            <p:cNvSpPr/>
            <p:nvPr/>
          </p:nvSpPr>
          <p:spPr>
            <a:xfrm>
              <a:off x="7823940" y="3371880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901;p68">
              <a:extLst>
                <a:ext uri="{FF2B5EF4-FFF2-40B4-BE49-F238E27FC236}">
                  <a16:creationId xmlns:a16="http://schemas.microsoft.com/office/drawing/2014/main" id="{C916E3B3-D8A8-34A3-4CAA-9E18ECBBB08B}"/>
                </a:ext>
              </a:extLst>
            </p:cNvPr>
            <p:cNvSpPr/>
            <p:nvPr/>
          </p:nvSpPr>
          <p:spPr>
            <a:xfrm>
              <a:off x="7823940" y="340869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902;p68">
              <a:extLst>
                <a:ext uri="{FF2B5EF4-FFF2-40B4-BE49-F238E27FC236}">
                  <a16:creationId xmlns:a16="http://schemas.microsoft.com/office/drawing/2014/main" id="{F908F11E-A791-FF78-E6AF-BE156C67027C}"/>
                </a:ext>
              </a:extLst>
            </p:cNvPr>
            <p:cNvSpPr/>
            <p:nvPr/>
          </p:nvSpPr>
          <p:spPr>
            <a:xfrm>
              <a:off x="7823940" y="3446015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1"/>
                  </a:moveTo>
                  <a:lnTo>
                    <a:pt x="829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903;p68">
              <a:extLst>
                <a:ext uri="{FF2B5EF4-FFF2-40B4-BE49-F238E27FC236}">
                  <a16:creationId xmlns:a16="http://schemas.microsoft.com/office/drawing/2014/main" id="{88FA6739-913A-E9B5-7058-AD73082669D6}"/>
                </a:ext>
              </a:extLst>
            </p:cNvPr>
            <p:cNvSpPr/>
            <p:nvPr/>
          </p:nvSpPr>
          <p:spPr>
            <a:xfrm>
              <a:off x="7823940" y="3482826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904;p68">
              <a:extLst>
                <a:ext uri="{FF2B5EF4-FFF2-40B4-BE49-F238E27FC236}">
                  <a16:creationId xmlns:a16="http://schemas.microsoft.com/office/drawing/2014/main" id="{D7B23CA3-40BA-A380-A302-9711D021540B}"/>
                </a:ext>
              </a:extLst>
            </p:cNvPr>
            <p:cNvSpPr/>
            <p:nvPr/>
          </p:nvSpPr>
          <p:spPr>
            <a:xfrm>
              <a:off x="8078958" y="3270399"/>
              <a:ext cx="136742" cy="840861"/>
            </a:xfrm>
            <a:custGeom>
              <a:avLst/>
              <a:gdLst/>
              <a:ahLst/>
              <a:cxnLst/>
              <a:rect l="l" t="t" r="r" b="b"/>
              <a:pathLst>
                <a:path w="8235" h="50639" fill="none" extrusionOk="0">
                  <a:moveTo>
                    <a:pt x="7126" y="0"/>
                  </a:moveTo>
                  <a:cubicBezTo>
                    <a:pt x="7126" y="0"/>
                    <a:pt x="1" y="13111"/>
                    <a:pt x="64" y="29199"/>
                  </a:cubicBezTo>
                  <a:cubicBezTo>
                    <a:pt x="191" y="45287"/>
                    <a:pt x="8235" y="50639"/>
                    <a:pt x="8235" y="50639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rgbClr val="FFFFFF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905;p68">
              <a:extLst>
                <a:ext uri="{FF2B5EF4-FFF2-40B4-BE49-F238E27FC236}">
                  <a16:creationId xmlns:a16="http://schemas.microsoft.com/office/drawing/2014/main" id="{2ABD0ABB-BA1F-E669-E36B-78C6E1BED01B}"/>
                </a:ext>
              </a:extLst>
            </p:cNvPr>
            <p:cNvSpPr/>
            <p:nvPr/>
          </p:nvSpPr>
          <p:spPr>
            <a:xfrm>
              <a:off x="7568905" y="3278286"/>
              <a:ext cx="136742" cy="832973"/>
            </a:xfrm>
            <a:custGeom>
              <a:avLst/>
              <a:gdLst/>
              <a:ahLst/>
              <a:cxnLst/>
              <a:rect l="l" t="t" r="r" b="b"/>
              <a:pathLst>
                <a:path w="8235" h="50164" fill="none" extrusionOk="0">
                  <a:moveTo>
                    <a:pt x="1331" y="0"/>
                  </a:moveTo>
                  <a:cubicBezTo>
                    <a:pt x="1331" y="0"/>
                    <a:pt x="8235" y="12668"/>
                    <a:pt x="8140" y="28724"/>
                  </a:cubicBezTo>
                  <a:cubicBezTo>
                    <a:pt x="8045" y="44812"/>
                    <a:pt x="1" y="50164"/>
                    <a:pt x="1" y="50164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906;p68">
              <a:extLst>
                <a:ext uri="{FF2B5EF4-FFF2-40B4-BE49-F238E27FC236}">
                  <a16:creationId xmlns:a16="http://schemas.microsoft.com/office/drawing/2014/main" id="{A2D8C7B5-1DCA-474D-E9ED-A467CF007BDF}"/>
                </a:ext>
              </a:extLst>
            </p:cNvPr>
            <p:cNvSpPr/>
            <p:nvPr/>
          </p:nvSpPr>
          <p:spPr>
            <a:xfrm>
              <a:off x="7361208" y="3160500"/>
              <a:ext cx="839798" cy="1234964"/>
            </a:xfrm>
            <a:custGeom>
              <a:avLst/>
              <a:gdLst/>
              <a:ahLst/>
              <a:cxnLst/>
              <a:rect l="l" t="t" r="r" b="b"/>
              <a:pathLst>
                <a:path w="50575" h="74373" extrusionOk="0">
                  <a:moveTo>
                    <a:pt x="31891" y="0"/>
                  </a:moveTo>
                  <a:cubicBezTo>
                    <a:pt x="31860" y="0"/>
                    <a:pt x="31860" y="0"/>
                    <a:pt x="31828" y="32"/>
                  </a:cubicBezTo>
                  <a:cubicBezTo>
                    <a:pt x="31765" y="32"/>
                    <a:pt x="31701" y="64"/>
                    <a:pt x="31670" y="64"/>
                  </a:cubicBezTo>
                  <a:lnTo>
                    <a:pt x="31575" y="64"/>
                  </a:lnTo>
                  <a:cubicBezTo>
                    <a:pt x="31543" y="64"/>
                    <a:pt x="31511" y="127"/>
                    <a:pt x="31416" y="127"/>
                  </a:cubicBezTo>
                  <a:cubicBezTo>
                    <a:pt x="31353" y="127"/>
                    <a:pt x="31321" y="159"/>
                    <a:pt x="31226" y="159"/>
                  </a:cubicBezTo>
                  <a:cubicBezTo>
                    <a:pt x="31195" y="159"/>
                    <a:pt x="31131" y="190"/>
                    <a:pt x="31100" y="190"/>
                  </a:cubicBezTo>
                  <a:cubicBezTo>
                    <a:pt x="31068" y="190"/>
                    <a:pt x="31005" y="254"/>
                    <a:pt x="30941" y="254"/>
                  </a:cubicBezTo>
                  <a:cubicBezTo>
                    <a:pt x="30910" y="254"/>
                    <a:pt x="30878" y="285"/>
                    <a:pt x="30846" y="285"/>
                  </a:cubicBezTo>
                  <a:cubicBezTo>
                    <a:pt x="30720" y="317"/>
                    <a:pt x="30593" y="349"/>
                    <a:pt x="30435" y="412"/>
                  </a:cubicBezTo>
                  <a:cubicBezTo>
                    <a:pt x="30403" y="412"/>
                    <a:pt x="30371" y="444"/>
                    <a:pt x="30308" y="444"/>
                  </a:cubicBezTo>
                  <a:cubicBezTo>
                    <a:pt x="30054" y="507"/>
                    <a:pt x="29738" y="602"/>
                    <a:pt x="29421" y="665"/>
                  </a:cubicBezTo>
                  <a:cubicBezTo>
                    <a:pt x="29358" y="665"/>
                    <a:pt x="29326" y="729"/>
                    <a:pt x="29294" y="729"/>
                  </a:cubicBezTo>
                  <a:cubicBezTo>
                    <a:pt x="28946" y="792"/>
                    <a:pt x="28566" y="919"/>
                    <a:pt x="28186" y="1045"/>
                  </a:cubicBezTo>
                  <a:cubicBezTo>
                    <a:pt x="28154" y="1045"/>
                    <a:pt x="28091" y="1077"/>
                    <a:pt x="28059" y="1077"/>
                  </a:cubicBezTo>
                  <a:cubicBezTo>
                    <a:pt x="27838" y="1140"/>
                    <a:pt x="27553" y="1235"/>
                    <a:pt x="27268" y="1299"/>
                  </a:cubicBezTo>
                  <a:lnTo>
                    <a:pt x="27236" y="1299"/>
                  </a:lnTo>
                  <a:cubicBezTo>
                    <a:pt x="27078" y="1362"/>
                    <a:pt x="26951" y="1394"/>
                    <a:pt x="26793" y="1425"/>
                  </a:cubicBezTo>
                  <a:cubicBezTo>
                    <a:pt x="26761" y="1425"/>
                    <a:pt x="26729" y="1425"/>
                    <a:pt x="26729" y="1457"/>
                  </a:cubicBezTo>
                  <a:lnTo>
                    <a:pt x="25874" y="1710"/>
                  </a:lnTo>
                  <a:cubicBezTo>
                    <a:pt x="25843" y="1710"/>
                    <a:pt x="25843" y="1710"/>
                    <a:pt x="25811" y="1742"/>
                  </a:cubicBezTo>
                  <a:cubicBezTo>
                    <a:pt x="25652" y="1774"/>
                    <a:pt x="25526" y="1837"/>
                    <a:pt x="25367" y="1869"/>
                  </a:cubicBezTo>
                  <a:cubicBezTo>
                    <a:pt x="25336" y="1869"/>
                    <a:pt x="25304" y="1900"/>
                    <a:pt x="25209" y="1900"/>
                  </a:cubicBezTo>
                  <a:cubicBezTo>
                    <a:pt x="24924" y="1996"/>
                    <a:pt x="24702" y="2059"/>
                    <a:pt x="24417" y="2154"/>
                  </a:cubicBezTo>
                  <a:cubicBezTo>
                    <a:pt x="24386" y="2154"/>
                    <a:pt x="24291" y="2186"/>
                    <a:pt x="24259" y="2186"/>
                  </a:cubicBezTo>
                  <a:cubicBezTo>
                    <a:pt x="24101" y="2217"/>
                    <a:pt x="23974" y="2249"/>
                    <a:pt x="23816" y="2312"/>
                  </a:cubicBezTo>
                  <a:cubicBezTo>
                    <a:pt x="23784" y="2312"/>
                    <a:pt x="23752" y="2344"/>
                    <a:pt x="23721" y="2344"/>
                  </a:cubicBezTo>
                  <a:cubicBezTo>
                    <a:pt x="23436" y="2407"/>
                    <a:pt x="23182" y="2502"/>
                    <a:pt x="22929" y="2566"/>
                  </a:cubicBezTo>
                  <a:cubicBezTo>
                    <a:pt x="22834" y="2629"/>
                    <a:pt x="22802" y="2629"/>
                    <a:pt x="22707" y="2661"/>
                  </a:cubicBezTo>
                  <a:cubicBezTo>
                    <a:pt x="22549" y="2692"/>
                    <a:pt x="22454" y="2724"/>
                    <a:pt x="22296" y="2787"/>
                  </a:cubicBezTo>
                  <a:cubicBezTo>
                    <a:pt x="22201" y="2819"/>
                    <a:pt x="22137" y="2819"/>
                    <a:pt x="22074" y="2851"/>
                  </a:cubicBezTo>
                  <a:cubicBezTo>
                    <a:pt x="21852" y="2946"/>
                    <a:pt x="21599" y="3009"/>
                    <a:pt x="21409" y="3104"/>
                  </a:cubicBezTo>
                  <a:cubicBezTo>
                    <a:pt x="21346" y="3136"/>
                    <a:pt x="21250" y="3136"/>
                    <a:pt x="21187" y="3167"/>
                  </a:cubicBezTo>
                  <a:cubicBezTo>
                    <a:pt x="21060" y="3199"/>
                    <a:pt x="20902" y="3262"/>
                    <a:pt x="20775" y="3294"/>
                  </a:cubicBezTo>
                  <a:cubicBezTo>
                    <a:pt x="20617" y="3326"/>
                    <a:pt x="20459" y="3421"/>
                    <a:pt x="20332" y="3452"/>
                  </a:cubicBezTo>
                  <a:cubicBezTo>
                    <a:pt x="17450" y="4466"/>
                    <a:pt x="14790" y="5574"/>
                    <a:pt x="13618" y="6587"/>
                  </a:cubicBezTo>
                  <a:cubicBezTo>
                    <a:pt x="13428" y="7601"/>
                    <a:pt x="13207" y="8646"/>
                    <a:pt x="13017" y="9691"/>
                  </a:cubicBezTo>
                  <a:lnTo>
                    <a:pt x="8900" y="13333"/>
                  </a:lnTo>
                  <a:cubicBezTo>
                    <a:pt x="8900" y="13333"/>
                    <a:pt x="1" y="65207"/>
                    <a:pt x="20934" y="72237"/>
                  </a:cubicBezTo>
                  <a:cubicBezTo>
                    <a:pt x="26227" y="74040"/>
                    <a:pt x="29220" y="74369"/>
                    <a:pt x="30729" y="74369"/>
                  </a:cubicBezTo>
                  <a:cubicBezTo>
                    <a:pt x="30890" y="74369"/>
                    <a:pt x="31035" y="74365"/>
                    <a:pt x="31163" y="74359"/>
                  </a:cubicBezTo>
                  <a:cubicBezTo>
                    <a:pt x="31432" y="74327"/>
                    <a:pt x="31709" y="74311"/>
                    <a:pt x="31990" y="74311"/>
                  </a:cubicBezTo>
                  <a:cubicBezTo>
                    <a:pt x="32271" y="74311"/>
                    <a:pt x="32556" y="74327"/>
                    <a:pt x="32841" y="74359"/>
                  </a:cubicBezTo>
                  <a:cubicBezTo>
                    <a:pt x="32984" y="74367"/>
                    <a:pt x="33148" y="74372"/>
                    <a:pt x="33332" y="74372"/>
                  </a:cubicBezTo>
                  <a:cubicBezTo>
                    <a:pt x="34536" y="74372"/>
                    <a:pt x="36644" y="74157"/>
                    <a:pt x="39967" y="73251"/>
                  </a:cubicBezTo>
                  <a:cubicBezTo>
                    <a:pt x="43261" y="71604"/>
                    <a:pt x="45762" y="69704"/>
                    <a:pt x="47029" y="67550"/>
                  </a:cubicBezTo>
                  <a:cubicBezTo>
                    <a:pt x="50574" y="61288"/>
                    <a:pt x="49159" y="59727"/>
                    <a:pt x="45395" y="59727"/>
                  </a:cubicBezTo>
                  <a:cubicBezTo>
                    <a:pt x="41653" y="59727"/>
                    <a:pt x="35588" y="61271"/>
                    <a:pt x="29771" y="61271"/>
                  </a:cubicBezTo>
                  <a:cubicBezTo>
                    <a:pt x="29368" y="61271"/>
                    <a:pt x="28966" y="61264"/>
                    <a:pt x="28566" y="61248"/>
                  </a:cubicBezTo>
                  <a:cubicBezTo>
                    <a:pt x="16595" y="60773"/>
                    <a:pt x="14790" y="46395"/>
                    <a:pt x="18527" y="26634"/>
                  </a:cubicBezTo>
                  <a:cubicBezTo>
                    <a:pt x="22201" y="6873"/>
                    <a:pt x="31986" y="0"/>
                    <a:pt x="3198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950;p39">
            <a:extLst>
              <a:ext uri="{FF2B5EF4-FFF2-40B4-BE49-F238E27FC236}">
                <a16:creationId xmlns:a16="http://schemas.microsoft.com/office/drawing/2014/main" id="{6C96DD4F-8BAE-88F7-BBC5-8212560D8DE5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8643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49"/>
          <p:cNvSpPr txBox="1">
            <a:spLocks noGrp="1"/>
          </p:cNvSpPr>
          <p:nvPr>
            <p:ph type="title"/>
          </p:nvPr>
        </p:nvSpPr>
        <p:spPr>
          <a:xfrm>
            <a:off x="2703240" y="2499617"/>
            <a:ext cx="4969800" cy="1744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5400" spc="3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PHÂN TÍCH </a:t>
            </a:r>
            <a:r>
              <a:rPr lang="en-US" sz="5400" spc="3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5400" spc="3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THIẾT KẾ HỆ THỐNG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6" name="Google Shape;1176;p49"/>
          <p:cNvSpPr txBox="1">
            <a:spLocks noGrp="1"/>
          </p:cNvSpPr>
          <p:nvPr>
            <p:ph type="title" idx="2"/>
          </p:nvPr>
        </p:nvSpPr>
        <p:spPr>
          <a:xfrm>
            <a:off x="1282349" y="2328782"/>
            <a:ext cx="1184100" cy="11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03</a:t>
            </a:r>
            <a:endParaRPr dirty="0">
              <a:latin typeface="+mj-lt"/>
            </a:endParaRPr>
          </a:p>
        </p:txBody>
      </p:sp>
      <p:grpSp>
        <p:nvGrpSpPr>
          <p:cNvPr id="1178" name="Google Shape;1178;p49"/>
          <p:cNvGrpSpPr/>
          <p:nvPr/>
        </p:nvGrpSpPr>
        <p:grpSpPr>
          <a:xfrm>
            <a:off x="6248321" y="390149"/>
            <a:ext cx="1688707" cy="1604804"/>
            <a:chOff x="5363150" y="3424550"/>
            <a:chExt cx="459900" cy="437050"/>
          </a:xfrm>
        </p:grpSpPr>
        <p:sp>
          <p:nvSpPr>
            <p:cNvPr id="1179" name="Google Shape;1179;p49"/>
            <p:cNvSpPr/>
            <p:nvPr/>
          </p:nvSpPr>
          <p:spPr>
            <a:xfrm>
              <a:off x="5517625" y="3633575"/>
              <a:ext cx="147375" cy="100825"/>
            </a:xfrm>
            <a:custGeom>
              <a:avLst/>
              <a:gdLst/>
              <a:ahLst/>
              <a:cxnLst/>
              <a:rect l="l" t="t" r="r" b="b"/>
              <a:pathLst>
                <a:path w="5895" h="4033" extrusionOk="0">
                  <a:moveTo>
                    <a:pt x="5231" y="4033"/>
                  </a:moveTo>
                  <a:lnTo>
                    <a:pt x="1" y="1234"/>
                  </a:lnTo>
                  <a:lnTo>
                    <a:pt x="653" y="0"/>
                  </a:lnTo>
                  <a:lnTo>
                    <a:pt x="5895" y="279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9"/>
            <p:cNvSpPr/>
            <p:nvPr/>
          </p:nvSpPr>
          <p:spPr>
            <a:xfrm>
              <a:off x="5549050" y="3424550"/>
              <a:ext cx="85725" cy="70575"/>
            </a:xfrm>
            <a:custGeom>
              <a:avLst/>
              <a:gdLst/>
              <a:ahLst/>
              <a:cxnLst/>
              <a:rect l="l" t="t" r="r" b="b"/>
              <a:pathLst>
                <a:path w="3429" h="2823" extrusionOk="0">
                  <a:moveTo>
                    <a:pt x="2823" y="2621"/>
                  </a:moveTo>
                  <a:cubicBezTo>
                    <a:pt x="3013" y="2313"/>
                    <a:pt x="3179" y="1981"/>
                    <a:pt x="3357" y="1661"/>
                  </a:cubicBezTo>
                  <a:cubicBezTo>
                    <a:pt x="3428" y="1530"/>
                    <a:pt x="3369" y="1340"/>
                    <a:pt x="3203" y="1234"/>
                  </a:cubicBezTo>
                  <a:cubicBezTo>
                    <a:pt x="2539" y="736"/>
                    <a:pt x="1815" y="344"/>
                    <a:pt x="1021" y="60"/>
                  </a:cubicBezTo>
                  <a:cubicBezTo>
                    <a:pt x="843" y="0"/>
                    <a:pt x="653" y="48"/>
                    <a:pt x="582" y="178"/>
                  </a:cubicBezTo>
                  <a:cubicBezTo>
                    <a:pt x="404" y="498"/>
                    <a:pt x="238" y="830"/>
                    <a:pt x="72" y="1163"/>
                  </a:cubicBezTo>
                  <a:cubicBezTo>
                    <a:pt x="1" y="1329"/>
                    <a:pt x="96" y="1530"/>
                    <a:pt x="274" y="1589"/>
                  </a:cubicBezTo>
                  <a:cubicBezTo>
                    <a:pt x="1009" y="1839"/>
                    <a:pt x="1709" y="2206"/>
                    <a:pt x="2325" y="2704"/>
                  </a:cubicBezTo>
                  <a:cubicBezTo>
                    <a:pt x="2515" y="2823"/>
                    <a:pt x="2728" y="2787"/>
                    <a:pt x="2823" y="262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9"/>
            <p:cNvSpPr/>
            <p:nvPr/>
          </p:nvSpPr>
          <p:spPr>
            <a:xfrm>
              <a:off x="5734375" y="3523875"/>
              <a:ext cx="85700" cy="70575"/>
            </a:xfrm>
            <a:custGeom>
              <a:avLst/>
              <a:gdLst/>
              <a:ahLst/>
              <a:cxnLst/>
              <a:rect l="l" t="t" r="r" b="b"/>
              <a:pathLst>
                <a:path w="3428" h="2823" extrusionOk="0">
                  <a:moveTo>
                    <a:pt x="2823" y="2621"/>
                  </a:moveTo>
                  <a:cubicBezTo>
                    <a:pt x="3013" y="2313"/>
                    <a:pt x="3179" y="1993"/>
                    <a:pt x="3356" y="1661"/>
                  </a:cubicBezTo>
                  <a:cubicBezTo>
                    <a:pt x="3428" y="1530"/>
                    <a:pt x="3368" y="1340"/>
                    <a:pt x="3202" y="1234"/>
                  </a:cubicBezTo>
                  <a:cubicBezTo>
                    <a:pt x="2538" y="747"/>
                    <a:pt x="1815" y="344"/>
                    <a:pt x="1020" y="60"/>
                  </a:cubicBezTo>
                  <a:cubicBezTo>
                    <a:pt x="842" y="0"/>
                    <a:pt x="652" y="48"/>
                    <a:pt x="581" y="178"/>
                  </a:cubicBezTo>
                  <a:cubicBezTo>
                    <a:pt x="403" y="510"/>
                    <a:pt x="237" y="830"/>
                    <a:pt x="71" y="1163"/>
                  </a:cubicBezTo>
                  <a:cubicBezTo>
                    <a:pt x="0" y="1340"/>
                    <a:pt x="95" y="1530"/>
                    <a:pt x="273" y="1589"/>
                  </a:cubicBezTo>
                  <a:cubicBezTo>
                    <a:pt x="1008" y="1839"/>
                    <a:pt x="1708" y="2206"/>
                    <a:pt x="2325" y="2704"/>
                  </a:cubicBezTo>
                  <a:cubicBezTo>
                    <a:pt x="2491" y="2823"/>
                    <a:pt x="2716" y="2787"/>
                    <a:pt x="2823" y="262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9"/>
            <p:cNvSpPr/>
            <p:nvPr/>
          </p:nvSpPr>
          <p:spPr>
            <a:xfrm>
              <a:off x="5646600" y="3559750"/>
              <a:ext cx="166075" cy="301850"/>
            </a:xfrm>
            <a:custGeom>
              <a:avLst/>
              <a:gdLst/>
              <a:ahLst/>
              <a:cxnLst/>
              <a:rect l="l" t="t" r="r" b="b"/>
              <a:pathLst>
                <a:path w="6643" h="12074" extrusionOk="0">
                  <a:moveTo>
                    <a:pt x="6642" y="2052"/>
                  </a:moveTo>
                  <a:cubicBezTo>
                    <a:pt x="6642" y="2052"/>
                    <a:pt x="6097" y="4507"/>
                    <a:pt x="5456" y="6974"/>
                  </a:cubicBezTo>
                  <a:cubicBezTo>
                    <a:pt x="5515" y="6938"/>
                    <a:pt x="5575" y="6903"/>
                    <a:pt x="5634" y="6855"/>
                  </a:cubicBezTo>
                  <a:cubicBezTo>
                    <a:pt x="5409" y="7685"/>
                    <a:pt x="5148" y="8504"/>
                    <a:pt x="4863" y="9310"/>
                  </a:cubicBezTo>
                  <a:cubicBezTo>
                    <a:pt x="4614" y="10057"/>
                    <a:pt x="4389" y="10887"/>
                    <a:pt x="3986" y="11587"/>
                  </a:cubicBezTo>
                  <a:cubicBezTo>
                    <a:pt x="3986" y="11587"/>
                    <a:pt x="3594" y="12073"/>
                    <a:pt x="2717" y="11943"/>
                  </a:cubicBezTo>
                  <a:cubicBezTo>
                    <a:pt x="2005" y="11836"/>
                    <a:pt x="1424" y="11303"/>
                    <a:pt x="1198" y="10615"/>
                  </a:cubicBezTo>
                  <a:lnTo>
                    <a:pt x="1" y="6962"/>
                  </a:lnTo>
                  <a:lnTo>
                    <a:pt x="1222" y="4649"/>
                  </a:lnTo>
                  <a:lnTo>
                    <a:pt x="2835" y="24"/>
                  </a:lnTo>
                  <a:cubicBezTo>
                    <a:pt x="2811" y="0"/>
                    <a:pt x="5183" y="439"/>
                    <a:pt x="6642" y="205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9"/>
            <p:cNvSpPr/>
            <p:nvPr/>
          </p:nvSpPr>
          <p:spPr>
            <a:xfrm>
              <a:off x="5571300" y="3443225"/>
              <a:ext cx="231875" cy="123375"/>
            </a:xfrm>
            <a:custGeom>
              <a:avLst/>
              <a:gdLst/>
              <a:ahLst/>
              <a:cxnLst/>
              <a:rect l="l" t="t" r="r" b="b"/>
              <a:pathLst>
                <a:path w="9275" h="4935" extrusionOk="0">
                  <a:moveTo>
                    <a:pt x="1601" y="1851"/>
                  </a:moveTo>
                  <a:cubicBezTo>
                    <a:pt x="1578" y="2230"/>
                    <a:pt x="1767" y="2574"/>
                    <a:pt x="2088" y="2752"/>
                  </a:cubicBezTo>
                  <a:lnTo>
                    <a:pt x="5812" y="4744"/>
                  </a:lnTo>
                  <a:cubicBezTo>
                    <a:pt x="6144" y="4922"/>
                    <a:pt x="6535" y="4875"/>
                    <a:pt x="6831" y="4649"/>
                  </a:cubicBezTo>
                  <a:lnTo>
                    <a:pt x="7389" y="4222"/>
                  </a:lnTo>
                  <a:cubicBezTo>
                    <a:pt x="7804" y="4329"/>
                    <a:pt x="8527" y="4543"/>
                    <a:pt x="9275" y="4934"/>
                  </a:cubicBezTo>
                  <a:cubicBezTo>
                    <a:pt x="7934" y="3950"/>
                    <a:pt x="6369" y="3677"/>
                    <a:pt x="6369" y="3677"/>
                  </a:cubicBezTo>
                  <a:lnTo>
                    <a:pt x="5634" y="4211"/>
                  </a:lnTo>
                  <a:lnTo>
                    <a:pt x="4127" y="3404"/>
                  </a:lnTo>
                  <a:lnTo>
                    <a:pt x="2609" y="2610"/>
                  </a:lnTo>
                  <a:lnTo>
                    <a:pt x="2657" y="1720"/>
                  </a:lnTo>
                  <a:cubicBezTo>
                    <a:pt x="2657" y="1720"/>
                    <a:pt x="1554" y="558"/>
                    <a:pt x="0" y="0"/>
                  </a:cubicBezTo>
                  <a:cubicBezTo>
                    <a:pt x="747" y="392"/>
                    <a:pt x="1317" y="866"/>
                    <a:pt x="1637" y="116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9"/>
            <p:cNvSpPr/>
            <p:nvPr/>
          </p:nvSpPr>
          <p:spPr>
            <a:xfrm>
              <a:off x="5363150" y="3459525"/>
              <a:ext cx="261825" cy="236625"/>
            </a:xfrm>
            <a:custGeom>
              <a:avLst/>
              <a:gdLst/>
              <a:ahLst/>
              <a:cxnLst/>
              <a:rect l="l" t="t" r="r" b="b"/>
              <a:pathLst>
                <a:path w="10473" h="9465" extrusionOk="0">
                  <a:moveTo>
                    <a:pt x="6654" y="1"/>
                  </a:moveTo>
                  <a:cubicBezTo>
                    <a:pt x="6654" y="1"/>
                    <a:pt x="4911" y="1815"/>
                    <a:pt x="3215" y="3701"/>
                  </a:cubicBezTo>
                  <a:lnTo>
                    <a:pt x="3215" y="3499"/>
                  </a:lnTo>
                  <a:cubicBezTo>
                    <a:pt x="2657" y="4152"/>
                    <a:pt x="2112" y="4816"/>
                    <a:pt x="1602" y="5492"/>
                  </a:cubicBezTo>
                  <a:cubicBezTo>
                    <a:pt x="1127" y="6120"/>
                    <a:pt x="558" y="6773"/>
                    <a:pt x="190" y="7484"/>
                  </a:cubicBezTo>
                  <a:cubicBezTo>
                    <a:pt x="190" y="7484"/>
                    <a:pt x="1" y="8077"/>
                    <a:pt x="605" y="8741"/>
                  </a:cubicBezTo>
                  <a:cubicBezTo>
                    <a:pt x="1092" y="9275"/>
                    <a:pt x="1851" y="9465"/>
                    <a:pt x="2527" y="9275"/>
                  </a:cubicBezTo>
                  <a:lnTo>
                    <a:pt x="6251" y="8255"/>
                  </a:lnTo>
                  <a:lnTo>
                    <a:pt x="7508" y="5954"/>
                  </a:lnTo>
                  <a:lnTo>
                    <a:pt x="10473" y="2052"/>
                  </a:lnTo>
                  <a:cubicBezTo>
                    <a:pt x="10461" y="2029"/>
                    <a:pt x="8801" y="297"/>
                    <a:pt x="665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9"/>
            <p:cNvSpPr/>
            <p:nvPr/>
          </p:nvSpPr>
          <p:spPr>
            <a:xfrm>
              <a:off x="5442625" y="3436400"/>
              <a:ext cx="380425" cy="311350"/>
            </a:xfrm>
            <a:custGeom>
              <a:avLst/>
              <a:gdLst/>
              <a:ahLst/>
              <a:cxnLst/>
              <a:rect l="l" t="t" r="r" b="b"/>
              <a:pathLst>
                <a:path w="15217" h="12454" extrusionOk="0">
                  <a:moveTo>
                    <a:pt x="13781" y="11789"/>
                  </a:moveTo>
                  <a:cubicBezTo>
                    <a:pt x="14505" y="9109"/>
                    <a:pt x="15216" y="5942"/>
                    <a:pt x="15216" y="5942"/>
                  </a:cubicBezTo>
                  <a:cubicBezTo>
                    <a:pt x="14967" y="5658"/>
                    <a:pt x="14694" y="5432"/>
                    <a:pt x="14422" y="5219"/>
                  </a:cubicBezTo>
                  <a:cubicBezTo>
                    <a:pt x="13674" y="4839"/>
                    <a:pt x="12951" y="4614"/>
                    <a:pt x="12536" y="4507"/>
                  </a:cubicBezTo>
                  <a:lnTo>
                    <a:pt x="11978" y="4934"/>
                  </a:lnTo>
                  <a:cubicBezTo>
                    <a:pt x="11682" y="5172"/>
                    <a:pt x="11291" y="5207"/>
                    <a:pt x="10959" y="5029"/>
                  </a:cubicBezTo>
                  <a:lnTo>
                    <a:pt x="7235" y="3037"/>
                  </a:lnTo>
                  <a:cubicBezTo>
                    <a:pt x="6914" y="2859"/>
                    <a:pt x="6725" y="2515"/>
                    <a:pt x="6748" y="2135"/>
                  </a:cubicBezTo>
                  <a:lnTo>
                    <a:pt x="6796" y="1436"/>
                  </a:lnTo>
                  <a:cubicBezTo>
                    <a:pt x="6464" y="1139"/>
                    <a:pt x="5894" y="665"/>
                    <a:pt x="5159" y="262"/>
                  </a:cubicBezTo>
                  <a:cubicBezTo>
                    <a:pt x="4839" y="143"/>
                    <a:pt x="4483" y="48"/>
                    <a:pt x="4115" y="1"/>
                  </a:cubicBezTo>
                  <a:cubicBezTo>
                    <a:pt x="4115" y="1"/>
                    <a:pt x="1862" y="2337"/>
                    <a:pt x="36" y="4436"/>
                  </a:cubicBezTo>
                  <a:cubicBezTo>
                    <a:pt x="0" y="5385"/>
                    <a:pt x="463" y="6298"/>
                    <a:pt x="1376" y="6784"/>
                  </a:cubicBezTo>
                  <a:lnTo>
                    <a:pt x="3700" y="8030"/>
                  </a:lnTo>
                  <a:lnTo>
                    <a:pt x="3724" y="8018"/>
                  </a:lnTo>
                  <a:lnTo>
                    <a:pt x="6250" y="9370"/>
                  </a:lnTo>
                  <a:lnTo>
                    <a:pt x="8764" y="10722"/>
                  </a:lnTo>
                  <a:lnTo>
                    <a:pt x="8788" y="10746"/>
                  </a:lnTo>
                  <a:lnTo>
                    <a:pt x="11113" y="11991"/>
                  </a:lnTo>
                  <a:cubicBezTo>
                    <a:pt x="11990" y="12453"/>
                    <a:pt x="13010" y="12323"/>
                    <a:pt x="13781" y="1178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9"/>
            <p:cNvSpPr/>
            <p:nvPr/>
          </p:nvSpPr>
          <p:spPr>
            <a:xfrm>
              <a:off x="5458625" y="3467250"/>
              <a:ext cx="347825" cy="267150"/>
            </a:xfrm>
            <a:custGeom>
              <a:avLst/>
              <a:gdLst/>
              <a:ahLst/>
              <a:cxnLst/>
              <a:rect l="l" t="t" r="r" b="b"/>
              <a:pathLst>
                <a:path w="13913" h="10686" extrusionOk="0">
                  <a:moveTo>
                    <a:pt x="13366" y="8444"/>
                  </a:moveTo>
                  <a:cubicBezTo>
                    <a:pt x="13461" y="8029"/>
                    <a:pt x="13568" y="7614"/>
                    <a:pt x="13675" y="7223"/>
                  </a:cubicBezTo>
                  <a:cubicBezTo>
                    <a:pt x="13912" y="6286"/>
                    <a:pt x="13485" y="5313"/>
                    <a:pt x="12631" y="4863"/>
                  </a:cubicBezTo>
                  <a:lnTo>
                    <a:pt x="4424" y="463"/>
                  </a:lnTo>
                  <a:cubicBezTo>
                    <a:pt x="3570" y="0"/>
                    <a:pt x="2527" y="190"/>
                    <a:pt x="1886" y="890"/>
                  </a:cubicBezTo>
                  <a:cubicBezTo>
                    <a:pt x="1602" y="1198"/>
                    <a:pt x="1329" y="1506"/>
                    <a:pt x="1032" y="1838"/>
                  </a:cubicBezTo>
                  <a:cubicBezTo>
                    <a:pt x="1" y="2977"/>
                    <a:pt x="273" y="4756"/>
                    <a:pt x="1554" y="5444"/>
                  </a:cubicBezTo>
                  <a:lnTo>
                    <a:pt x="10058" y="9986"/>
                  </a:lnTo>
                  <a:cubicBezTo>
                    <a:pt x="11350" y="10686"/>
                    <a:pt x="12975" y="9915"/>
                    <a:pt x="13366" y="84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9"/>
            <p:cNvSpPr/>
            <p:nvPr/>
          </p:nvSpPr>
          <p:spPr>
            <a:xfrm>
              <a:off x="5489450" y="3483550"/>
              <a:ext cx="122200" cy="122175"/>
            </a:xfrm>
            <a:custGeom>
              <a:avLst/>
              <a:gdLst/>
              <a:ahLst/>
              <a:cxnLst/>
              <a:rect l="l" t="t" r="r" b="b"/>
              <a:pathLst>
                <a:path w="4888" h="4887" extrusionOk="0">
                  <a:moveTo>
                    <a:pt x="4887" y="2443"/>
                  </a:moveTo>
                  <a:cubicBezTo>
                    <a:pt x="4887" y="3795"/>
                    <a:pt x="3796" y="4887"/>
                    <a:pt x="2444" y="4887"/>
                  </a:cubicBezTo>
                  <a:cubicBezTo>
                    <a:pt x="1092" y="4887"/>
                    <a:pt x="1" y="3795"/>
                    <a:pt x="1" y="2443"/>
                  </a:cubicBezTo>
                  <a:cubicBezTo>
                    <a:pt x="1" y="1091"/>
                    <a:pt x="1092" y="0"/>
                    <a:pt x="2444" y="0"/>
                  </a:cubicBezTo>
                  <a:cubicBezTo>
                    <a:pt x="3796" y="0"/>
                    <a:pt x="4887" y="1091"/>
                    <a:pt x="4887" y="24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9"/>
            <p:cNvSpPr/>
            <p:nvPr/>
          </p:nvSpPr>
          <p:spPr>
            <a:xfrm>
              <a:off x="5502800" y="3501625"/>
              <a:ext cx="35900" cy="51925"/>
            </a:xfrm>
            <a:custGeom>
              <a:avLst/>
              <a:gdLst/>
              <a:ahLst/>
              <a:cxnLst/>
              <a:rect l="l" t="t" r="r" b="b"/>
              <a:pathLst>
                <a:path w="1436" h="2077" extrusionOk="0">
                  <a:moveTo>
                    <a:pt x="985" y="1222"/>
                  </a:moveTo>
                  <a:cubicBezTo>
                    <a:pt x="1080" y="1009"/>
                    <a:pt x="1246" y="867"/>
                    <a:pt x="1436" y="772"/>
                  </a:cubicBezTo>
                  <a:lnTo>
                    <a:pt x="1198" y="1"/>
                  </a:lnTo>
                  <a:cubicBezTo>
                    <a:pt x="819" y="167"/>
                    <a:pt x="487" y="451"/>
                    <a:pt x="273" y="843"/>
                  </a:cubicBezTo>
                  <a:cubicBezTo>
                    <a:pt x="60" y="1246"/>
                    <a:pt x="1" y="1673"/>
                    <a:pt x="95" y="2076"/>
                  </a:cubicBezTo>
                  <a:lnTo>
                    <a:pt x="866" y="1839"/>
                  </a:lnTo>
                  <a:cubicBezTo>
                    <a:pt x="831" y="1637"/>
                    <a:pt x="878" y="1424"/>
                    <a:pt x="985" y="122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9"/>
            <p:cNvSpPr/>
            <p:nvPr/>
          </p:nvSpPr>
          <p:spPr>
            <a:xfrm>
              <a:off x="5563000" y="3535725"/>
              <a:ext cx="35900" cy="51925"/>
            </a:xfrm>
            <a:custGeom>
              <a:avLst/>
              <a:gdLst/>
              <a:ahLst/>
              <a:cxnLst/>
              <a:rect l="l" t="t" r="r" b="b"/>
              <a:pathLst>
                <a:path w="1436" h="2077" extrusionOk="0">
                  <a:moveTo>
                    <a:pt x="451" y="866"/>
                  </a:moveTo>
                  <a:cubicBezTo>
                    <a:pt x="344" y="1068"/>
                    <a:pt x="190" y="1222"/>
                    <a:pt x="0" y="1305"/>
                  </a:cubicBezTo>
                  <a:lnTo>
                    <a:pt x="225" y="2076"/>
                  </a:lnTo>
                  <a:cubicBezTo>
                    <a:pt x="617" y="1910"/>
                    <a:pt x="937" y="1637"/>
                    <a:pt x="1162" y="1234"/>
                  </a:cubicBezTo>
                  <a:cubicBezTo>
                    <a:pt x="1376" y="831"/>
                    <a:pt x="1435" y="404"/>
                    <a:pt x="1340" y="1"/>
                  </a:cubicBezTo>
                  <a:lnTo>
                    <a:pt x="569" y="238"/>
                  </a:lnTo>
                  <a:cubicBezTo>
                    <a:pt x="593" y="428"/>
                    <a:pt x="558" y="653"/>
                    <a:pt x="451" y="86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9"/>
            <p:cNvSpPr/>
            <p:nvPr/>
          </p:nvSpPr>
          <p:spPr>
            <a:xfrm>
              <a:off x="5507550" y="3556475"/>
              <a:ext cx="51900" cy="35900"/>
            </a:xfrm>
            <a:custGeom>
              <a:avLst/>
              <a:gdLst/>
              <a:ahLst/>
              <a:cxnLst/>
              <a:rect l="l" t="t" r="r" b="b"/>
              <a:pathLst>
                <a:path w="2076" h="1436" extrusionOk="0">
                  <a:moveTo>
                    <a:pt x="1850" y="582"/>
                  </a:moveTo>
                  <a:cubicBezTo>
                    <a:pt x="1649" y="606"/>
                    <a:pt x="1424" y="570"/>
                    <a:pt x="1222" y="463"/>
                  </a:cubicBezTo>
                  <a:cubicBezTo>
                    <a:pt x="1008" y="357"/>
                    <a:pt x="866" y="191"/>
                    <a:pt x="771" y="1"/>
                  </a:cubicBezTo>
                  <a:lnTo>
                    <a:pt x="0" y="238"/>
                  </a:lnTo>
                  <a:cubicBezTo>
                    <a:pt x="166" y="629"/>
                    <a:pt x="451" y="950"/>
                    <a:pt x="854" y="1175"/>
                  </a:cubicBezTo>
                  <a:cubicBezTo>
                    <a:pt x="1246" y="1377"/>
                    <a:pt x="1673" y="1436"/>
                    <a:pt x="2076" y="135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9"/>
            <p:cNvSpPr/>
            <p:nvPr/>
          </p:nvSpPr>
          <p:spPr>
            <a:xfrm>
              <a:off x="5541650" y="3496900"/>
              <a:ext cx="51900" cy="35900"/>
            </a:xfrm>
            <a:custGeom>
              <a:avLst/>
              <a:gdLst/>
              <a:ahLst/>
              <a:cxnLst/>
              <a:rect l="l" t="t" r="r" b="b"/>
              <a:pathLst>
                <a:path w="2076" h="1436" extrusionOk="0">
                  <a:moveTo>
                    <a:pt x="226" y="854"/>
                  </a:moveTo>
                  <a:cubicBezTo>
                    <a:pt x="439" y="830"/>
                    <a:pt x="653" y="878"/>
                    <a:pt x="866" y="973"/>
                  </a:cubicBezTo>
                  <a:cubicBezTo>
                    <a:pt x="1068" y="1079"/>
                    <a:pt x="1222" y="1245"/>
                    <a:pt x="1305" y="1435"/>
                  </a:cubicBezTo>
                  <a:lnTo>
                    <a:pt x="2076" y="1198"/>
                  </a:lnTo>
                  <a:cubicBezTo>
                    <a:pt x="1922" y="818"/>
                    <a:pt x="1637" y="486"/>
                    <a:pt x="1234" y="261"/>
                  </a:cubicBezTo>
                  <a:cubicBezTo>
                    <a:pt x="830" y="59"/>
                    <a:pt x="403" y="0"/>
                    <a:pt x="0" y="8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9"/>
            <p:cNvSpPr/>
            <p:nvPr/>
          </p:nvSpPr>
          <p:spPr>
            <a:xfrm>
              <a:off x="5536600" y="3530100"/>
              <a:ext cx="28200" cy="28200"/>
            </a:xfrm>
            <a:custGeom>
              <a:avLst/>
              <a:gdLst/>
              <a:ahLst/>
              <a:cxnLst/>
              <a:rect l="l" t="t" r="r" b="b"/>
              <a:pathLst>
                <a:path w="1128" h="1128" extrusionOk="0">
                  <a:moveTo>
                    <a:pt x="985" y="807"/>
                  </a:moveTo>
                  <a:cubicBezTo>
                    <a:pt x="855" y="1044"/>
                    <a:pt x="558" y="1127"/>
                    <a:pt x="321" y="997"/>
                  </a:cubicBezTo>
                  <a:cubicBezTo>
                    <a:pt x="84" y="866"/>
                    <a:pt x="1" y="570"/>
                    <a:pt x="131" y="332"/>
                  </a:cubicBezTo>
                  <a:cubicBezTo>
                    <a:pt x="262" y="95"/>
                    <a:pt x="558" y="0"/>
                    <a:pt x="795" y="143"/>
                  </a:cubicBezTo>
                  <a:cubicBezTo>
                    <a:pt x="1032" y="285"/>
                    <a:pt x="1127" y="570"/>
                    <a:pt x="985" y="80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9"/>
            <p:cNvSpPr/>
            <p:nvPr/>
          </p:nvSpPr>
          <p:spPr>
            <a:xfrm>
              <a:off x="5699375" y="3584350"/>
              <a:ext cx="80075" cy="52800"/>
            </a:xfrm>
            <a:custGeom>
              <a:avLst/>
              <a:gdLst/>
              <a:ahLst/>
              <a:cxnLst/>
              <a:rect l="l" t="t" r="r" b="b"/>
              <a:pathLst>
                <a:path w="3203" h="2112" extrusionOk="0">
                  <a:moveTo>
                    <a:pt x="2159" y="119"/>
                  </a:moveTo>
                  <a:lnTo>
                    <a:pt x="606" y="594"/>
                  </a:lnTo>
                  <a:cubicBezTo>
                    <a:pt x="214" y="712"/>
                    <a:pt x="1" y="1115"/>
                    <a:pt x="119" y="1507"/>
                  </a:cubicBezTo>
                  <a:cubicBezTo>
                    <a:pt x="238" y="1898"/>
                    <a:pt x="629" y="2112"/>
                    <a:pt x="1032" y="2005"/>
                  </a:cubicBezTo>
                  <a:lnTo>
                    <a:pt x="2586" y="1531"/>
                  </a:lnTo>
                  <a:cubicBezTo>
                    <a:pt x="2977" y="1412"/>
                    <a:pt x="3203" y="1009"/>
                    <a:pt x="3084" y="606"/>
                  </a:cubicBezTo>
                  <a:cubicBezTo>
                    <a:pt x="2966" y="226"/>
                    <a:pt x="2551" y="1"/>
                    <a:pt x="2159" y="11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9"/>
            <p:cNvSpPr/>
            <p:nvPr/>
          </p:nvSpPr>
          <p:spPr>
            <a:xfrm>
              <a:off x="5707675" y="3601850"/>
              <a:ext cx="28200" cy="27900"/>
            </a:xfrm>
            <a:custGeom>
              <a:avLst/>
              <a:gdLst/>
              <a:ahLst/>
              <a:cxnLst/>
              <a:rect l="l" t="t" r="r" b="b"/>
              <a:pathLst>
                <a:path w="1128" h="1116" extrusionOk="0">
                  <a:moveTo>
                    <a:pt x="1056" y="427"/>
                  </a:moveTo>
                  <a:cubicBezTo>
                    <a:pt x="1127" y="688"/>
                    <a:pt x="973" y="973"/>
                    <a:pt x="700" y="1044"/>
                  </a:cubicBezTo>
                  <a:cubicBezTo>
                    <a:pt x="440" y="1115"/>
                    <a:pt x="155" y="961"/>
                    <a:pt x="72" y="688"/>
                  </a:cubicBezTo>
                  <a:cubicBezTo>
                    <a:pt x="1" y="427"/>
                    <a:pt x="167" y="143"/>
                    <a:pt x="440" y="72"/>
                  </a:cubicBezTo>
                  <a:cubicBezTo>
                    <a:pt x="700" y="0"/>
                    <a:pt x="985" y="155"/>
                    <a:pt x="1056" y="42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9"/>
            <p:cNvSpPr/>
            <p:nvPr/>
          </p:nvSpPr>
          <p:spPr>
            <a:xfrm>
              <a:off x="5741775" y="3591775"/>
              <a:ext cx="28200" cy="27875"/>
            </a:xfrm>
            <a:custGeom>
              <a:avLst/>
              <a:gdLst/>
              <a:ahLst/>
              <a:cxnLst/>
              <a:rect l="l" t="t" r="r" b="b"/>
              <a:pathLst>
                <a:path w="1128" h="1115" extrusionOk="0">
                  <a:moveTo>
                    <a:pt x="1056" y="415"/>
                  </a:moveTo>
                  <a:cubicBezTo>
                    <a:pt x="1127" y="676"/>
                    <a:pt x="973" y="961"/>
                    <a:pt x="700" y="1032"/>
                  </a:cubicBezTo>
                  <a:cubicBezTo>
                    <a:pt x="439" y="1115"/>
                    <a:pt x="155" y="949"/>
                    <a:pt x="84" y="676"/>
                  </a:cubicBezTo>
                  <a:cubicBezTo>
                    <a:pt x="1" y="415"/>
                    <a:pt x="167" y="131"/>
                    <a:pt x="439" y="59"/>
                  </a:cubicBezTo>
                  <a:cubicBezTo>
                    <a:pt x="700" y="0"/>
                    <a:pt x="985" y="142"/>
                    <a:pt x="1056" y="41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9"/>
            <p:cNvSpPr/>
            <p:nvPr/>
          </p:nvSpPr>
          <p:spPr>
            <a:xfrm>
              <a:off x="5699975" y="3635350"/>
              <a:ext cx="80075" cy="53100"/>
            </a:xfrm>
            <a:custGeom>
              <a:avLst/>
              <a:gdLst/>
              <a:ahLst/>
              <a:cxnLst/>
              <a:rect l="l" t="t" r="r" b="b"/>
              <a:pathLst>
                <a:path w="3203" h="2124" extrusionOk="0">
                  <a:moveTo>
                    <a:pt x="2159" y="119"/>
                  </a:moveTo>
                  <a:lnTo>
                    <a:pt x="605" y="594"/>
                  </a:lnTo>
                  <a:cubicBezTo>
                    <a:pt x="226" y="712"/>
                    <a:pt x="0" y="1115"/>
                    <a:pt x="119" y="1519"/>
                  </a:cubicBezTo>
                  <a:cubicBezTo>
                    <a:pt x="238" y="1910"/>
                    <a:pt x="641" y="2123"/>
                    <a:pt x="1044" y="2005"/>
                  </a:cubicBezTo>
                  <a:lnTo>
                    <a:pt x="2598" y="1530"/>
                  </a:lnTo>
                  <a:cubicBezTo>
                    <a:pt x="2977" y="1412"/>
                    <a:pt x="3203" y="1009"/>
                    <a:pt x="3084" y="617"/>
                  </a:cubicBezTo>
                  <a:cubicBezTo>
                    <a:pt x="2965" y="226"/>
                    <a:pt x="2562" y="1"/>
                    <a:pt x="2159" y="11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9"/>
            <p:cNvSpPr/>
            <p:nvPr/>
          </p:nvSpPr>
          <p:spPr>
            <a:xfrm>
              <a:off x="5708575" y="3653150"/>
              <a:ext cx="28175" cy="28175"/>
            </a:xfrm>
            <a:custGeom>
              <a:avLst/>
              <a:gdLst/>
              <a:ahLst/>
              <a:cxnLst/>
              <a:rect l="l" t="t" r="r" b="b"/>
              <a:pathLst>
                <a:path w="1127" h="1127" extrusionOk="0">
                  <a:moveTo>
                    <a:pt x="1056" y="439"/>
                  </a:moveTo>
                  <a:cubicBezTo>
                    <a:pt x="1127" y="700"/>
                    <a:pt x="961" y="984"/>
                    <a:pt x="700" y="1056"/>
                  </a:cubicBezTo>
                  <a:cubicBezTo>
                    <a:pt x="427" y="1127"/>
                    <a:pt x="143" y="973"/>
                    <a:pt x="71" y="700"/>
                  </a:cubicBezTo>
                  <a:cubicBezTo>
                    <a:pt x="0" y="427"/>
                    <a:pt x="154" y="154"/>
                    <a:pt x="427" y="83"/>
                  </a:cubicBezTo>
                  <a:cubicBezTo>
                    <a:pt x="700" y="0"/>
                    <a:pt x="973" y="166"/>
                    <a:pt x="1056" y="43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9"/>
            <p:cNvSpPr/>
            <p:nvPr/>
          </p:nvSpPr>
          <p:spPr>
            <a:xfrm>
              <a:off x="5742675" y="3642775"/>
              <a:ext cx="28175" cy="28175"/>
            </a:xfrm>
            <a:custGeom>
              <a:avLst/>
              <a:gdLst/>
              <a:ahLst/>
              <a:cxnLst/>
              <a:rect l="l" t="t" r="r" b="b"/>
              <a:pathLst>
                <a:path w="1127" h="1127" extrusionOk="0">
                  <a:moveTo>
                    <a:pt x="1044" y="439"/>
                  </a:moveTo>
                  <a:cubicBezTo>
                    <a:pt x="1127" y="700"/>
                    <a:pt x="961" y="984"/>
                    <a:pt x="688" y="1056"/>
                  </a:cubicBezTo>
                  <a:cubicBezTo>
                    <a:pt x="427" y="1127"/>
                    <a:pt x="143" y="973"/>
                    <a:pt x="71" y="700"/>
                  </a:cubicBezTo>
                  <a:cubicBezTo>
                    <a:pt x="0" y="439"/>
                    <a:pt x="154" y="154"/>
                    <a:pt x="427" y="83"/>
                  </a:cubicBezTo>
                  <a:cubicBezTo>
                    <a:pt x="712" y="0"/>
                    <a:pt x="973" y="166"/>
                    <a:pt x="1044" y="43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9"/>
            <p:cNvSpPr/>
            <p:nvPr/>
          </p:nvSpPr>
          <p:spPr>
            <a:xfrm>
              <a:off x="5619925" y="3590275"/>
              <a:ext cx="43900" cy="30275"/>
            </a:xfrm>
            <a:custGeom>
              <a:avLst/>
              <a:gdLst/>
              <a:ahLst/>
              <a:cxnLst/>
              <a:rect l="l" t="t" r="r" b="b"/>
              <a:pathLst>
                <a:path w="1756" h="1211" extrusionOk="0">
                  <a:moveTo>
                    <a:pt x="1578" y="677"/>
                  </a:moveTo>
                  <a:lnTo>
                    <a:pt x="427" y="72"/>
                  </a:lnTo>
                  <a:cubicBezTo>
                    <a:pt x="297" y="1"/>
                    <a:pt x="143" y="60"/>
                    <a:pt x="71" y="179"/>
                  </a:cubicBezTo>
                  <a:cubicBezTo>
                    <a:pt x="0" y="309"/>
                    <a:pt x="60" y="463"/>
                    <a:pt x="178" y="535"/>
                  </a:cubicBezTo>
                  <a:lnTo>
                    <a:pt x="1317" y="1139"/>
                  </a:lnTo>
                  <a:cubicBezTo>
                    <a:pt x="1459" y="1211"/>
                    <a:pt x="1601" y="1151"/>
                    <a:pt x="1672" y="1033"/>
                  </a:cubicBezTo>
                  <a:cubicBezTo>
                    <a:pt x="1755" y="902"/>
                    <a:pt x="1708" y="760"/>
                    <a:pt x="1578" y="67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9"/>
            <p:cNvSpPr/>
            <p:nvPr/>
          </p:nvSpPr>
          <p:spPr>
            <a:xfrm>
              <a:off x="5607750" y="3613125"/>
              <a:ext cx="43625" cy="30550"/>
            </a:xfrm>
            <a:custGeom>
              <a:avLst/>
              <a:gdLst/>
              <a:ahLst/>
              <a:cxnLst/>
              <a:rect l="l" t="t" r="r" b="b"/>
              <a:pathLst>
                <a:path w="1745" h="1222" extrusionOk="0">
                  <a:moveTo>
                    <a:pt x="1566" y="688"/>
                  </a:moveTo>
                  <a:lnTo>
                    <a:pt x="428" y="83"/>
                  </a:lnTo>
                  <a:cubicBezTo>
                    <a:pt x="297" y="0"/>
                    <a:pt x="143" y="59"/>
                    <a:pt x="72" y="178"/>
                  </a:cubicBezTo>
                  <a:cubicBezTo>
                    <a:pt x="1" y="320"/>
                    <a:pt x="60" y="463"/>
                    <a:pt x="179" y="534"/>
                  </a:cubicBezTo>
                  <a:lnTo>
                    <a:pt x="1317" y="1150"/>
                  </a:lnTo>
                  <a:cubicBezTo>
                    <a:pt x="1448" y="1222"/>
                    <a:pt x="1602" y="1162"/>
                    <a:pt x="1673" y="1044"/>
                  </a:cubicBezTo>
                  <a:cubicBezTo>
                    <a:pt x="1744" y="913"/>
                    <a:pt x="1697" y="759"/>
                    <a:pt x="1566" y="688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9"/>
            <p:cNvSpPr/>
            <p:nvPr/>
          </p:nvSpPr>
          <p:spPr>
            <a:xfrm>
              <a:off x="5643350" y="3578725"/>
              <a:ext cx="18400" cy="13075"/>
            </a:xfrm>
            <a:custGeom>
              <a:avLst/>
              <a:gdLst/>
              <a:ahLst/>
              <a:cxnLst/>
              <a:rect l="l" t="t" r="r" b="b"/>
              <a:pathLst>
                <a:path w="736" h="523" extrusionOk="0">
                  <a:moveTo>
                    <a:pt x="664" y="297"/>
                  </a:moveTo>
                  <a:lnTo>
                    <a:pt x="178" y="36"/>
                  </a:lnTo>
                  <a:cubicBezTo>
                    <a:pt x="119" y="0"/>
                    <a:pt x="59" y="12"/>
                    <a:pt x="24" y="71"/>
                  </a:cubicBezTo>
                  <a:cubicBezTo>
                    <a:pt x="0" y="131"/>
                    <a:pt x="12" y="190"/>
                    <a:pt x="71" y="226"/>
                  </a:cubicBezTo>
                  <a:lnTo>
                    <a:pt x="558" y="487"/>
                  </a:lnTo>
                  <a:cubicBezTo>
                    <a:pt x="617" y="522"/>
                    <a:pt x="676" y="510"/>
                    <a:pt x="712" y="451"/>
                  </a:cubicBezTo>
                  <a:cubicBezTo>
                    <a:pt x="735" y="404"/>
                    <a:pt x="724" y="332"/>
                    <a:pt x="664" y="29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950;p39">
            <a:extLst>
              <a:ext uri="{FF2B5EF4-FFF2-40B4-BE49-F238E27FC236}">
                <a16:creationId xmlns:a16="http://schemas.microsoft.com/office/drawing/2014/main" id="{3EF494BA-F862-6880-61B3-AC4EFA3E61FC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10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>
          <a:extLst>
            <a:ext uri="{FF2B5EF4-FFF2-40B4-BE49-F238E27FC236}">
              <a16:creationId xmlns:a16="http://schemas.microsoft.com/office/drawing/2014/main" id="{EDA0DB65-1D81-63D3-C5FA-CF840592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56">
            <a:extLst>
              <a:ext uri="{FF2B5EF4-FFF2-40B4-BE49-F238E27FC236}">
                <a16:creationId xmlns:a16="http://schemas.microsoft.com/office/drawing/2014/main" id="{997841E3-E396-8B5C-2A41-F9A4B2C48F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3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Tác</a:t>
            </a:r>
            <a:r>
              <a:rPr lang="en-US" sz="33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3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nhân</a:t>
            </a:r>
            <a:r>
              <a:rPr lang="en-US" sz="33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3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hệ</a:t>
            </a:r>
            <a:r>
              <a:rPr lang="en-US" sz="33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3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thống</a:t>
            </a:r>
            <a:r>
              <a:rPr lang="en-US" sz="33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&amp; </a:t>
            </a:r>
            <a:r>
              <a:rPr lang="en-US" sz="33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Sơ</a:t>
            </a:r>
            <a:r>
              <a:rPr lang="en-US" sz="33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3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đồ</a:t>
            </a:r>
            <a:r>
              <a:rPr lang="en-US" sz="33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Use Case</a:t>
            </a:r>
            <a:endParaRPr sz="3300" dirty="0">
              <a:latin typeface="+mj-lt"/>
            </a:endParaRPr>
          </a:p>
        </p:txBody>
      </p:sp>
      <p:sp>
        <p:nvSpPr>
          <p:cNvPr id="1369" name="Google Shape;1369;p56">
            <a:extLst>
              <a:ext uri="{FF2B5EF4-FFF2-40B4-BE49-F238E27FC236}">
                <a16:creationId xmlns:a16="http://schemas.microsoft.com/office/drawing/2014/main" id="{53FC018A-3740-5820-76EB-3ED1780CE1F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06530" y="1416214"/>
            <a:ext cx="3650614" cy="3365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b="1" dirty="0" err="1">
                <a:solidFill>
                  <a:srgbClr val="92D050"/>
                </a:solidFill>
                <a:latin typeface="+mj-lt"/>
                <a:ea typeface="Calibri" pitchFamily="34" charset="-122"/>
                <a:cs typeface="Calibri" pitchFamily="34" charset="-120"/>
              </a:rPr>
              <a:t>Người</a:t>
            </a:r>
            <a:r>
              <a:rPr lang="en-US" sz="1600" b="1" dirty="0">
                <a:solidFill>
                  <a:srgbClr val="92D050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92D050"/>
                </a:solidFill>
                <a:latin typeface="+mj-lt"/>
                <a:ea typeface="Calibri" pitchFamily="34" charset="-122"/>
                <a:cs typeface="Calibri" pitchFamily="34" charset="-120"/>
              </a:rPr>
              <a:t>chơi</a:t>
            </a:r>
            <a:r>
              <a:rPr lang="en-US" sz="1600" b="1" dirty="0">
                <a:solidFill>
                  <a:srgbClr val="92D050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khiển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chuyển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chiến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đấu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quản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kho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đồ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tương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tác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b="1" dirty="0" err="1">
                <a:solidFill>
                  <a:srgbClr val="FF0000"/>
                </a:solidFill>
                <a:latin typeface="+mj-lt"/>
                <a:ea typeface="Calibri" pitchFamily="34" charset="-122"/>
                <a:cs typeface="Calibri" pitchFamily="34" charset="-120"/>
              </a:rPr>
              <a:t>Kẻ</a:t>
            </a:r>
            <a:r>
              <a:rPr lang="en-US" sz="1600" b="1" dirty="0">
                <a:solidFill>
                  <a:srgbClr val="FF0000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+mj-lt"/>
                <a:ea typeface="Calibri" pitchFamily="34" charset="-122"/>
                <a:cs typeface="Calibri" pitchFamily="34" charset="-120"/>
              </a:rPr>
              <a:t>địch</a:t>
            </a:r>
            <a:r>
              <a:rPr lang="en-US" sz="1600" b="1" dirty="0">
                <a:solidFill>
                  <a:srgbClr val="FF0000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vận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máy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trạng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thái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tuần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đuổi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tấn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người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chơi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600" b="1" dirty="0">
                <a:solidFill>
                  <a:schemeClr val="tx2"/>
                </a:solidFill>
                <a:latin typeface="+mj-lt"/>
                <a:ea typeface="Calibri" pitchFamily="34" charset="-122"/>
                <a:cs typeface="Calibri" pitchFamily="34" charset="-120"/>
              </a:rPr>
              <a:t>NPC: 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di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chuyển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đứng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yên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cấu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phản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hồi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hội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thoại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giao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vật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phẩm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nhiệm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người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chơi</a:t>
            </a:r>
            <a:r>
              <a:rPr lang="en-US" sz="16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+mj-lt"/>
            </a:endParaRPr>
          </a:p>
        </p:txBody>
      </p:sp>
      <p:pic>
        <p:nvPicPr>
          <p:cNvPr id="5" name="Image 0" descr="/home/claude/assets/image6.png">
            <a:extLst>
              <a:ext uri="{FF2B5EF4-FFF2-40B4-BE49-F238E27FC236}">
                <a16:creationId xmlns:a16="http://schemas.microsoft.com/office/drawing/2014/main" id="{81AB3A39-DE78-07F9-34B7-C026CC590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789" y="1511465"/>
            <a:ext cx="3650615" cy="31748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Google Shape;950;p39">
            <a:extLst>
              <a:ext uri="{FF2B5EF4-FFF2-40B4-BE49-F238E27FC236}">
                <a16:creationId xmlns:a16="http://schemas.microsoft.com/office/drawing/2014/main" id="{3AA07BA3-6BA5-37C4-E41D-AD132E5A9D02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9112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>
          <a:extLst>
            <a:ext uri="{FF2B5EF4-FFF2-40B4-BE49-F238E27FC236}">
              <a16:creationId xmlns:a16="http://schemas.microsoft.com/office/drawing/2014/main" id="{08E22600-2628-1BAE-84EA-2A4596015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8">
            <a:extLst>
              <a:ext uri="{FF2B5EF4-FFF2-40B4-BE49-F238E27FC236}">
                <a16:creationId xmlns:a16="http://schemas.microsoft.com/office/drawing/2014/main" id="{EE47E91D-5025-9705-C094-E49F5C7074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84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dirty="0" err="1">
                <a:latin typeface="+mj-lt"/>
              </a:rPr>
              <a:t>Cấu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trúc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thư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mục</a:t>
            </a:r>
            <a:endParaRPr lang="en-US" sz="32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5AF8F0-B6B3-C14F-8284-B57124B67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97" y="1258726"/>
            <a:ext cx="4765403" cy="19192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611C6D7-B450-4F1E-BBB2-EF6D8685E309}"/>
              </a:ext>
            </a:extLst>
          </p:cNvPr>
          <p:cNvSpPr txBox="1"/>
          <p:nvPr/>
        </p:nvSpPr>
        <p:spPr>
          <a:xfrm>
            <a:off x="822597" y="3178004"/>
            <a:ext cx="7372498" cy="116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8000"/>
              </a:lnSpc>
              <a:buSzPct val="100000"/>
            </a:pPr>
            <a:r>
              <a:rPr lang="vi-VN" b="1" dirty="0">
                <a:solidFill>
                  <a:srgbClr val="FFFF00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Thư mục </a:t>
            </a:r>
            <a:r>
              <a:rPr lang="en-US" b="1" dirty="0">
                <a:solidFill>
                  <a:schemeClr val="tx1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vi-VN" b="1" dirty="0">
                <a:solidFill>
                  <a:schemeClr val="tx1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js/plugins/:</a:t>
            </a:r>
            <a:r>
              <a:rPr lang="vi-VN" dirty="0">
                <a:solidFill>
                  <a:schemeClr val="tx1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 Chứa toàn bộ các tệp plugin mở rộng định dạng .js của hệ thống</a:t>
            </a:r>
            <a:r>
              <a:rPr lang="en-US" dirty="0">
                <a:solidFill>
                  <a:schemeClr val="tx1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vi-VN" dirty="0">
                <a:solidFill>
                  <a:schemeClr val="tx1"/>
                </a:solidFill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ct val="128000"/>
              </a:lnSpc>
              <a:buSzPct val="100000"/>
            </a:pPr>
            <a:r>
              <a:rPr lang="en-US" b="1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                -  </a:t>
            </a:r>
            <a:r>
              <a:rPr lang="en-US" b="1" dirty="0" err="1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img</a:t>
            </a:r>
            <a:r>
              <a:rPr lang="en-US" b="1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/:</a:t>
            </a:r>
            <a:r>
              <a:rPr lang="en-US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vi-VN" dirty="0">
                <a:solidFill>
                  <a:schemeClr val="tx1"/>
                </a:solidFill>
                <a:latin typeface="+mn-lt"/>
              </a:rPr>
              <a:t>Dùng để lưu trữ toàn bộ tài nguyên hình ảnh của trò chơi.</a:t>
            </a:r>
            <a:endParaRPr lang="en-US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28000"/>
              </a:lnSpc>
              <a:buSzPct val="100000"/>
            </a:pPr>
            <a:r>
              <a:rPr lang="en-US" b="1" dirty="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                - audio/: </a:t>
            </a:r>
            <a:r>
              <a:rPr lang="vi-VN" dirty="0">
                <a:solidFill>
                  <a:schemeClr val="tx1"/>
                </a:solidFill>
                <a:latin typeface="+mn-lt"/>
              </a:rPr>
              <a:t>Lưu trữ các hiệu ứng âm thanh như tiếng vung kiếm, tiếng kẻ địch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              </a:t>
            </a:r>
          </a:p>
          <a:p>
            <a:pPr algn="just">
              <a:lnSpc>
                <a:spcPct val="128000"/>
              </a:lnSpc>
              <a:buSzPct val="100000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             </a:t>
            </a:r>
            <a:r>
              <a:rPr lang="vi-VN" dirty="0">
                <a:solidFill>
                  <a:schemeClr val="tx1"/>
                </a:solidFill>
                <a:latin typeface="+mn-lt"/>
              </a:rPr>
              <a:t>hoặc âm thanh va chạm. 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Google Shape;950;p39">
            <a:extLst>
              <a:ext uri="{FF2B5EF4-FFF2-40B4-BE49-F238E27FC236}">
                <a16:creationId xmlns:a16="http://schemas.microsoft.com/office/drawing/2014/main" id="{ECF26660-0C19-25D9-CCB5-1C1A30866FB4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8593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52"/>
          <p:cNvSpPr txBox="1">
            <a:spLocks noGrp="1"/>
          </p:cNvSpPr>
          <p:nvPr>
            <p:ph type="title"/>
          </p:nvPr>
        </p:nvSpPr>
        <p:spPr>
          <a:xfrm>
            <a:off x="591913" y="3187560"/>
            <a:ext cx="5345795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500" spc="3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KẾT QUẢ NGHIÊN CỨU</a:t>
            </a:r>
            <a:endParaRPr sz="45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47" name="Google Shape;1247;p52"/>
          <p:cNvSpPr txBox="1">
            <a:spLocks noGrp="1"/>
          </p:cNvSpPr>
          <p:nvPr>
            <p:ph type="title" idx="2"/>
          </p:nvPr>
        </p:nvSpPr>
        <p:spPr>
          <a:xfrm>
            <a:off x="715100" y="1255875"/>
            <a:ext cx="1184100" cy="11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04</a:t>
            </a:r>
            <a:endParaRPr dirty="0">
              <a:latin typeface="+mj-lt"/>
            </a:endParaRPr>
          </a:p>
        </p:txBody>
      </p:sp>
      <p:grpSp>
        <p:nvGrpSpPr>
          <p:cNvPr id="1249" name="Google Shape;1249;p52"/>
          <p:cNvGrpSpPr/>
          <p:nvPr/>
        </p:nvGrpSpPr>
        <p:grpSpPr>
          <a:xfrm>
            <a:off x="4127750" y="2999269"/>
            <a:ext cx="4586991" cy="2300250"/>
            <a:chOff x="4323120" y="2923069"/>
            <a:chExt cx="4586991" cy="2300250"/>
          </a:xfrm>
        </p:grpSpPr>
        <p:sp>
          <p:nvSpPr>
            <p:cNvPr id="1250" name="Google Shape;1250;p52"/>
            <p:cNvSpPr/>
            <p:nvPr/>
          </p:nvSpPr>
          <p:spPr>
            <a:xfrm>
              <a:off x="6974042" y="2923069"/>
              <a:ext cx="1936068" cy="2266619"/>
            </a:xfrm>
            <a:custGeom>
              <a:avLst/>
              <a:gdLst/>
              <a:ahLst/>
              <a:cxnLst/>
              <a:rect l="l" t="t" r="r" b="b"/>
              <a:pathLst>
                <a:path w="20494" h="23993" extrusionOk="0">
                  <a:moveTo>
                    <a:pt x="1364" y="2088"/>
                  </a:moveTo>
                  <a:lnTo>
                    <a:pt x="1352" y="5777"/>
                  </a:lnTo>
                  <a:cubicBezTo>
                    <a:pt x="1827" y="5788"/>
                    <a:pt x="2004" y="6524"/>
                    <a:pt x="2087" y="6879"/>
                  </a:cubicBezTo>
                  <a:cubicBezTo>
                    <a:pt x="2277" y="7627"/>
                    <a:pt x="2194" y="8077"/>
                    <a:pt x="3072" y="8338"/>
                  </a:cubicBezTo>
                  <a:cubicBezTo>
                    <a:pt x="4163" y="8682"/>
                    <a:pt x="5266" y="9014"/>
                    <a:pt x="6357" y="9346"/>
                  </a:cubicBezTo>
                  <a:cubicBezTo>
                    <a:pt x="6570" y="9406"/>
                    <a:pt x="6772" y="9465"/>
                    <a:pt x="6938" y="9607"/>
                  </a:cubicBezTo>
                  <a:cubicBezTo>
                    <a:pt x="7247" y="9821"/>
                    <a:pt x="7424" y="10200"/>
                    <a:pt x="7543" y="10556"/>
                  </a:cubicBezTo>
                  <a:cubicBezTo>
                    <a:pt x="7709" y="11054"/>
                    <a:pt x="7780" y="11588"/>
                    <a:pt x="7804" y="12121"/>
                  </a:cubicBezTo>
                  <a:cubicBezTo>
                    <a:pt x="7875" y="13817"/>
                    <a:pt x="7069" y="13556"/>
                    <a:pt x="6286" y="15074"/>
                  </a:cubicBezTo>
                  <a:cubicBezTo>
                    <a:pt x="5728" y="16154"/>
                    <a:pt x="9132" y="18455"/>
                    <a:pt x="9476" y="19368"/>
                  </a:cubicBezTo>
                  <a:cubicBezTo>
                    <a:pt x="10069" y="20909"/>
                    <a:pt x="10532" y="22439"/>
                    <a:pt x="11125" y="23993"/>
                  </a:cubicBezTo>
                  <a:lnTo>
                    <a:pt x="20494" y="23685"/>
                  </a:lnTo>
                  <a:cubicBezTo>
                    <a:pt x="20494" y="23685"/>
                    <a:pt x="14896" y="16438"/>
                    <a:pt x="14469" y="15869"/>
                  </a:cubicBezTo>
                  <a:cubicBezTo>
                    <a:pt x="14042" y="15312"/>
                    <a:pt x="12394" y="10354"/>
                    <a:pt x="12394" y="10354"/>
                  </a:cubicBezTo>
                  <a:cubicBezTo>
                    <a:pt x="12394" y="10354"/>
                    <a:pt x="11872" y="7247"/>
                    <a:pt x="11730" y="6879"/>
                  </a:cubicBezTo>
                  <a:cubicBezTo>
                    <a:pt x="11575" y="6500"/>
                    <a:pt x="9369" y="4092"/>
                    <a:pt x="9369" y="4092"/>
                  </a:cubicBezTo>
                  <a:lnTo>
                    <a:pt x="7626" y="1317"/>
                  </a:lnTo>
                  <a:lnTo>
                    <a:pt x="3096" y="36"/>
                  </a:lnTo>
                  <a:cubicBezTo>
                    <a:pt x="3096" y="36"/>
                    <a:pt x="48" y="1"/>
                    <a:pt x="36" y="511"/>
                  </a:cubicBezTo>
                  <a:cubicBezTo>
                    <a:pt x="0" y="1958"/>
                    <a:pt x="759" y="1721"/>
                    <a:pt x="1364" y="2088"/>
                  </a:cubicBezTo>
                  <a:close/>
                </a:path>
              </a:pathLst>
            </a:custGeom>
            <a:solidFill>
              <a:srgbClr val="F8A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52"/>
            <p:cNvSpPr/>
            <p:nvPr/>
          </p:nvSpPr>
          <p:spPr>
            <a:xfrm>
              <a:off x="4323120" y="2923069"/>
              <a:ext cx="1987743" cy="2300250"/>
            </a:xfrm>
            <a:custGeom>
              <a:avLst/>
              <a:gdLst/>
              <a:ahLst/>
              <a:cxnLst/>
              <a:rect l="l" t="t" r="r" b="b"/>
              <a:pathLst>
                <a:path w="21041" h="24349" extrusionOk="0">
                  <a:moveTo>
                    <a:pt x="19653" y="2088"/>
                  </a:moveTo>
                  <a:lnTo>
                    <a:pt x="19676" y="5777"/>
                  </a:lnTo>
                  <a:cubicBezTo>
                    <a:pt x="19202" y="5788"/>
                    <a:pt x="19024" y="6524"/>
                    <a:pt x="18929" y="6879"/>
                  </a:cubicBezTo>
                  <a:cubicBezTo>
                    <a:pt x="18739" y="7627"/>
                    <a:pt x="18822" y="8077"/>
                    <a:pt x="17957" y="8338"/>
                  </a:cubicBezTo>
                  <a:cubicBezTo>
                    <a:pt x="16854" y="8682"/>
                    <a:pt x="15763" y="9014"/>
                    <a:pt x="14660" y="9346"/>
                  </a:cubicBezTo>
                  <a:cubicBezTo>
                    <a:pt x="14458" y="9406"/>
                    <a:pt x="14245" y="9465"/>
                    <a:pt x="14078" y="9607"/>
                  </a:cubicBezTo>
                  <a:cubicBezTo>
                    <a:pt x="13770" y="9821"/>
                    <a:pt x="13592" y="10200"/>
                    <a:pt x="13474" y="10556"/>
                  </a:cubicBezTo>
                  <a:cubicBezTo>
                    <a:pt x="13308" y="11054"/>
                    <a:pt x="13236" y="11588"/>
                    <a:pt x="13225" y="12121"/>
                  </a:cubicBezTo>
                  <a:cubicBezTo>
                    <a:pt x="13142" y="13817"/>
                    <a:pt x="13948" y="13556"/>
                    <a:pt x="14731" y="15074"/>
                  </a:cubicBezTo>
                  <a:cubicBezTo>
                    <a:pt x="15300" y="16154"/>
                    <a:pt x="11884" y="18455"/>
                    <a:pt x="11552" y="19368"/>
                  </a:cubicBezTo>
                  <a:cubicBezTo>
                    <a:pt x="10959" y="20909"/>
                    <a:pt x="10497" y="22439"/>
                    <a:pt x="9904" y="23993"/>
                  </a:cubicBezTo>
                  <a:lnTo>
                    <a:pt x="1" y="24349"/>
                  </a:lnTo>
                  <a:cubicBezTo>
                    <a:pt x="1" y="24349"/>
                    <a:pt x="6121" y="16438"/>
                    <a:pt x="6547" y="15869"/>
                  </a:cubicBezTo>
                  <a:cubicBezTo>
                    <a:pt x="6986" y="15312"/>
                    <a:pt x="8623" y="10354"/>
                    <a:pt x="8623" y="10354"/>
                  </a:cubicBezTo>
                  <a:cubicBezTo>
                    <a:pt x="8623" y="10354"/>
                    <a:pt x="9145" y="7247"/>
                    <a:pt x="9299" y="6879"/>
                  </a:cubicBezTo>
                  <a:cubicBezTo>
                    <a:pt x="9441" y="6500"/>
                    <a:pt x="11647" y="4092"/>
                    <a:pt x="11647" y="4092"/>
                  </a:cubicBezTo>
                  <a:lnTo>
                    <a:pt x="13402" y="1317"/>
                  </a:lnTo>
                  <a:lnTo>
                    <a:pt x="17921" y="36"/>
                  </a:lnTo>
                  <a:cubicBezTo>
                    <a:pt x="17921" y="36"/>
                    <a:pt x="20981" y="1"/>
                    <a:pt x="20993" y="511"/>
                  </a:cubicBezTo>
                  <a:cubicBezTo>
                    <a:pt x="21040" y="1958"/>
                    <a:pt x="20281" y="1721"/>
                    <a:pt x="19653" y="2088"/>
                  </a:cubicBezTo>
                  <a:close/>
                </a:path>
              </a:pathLst>
            </a:custGeom>
            <a:solidFill>
              <a:srgbClr val="F8A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52"/>
            <p:cNvSpPr/>
            <p:nvPr/>
          </p:nvSpPr>
          <p:spPr>
            <a:xfrm>
              <a:off x="5371831" y="3243512"/>
              <a:ext cx="454968" cy="556901"/>
            </a:xfrm>
            <a:custGeom>
              <a:avLst/>
              <a:gdLst/>
              <a:ahLst/>
              <a:cxnLst/>
              <a:rect l="l" t="t" r="r" b="b"/>
              <a:pathLst>
                <a:path w="4816" h="5895" extrusionOk="0">
                  <a:moveTo>
                    <a:pt x="1" y="5895"/>
                  </a:moveTo>
                  <a:lnTo>
                    <a:pt x="1756" y="2100"/>
                  </a:lnTo>
                  <a:lnTo>
                    <a:pt x="4816" y="1"/>
                  </a:lnTo>
                  <a:lnTo>
                    <a:pt x="3843" y="3072"/>
                  </a:ln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52"/>
            <p:cNvSpPr/>
            <p:nvPr/>
          </p:nvSpPr>
          <p:spPr>
            <a:xfrm>
              <a:off x="5635119" y="3789170"/>
              <a:ext cx="370984" cy="375424"/>
            </a:xfrm>
            <a:custGeom>
              <a:avLst/>
              <a:gdLst/>
              <a:ahLst/>
              <a:cxnLst/>
              <a:rect l="l" t="t" r="r" b="b"/>
              <a:pathLst>
                <a:path w="3927" h="3974" extrusionOk="0">
                  <a:moveTo>
                    <a:pt x="546" y="2005"/>
                  </a:moveTo>
                  <a:lnTo>
                    <a:pt x="1602" y="1388"/>
                  </a:lnTo>
                  <a:lnTo>
                    <a:pt x="3926" y="0"/>
                  </a:lnTo>
                  <a:lnTo>
                    <a:pt x="2657" y="3309"/>
                  </a:lnTo>
                  <a:lnTo>
                    <a:pt x="1187" y="3973"/>
                  </a:lnTo>
                  <a:cubicBezTo>
                    <a:pt x="724" y="3890"/>
                    <a:pt x="511" y="3653"/>
                    <a:pt x="273" y="3084"/>
                  </a:cubicBezTo>
                  <a:cubicBezTo>
                    <a:pt x="1" y="2515"/>
                    <a:pt x="546" y="2005"/>
                    <a:pt x="546" y="2005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52"/>
            <p:cNvSpPr/>
            <p:nvPr/>
          </p:nvSpPr>
          <p:spPr>
            <a:xfrm>
              <a:off x="5697847" y="3531456"/>
              <a:ext cx="327244" cy="512122"/>
            </a:xfrm>
            <a:custGeom>
              <a:avLst/>
              <a:gdLst/>
              <a:ahLst/>
              <a:cxnLst/>
              <a:rect l="l" t="t" r="r" b="b"/>
              <a:pathLst>
                <a:path w="3464" h="5421" extrusionOk="0">
                  <a:moveTo>
                    <a:pt x="867" y="2218"/>
                  </a:moveTo>
                  <a:lnTo>
                    <a:pt x="1388" y="428"/>
                  </a:lnTo>
                  <a:lnTo>
                    <a:pt x="1780" y="902"/>
                  </a:lnTo>
                  <a:lnTo>
                    <a:pt x="3464" y="1"/>
                  </a:lnTo>
                  <a:lnTo>
                    <a:pt x="3428" y="2384"/>
                  </a:lnTo>
                  <a:lnTo>
                    <a:pt x="1471" y="5254"/>
                  </a:lnTo>
                  <a:cubicBezTo>
                    <a:pt x="1021" y="5421"/>
                    <a:pt x="463" y="4851"/>
                    <a:pt x="238" y="4211"/>
                  </a:cubicBezTo>
                  <a:cubicBezTo>
                    <a:pt x="1" y="3547"/>
                    <a:pt x="867" y="2218"/>
                    <a:pt x="867" y="2218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52"/>
            <p:cNvSpPr/>
            <p:nvPr/>
          </p:nvSpPr>
          <p:spPr>
            <a:xfrm>
              <a:off x="7456878" y="3243512"/>
              <a:ext cx="456101" cy="556901"/>
            </a:xfrm>
            <a:custGeom>
              <a:avLst/>
              <a:gdLst/>
              <a:ahLst/>
              <a:cxnLst/>
              <a:rect l="l" t="t" r="r" b="b"/>
              <a:pathLst>
                <a:path w="4828" h="5895" extrusionOk="0">
                  <a:moveTo>
                    <a:pt x="4828" y="5895"/>
                  </a:moveTo>
                  <a:lnTo>
                    <a:pt x="3072" y="2100"/>
                  </a:lnTo>
                  <a:lnTo>
                    <a:pt x="1" y="1"/>
                  </a:lnTo>
                  <a:lnTo>
                    <a:pt x="985" y="3072"/>
                  </a:ln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52"/>
            <p:cNvSpPr/>
            <p:nvPr/>
          </p:nvSpPr>
          <p:spPr>
            <a:xfrm>
              <a:off x="7277669" y="3789170"/>
              <a:ext cx="369756" cy="375424"/>
            </a:xfrm>
            <a:custGeom>
              <a:avLst/>
              <a:gdLst/>
              <a:ahLst/>
              <a:cxnLst/>
              <a:rect l="l" t="t" r="r" b="b"/>
              <a:pathLst>
                <a:path w="3914" h="3974" extrusionOk="0">
                  <a:moveTo>
                    <a:pt x="3380" y="2005"/>
                  </a:moveTo>
                  <a:lnTo>
                    <a:pt x="2337" y="1388"/>
                  </a:lnTo>
                  <a:lnTo>
                    <a:pt x="0" y="0"/>
                  </a:lnTo>
                  <a:lnTo>
                    <a:pt x="1281" y="3309"/>
                  </a:lnTo>
                  <a:lnTo>
                    <a:pt x="2752" y="3973"/>
                  </a:lnTo>
                  <a:cubicBezTo>
                    <a:pt x="3202" y="3890"/>
                    <a:pt x="3428" y="3653"/>
                    <a:pt x="3665" y="3084"/>
                  </a:cubicBezTo>
                  <a:cubicBezTo>
                    <a:pt x="3914" y="2515"/>
                    <a:pt x="3380" y="2005"/>
                    <a:pt x="3380" y="2005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52"/>
            <p:cNvSpPr/>
            <p:nvPr/>
          </p:nvSpPr>
          <p:spPr>
            <a:xfrm>
              <a:off x="7259719" y="3531456"/>
              <a:ext cx="324977" cy="512122"/>
            </a:xfrm>
            <a:custGeom>
              <a:avLst/>
              <a:gdLst/>
              <a:ahLst/>
              <a:cxnLst/>
              <a:rect l="l" t="t" r="r" b="b"/>
              <a:pathLst>
                <a:path w="3440" h="5421" extrusionOk="0">
                  <a:moveTo>
                    <a:pt x="2598" y="2218"/>
                  </a:moveTo>
                  <a:lnTo>
                    <a:pt x="2076" y="428"/>
                  </a:lnTo>
                  <a:lnTo>
                    <a:pt x="1673" y="902"/>
                  </a:lnTo>
                  <a:lnTo>
                    <a:pt x="0" y="1"/>
                  </a:lnTo>
                  <a:lnTo>
                    <a:pt x="36" y="2384"/>
                  </a:lnTo>
                  <a:lnTo>
                    <a:pt x="1993" y="5254"/>
                  </a:lnTo>
                  <a:cubicBezTo>
                    <a:pt x="2432" y="5421"/>
                    <a:pt x="3001" y="4851"/>
                    <a:pt x="3214" y="4211"/>
                  </a:cubicBezTo>
                  <a:cubicBezTo>
                    <a:pt x="3440" y="3547"/>
                    <a:pt x="2598" y="2218"/>
                    <a:pt x="2598" y="2218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52"/>
            <p:cNvSpPr/>
            <p:nvPr/>
          </p:nvSpPr>
          <p:spPr>
            <a:xfrm>
              <a:off x="5694541" y="3088959"/>
              <a:ext cx="1913679" cy="826896"/>
            </a:xfrm>
            <a:custGeom>
              <a:avLst/>
              <a:gdLst/>
              <a:ahLst/>
              <a:cxnLst/>
              <a:rect l="l" t="t" r="r" b="b"/>
              <a:pathLst>
                <a:path w="20257" h="8753" extrusionOk="0">
                  <a:moveTo>
                    <a:pt x="18027" y="0"/>
                  </a:moveTo>
                  <a:lnTo>
                    <a:pt x="16924" y="0"/>
                  </a:lnTo>
                  <a:lnTo>
                    <a:pt x="16924" y="0"/>
                  </a:lnTo>
                  <a:lnTo>
                    <a:pt x="3392" y="0"/>
                  </a:lnTo>
                  <a:lnTo>
                    <a:pt x="3392" y="59"/>
                  </a:lnTo>
                  <a:lnTo>
                    <a:pt x="3333" y="0"/>
                  </a:lnTo>
                  <a:lnTo>
                    <a:pt x="2230" y="0"/>
                  </a:lnTo>
                  <a:cubicBezTo>
                    <a:pt x="2230" y="0"/>
                    <a:pt x="0" y="854"/>
                    <a:pt x="0" y="4376"/>
                  </a:cubicBezTo>
                  <a:cubicBezTo>
                    <a:pt x="0" y="7899"/>
                    <a:pt x="2230" y="8753"/>
                    <a:pt x="2230" y="8753"/>
                  </a:cubicBezTo>
                  <a:lnTo>
                    <a:pt x="3333" y="8753"/>
                  </a:lnTo>
                  <a:lnTo>
                    <a:pt x="3392" y="8693"/>
                  </a:lnTo>
                  <a:lnTo>
                    <a:pt x="3392" y="8753"/>
                  </a:lnTo>
                  <a:lnTo>
                    <a:pt x="16924" y="8753"/>
                  </a:lnTo>
                  <a:lnTo>
                    <a:pt x="16924" y="8753"/>
                  </a:lnTo>
                  <a:lnTo>
                    <a:pt x="18027" y="8753"/>
                  </a:lnTo>
                  <a:cubicBezTo>
                    <a:pt x="18027" y="8753"/>
                    <a:pt x="20257" y="7910"/>
                    <a:pt x="20257" y="4376"/>
                  </a:cubicBezTo>
                  <a:cubicBezTo>
                    <a:pt x="20257" y="842"/>
                    <a:pt x="18027" y="0"/>
                    <a:pt x="1802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52"/>
            <p:cNvSpPr/>
            <p:nvPr/>
          </p:nvSpPr>
          <p:spPr>
            <a:xfrm>
              <a:off x="7324715" y="2962274"/>
              <a:ext cx="232018" cy="209629"/>
            </a:xfrm>
            <a:custGeom>
              <a:avLst/>
              <a:gdLst/>
              <a:ahLst/>
              <a:cxnLst/>
              <a:rect l="l" t="t" r="r" b="b"/>
              <a:pathLst>
                <a:path w="2456" h="2219" extrusionOk="0">
                  <a:moveTo>
                    <a:pt x="1993" y="855"/>
                  </a:moveTo>
                  <a:lnTo>
                    <a:pt x="1364" y="333"/>
                  </a:lnTo>
                  <a:cubicBezTo>
                    <a:pt x="961" y="1"/>
                    <a:pt x="356" y="60"/>
                    <a:pt x="12" y="452"/>
                  </a:cubicBezTo>
                  <a:lnTo>
                    <a:pt x="0" y="475"/>
                  </a:lnTo>
                  <a:lnTo>
                    <a:pt x="2099" y="2219"/>
                  </a:lnTo>
                  <a:lnTo>
                    <a:pt x="2111" y="2207"/>
                  </a:lnTo>
                  <a:cubicBezTo>
                    <a:pt x="2455" y="1792"/>
                    <a:pt x="2396" y="1199"/>
                    <a:pt x="1993" y="85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2"/>
            <p:cNvSpPr/>
            <p:nvPr/>
          </p:nvSpPr>
          <p:spPr>
            <a:xfrm>
              <a:off x="5746027" y="2962274"/>
              <a:ext cx="232018" cy="209629"/>
            </a:xfrm>
            <a:custGeom>
              <a:avLst/>
              <a:gdLst/>
              <a:ahLst/>
              <a:cxnLst/>
              <a:rect l="l" t="t" r="r" b="b"/>
              <a:pathLst>
                <a:path w="2456" h="2219" extrusionOk="0">
                  <a:moveTo>
                    <a:pt x="463" y="855"/>
                  </a:moveTo>
                  <a:lnTo>
                    <a:pt x="1092" y="333"/>
                  </a:lnTo>
                  <a:cubicBezTo>
                    <a:pt x="1495" y="1"/>
                    <a:pt x="2100" y="60"/>
                    <a:pt x="2444" y="452"/>
                  </a:cubicBezTo>
                  <a:lnTo>
                    <a:pt x="2456" y="475"/>
                  </a:lnTo>
                  <a:lnTo>
                    <a:pt x="357" y="2219"/>
                  </a:lnTo>
                  <a:lnTo>
                    <a:pt x="345" y="2207"/>
                  </a:lnTo>
                  <a:cubicBezTo>
                    <a:pt x="1" y="1792"/>
                    <a:pt x="60" y="1199"/>
                    <a:pt x="463" y="85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2"/>
            <p:cNvSpPr/>
            <p:nvPr/>
          </p:nvSpPr>
          <p:spPr>
            <a:xfrm>
              <a:off x="5692273" y="3001574"/>
              <a:ext cx="448260" cy="825762"/>
            </a:xfrm>
            <a:custGeom>
              <a:avLst/>
              <a:gdLst/>
              <a:ahLst/>
              <a:cxnLst/>
              <a:rect l="l" t="t" r="r" b="b"/>
              <a:pathLst>
                <a:path w="4745" h="8741" extrusionOk="0">
                  <a:moveTo>
                    <a:pt x="2254" y="0"/>
                  </a:moveTo>
                  <a:lnTo>
                    <a:pt x="4128" y="0"/>
                  </a:lnTo>
                  <a:lnTo>
                    <a:pt x="4128" y="652"/>
                  </a:lnTo>
                  <a:lnTo>
                    <a:pt x="4128" y="4364"/>
                  </a:lnTo>
                  <a:lnTo>
                    <a:pt x="4128" y="8088"/>
                  </a:lnTo>
                  <a:lnTo>
                    <a:pt x="4744" y="8741"/>
                  </a:lnTo>
                  <a:lnTo>
                    <a:pt x="2242" y="8741"/>
                  </a:lnTo>
                  <a:cubicBezTo>
                    <a:pt x="2242" y="8741"/>
                    <a:pt x="1" y="7899"/>
                    <a:pt x="1" y="4364"/>
                  </a:cubicBezTo>
                  <a:cubicBezTo>
                    <a:pt x="1" y="842"/>
                    <a:pt x="2254" y="0"/>
                    <a:pt x="225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52"/>
            <p:cNvSpPr/>
            <p:nvPr/>
          </p:nvSpPr>
          <p:spPr>
            <a:xfrm>
              <a:off x="7220514" y="3001574"/>
              <a:ext cx="387705" cy="825762"/>
            </a:xfrm>
            <a:custGeom>
              <a:avLst/>
              <a:gdLst/>
              <a:ahLst/>
              <a:cxnLst/>
              <a:rect l="l" t="t" r="r" b="b"/>
              <a:pathLst>
                <a:path w="4104" h="8741" extrusionOk="0">
                  <a:moveTo>
                    <a:pt x="1874" y="0"/>
                  </a:moveTo>
                  <a:lnTo>
                    <a:pt x="0" y="0"/>
                  </a:lnTo>
                  <a:lnTo>
                    <a:pt x="0" y="652"/>
                  </a:lnTo>
                  <a:lnTo>
                    <a:pt x="0" y="4364"/>
                  </a:lnTo>
                  <a:lnTo>
                    <a:pt x="0" y="8088"/>
                  </a:lnTo>
                  <a:lnTo>
                    <a:pt x="0" y="8741"/>
                  </a:lnTo>
                  <a:lnTo>
                    <a:pt x="1874" y="8741"/>
                  </a:lnTo>
                  <a:cubicBezTo>
                    <a:pt x="1874" y="8741"/>
                    <a:pt x="4104" y="7899"/>
                    <a:pt x="4104" y="4364"/>
                  </a:cubicBezTo>
                  <a:cubicBezTo>
                    <a:pt x="4104" y="842"/>
                    <a:pt x="1874" y="0"/>
                    <a:pt x="187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52"/>
            <p:cNvSpPr/>
            <p:nvPr/>
          </p:nvSpPr>
          <p:spPr>
            <a:xfrm>
              <a:off x="6059762" y="3001574"/>
              <a:ext cx="1188810" cy="825762"/>
            </a:xfrm>
            <a:custGeom>
              <a:avLst/>
              <a:gdLst/>
              <a:ahLst/>
              <a:cxnLst/>
              <a:rect l="l" t="t" r="r" b="b"/>
              <a:pathLst>
                <a:path w="12584" h="8741" extrusionOk="0">
                  <a:moveTo>
                    <a:pt x="1" y="0"/>
                  </a:moveTo>
                  <a:lnTo>
                    <a:pt x="12584" y="0"/>
                  </a:lnTo>
                  <a:lnTo>
                    <a:pt x="12584" y="8741"/>
                  </a:lnTo>
                  <a:lnTo>
                    <a:pt x="1" y="874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52"/>
            <p:cNvSpPr/>
            <p:nvPr/>
          </p:nvSpPr>
          <p:spPr>
            <a:xfrm>
              <a:off x="6109075" y="3060901"/>
              <a:ext cx="1090184" cy="704841"/>
            </a:xfrm>
            <a:custGeom>
              <a:avLst/>
              <a:gdLst/>
              <a:ahLst/>
              <a:cxnLst/>
              <a:rect l="l" t="t" r="r" b="b"/>
              <a:pathLst>
                <a:path w="11540" h="7461" extrusionOk="0">
                  <a:moveTo>
                    <a:pt x="0" y="1"/>
                  </a:moveTo>
                  <a:lnTo>
                    <a:pt x="11540" y="1"/>
                  </a:lnTo>
                  <a:lnTo>
                    <a:pt x="11540" y="7460"/>
                  </a:lnTo>
                  <a:lnTo>
                    <a:pt x="0" y="746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52"/>
            <p:cNvSpPr/>
            <p:nvPr/>
          </p:nvSpPr>
          <p:spPr>
            <a:xfrm>
              <a:off x="5886126" y="3630083"/>
              <a:ext cx="106468" cy="106468"/>
            </a:xfrm>
            <a:custGeom>
              <a:avLst/>
              <a:gdLst/>
              <a:ahLst/>
              <a:cxnLst/>
              <a:rect l="l" t="t" r="r" b="b"/>
              <a:pathLst>
                <a:path w="1127" h="1127" extrusionOk="0">
                  <a:moveTo>
                    <a:pt x="1127" y="558"/>
                  </a:moveTo>
                  <a:cubicBezTo>
                    <a:pt x="1127" y="866"/>
                    <a:pt x="866" y="1127"/>
                    <a:pt x="558" y="1127"/>
                  </a:cubicBezTo>
                  <a:cubicBezTo>
                    <a:pt x="249" y="1127"/>
                    <a:pt x="0" y="866"/>
                    <a:pt x="0" y="558"/>
                  </a:cubicBezTo>
                  <a:cubicBezTo>
                    <a:pt x="0" y="249"/>
                    <a:pt x="249" y="0"/>
                    <a:pt x="558" y="0"/>
                  </a:cubicBezTo>
                  <a:cubicBezTo>
                    <a:pt x="866" y="0"/>
                    <a:pt x="1127" y="249"/>
                    <a:pt x="1127" y="55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52"/>
            <p:cNvSpPr/>
            <p:nvPr/>
          </p:nvSpPr>
          <p:spPr>
            <a:xfrm>
              <a:off x="5938745" y="3156127"/>
              <a:ext cx="39300" cy="39300"/>
            </a:xfrm>
            <a:custGeom>
              <a:avLst/>
              <a:gdLst/>
              <a:ahLst/>
              <a:cxnLst/>
              <a:rect l="l" t="t" r="r" b="b"/>
              <a:pathLst>
                <a:path w="416" h="416" extrusionOk="0">
                  <a:moveTo>
                    <a:pt x="416" y="214"/>
                  </a:moveTo>
                  <a:cubicBezTo>
                    <a:pt x="416" y="321"/>
                    <a:pt x="321" y="416"/>
                    <a:pt x="214" y="416"/>
                  </a:cubicBezTo>
                  <a:cubicBezTo>
                    <a:pt x="96" y="416"/>
                    <a:pt x="1" y="321"/>
                    <a:pt x="1" y="214"/>
                  </a:cubicBezTo>
                  <a:cubicBezTo>
                    <a:pt x="1" y="96"/>
                    <a:pt x="96" y="1"/>
                    <a:pt x="214" y="1"/>
                  </a:cubicBezTo>
                  <a:cubicBezTo>
                    <a:pt x="321" y="1"/>
                    <a:pt x="416" y="96"/>
                    <a:pt x="416" y="2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2"/>
            <p:cNvSpPr/>
            <p:nvPr/>
          </p:nvSpPr>
          <p:spPr>
            <a:xfrm>
              <a:off x="5747160" y="3334297"/>
              <a:ext cx="87479" cy="169290"/>
            </a:xfrm>
            <a:custGeom>
              <a:avLst/>
              <a:gdLst/>
              <a:ahLst/>
              <a:cxnLst/>
              <a:rect l="l" t="t" r="r" b="b"/>
              <a:pathLst>
                <a:path w="926" h="1792" extrusionOk="0">
                  <a:moveTo>
                    <a:pt x="665" y="842"/>
                  </a:moveTo>
                  <a:cubicBezTo>
                    <a:pt x="641" y="664"/>
                    <a:pt x="653" y="510"/>
                    <a:pt x="724" y="344"/>
                  </a:cubicBezTo>
                  <a:lnTo>
                    <a:pt x="214" y="0"/>
                  </a:lnTo>
                  <a:cubicBezTo>
                    <a:pt x="60" y="285"/>
                    <a:pt x="1" y="617"/>
                    <a:pt x="72" y="961"/>
                  </a:cubicBezTo>
                  <a:cubicBezTo>
                    <a:pt x="155" y="1305"/>
                    <a:pt x="333" y="1590"/>
                    <a:pt x="582" y="1791"/>
                  </a:cubicBezTo>
                  <a:lnTo>
                    <a:pt x="926" y="1269"/>
                  </a:lnTo>
                  <a:cubicBezTo>
                    <a:pt x="783" y="1174"/>
                    <a:pt x="700" y="1020"/>
                    <a:pt x="665" y="84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52"/>
            <p:cNvSpPr/>
            <p:nvPr/>
          </p:nvSpPr>
          <p:spPr>
            <a:xfrm>
              <a:off x="5941013" y="3292825"/>
              <a:ext cx="86346" cy="169290"/>
            </a:xfrm>
            <a:custGeom>
              <a:avLst/>
              <a:gdLst/>
              <a:ahLst/>
              <a:cxnLst/>
              <a:rect l="l" t="t" r="r" b="b"/>
              <a:pathLst>
                <a:path w="914" h="1792" extrusionOk="0">
                  <a:moveTo>
                    <a:pt x="842" y="831"/>
                  </a:moveTo>
                  <a:cubicBezTo>
                    <a:pt x="771" y="487"/>
                    <a:pt x="593" y="202"/>
                    <a:pt x="333" y="1"/>
                  </a:cubicBezTo>
                  <a:lnTo>
                    <a:pt x="0" y="511"/>
                  </a:lnTo>
                  <a:cubicBezTo>
                    <a:pt x="119" y="629"/>
                    <a:pt x="202" y="783"/>
                    <a:pt x="249" y="949"/>
                  </a:cubicBezTo>
                  <a:cubicBezTo>
                    <a:pt x="297" y="1103"/>
                    <a:pt x="261" y="1281"/>
                    <a:pt x="190" y="1447"/>
                  </a:cubicBezTo>
                  <a:lnTo>
                    <a:pt x="712" y="1791"/>
                  </a:lnTo>
                  <a:cubicBezTo>
                    <a:pt x="854" y="1507"/>
                    <a:pt x="914" y="1163"/>
                    <a:pt x="842" y="83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52"/>
            <p:cNvSpPr/>
            <p:nvPr/>
          </p:nvSpPr>
          <p:spPr>
            <a:xfrm>
              <a:off x="5823398" y="3450779"/>
              <a:ext cx="169196" cy="86346"/>
            </a:xfrm>
            <a:custGeom>
              <a:avLst/>
              <a:gdLst/>
              <a:ahLst/>
              <a:cxnLst/>
              <a:rect l="l" t="t" r="r" b="b"/>
              <a:pathLst>
                <a:path w="1791" h="914" extrusionOk="0">
                  <a:moveTo>
                    <a:pt x="842" y="250"/>
                  </a:moveTo>
                  <a:cubicBezTo>
                    <a:pt x="664" y="274"/>
                    <a:pt x="498" y="262"/>
                    <a:pt x="332" y="191"/>
                  </a:cubicBezTo>
                  <a:lnTo>
                    <a:pt x="0" y="712"/>
                  </a:lnTo>
                  <a:cubicBezTo>
                    <a:pt x="273" y="855"/>
                    <a:pt x="617" y="914"/>
                    <a:pt x="961" y="843"/>
                  </a:cubicBezTo>
                  <a:cubicBezTo>
                    <a:pt x="1305" y="772"/>
                    <a:pt x="1578" y="594"/>
                    <a:pt x="1791" y="333"/>
                  </a:cubicBezTo>
                  <a:lnTo>
                    <a:pt x="1269" y="1"/>
                  </a:lnTo>
                  <a:cubicBezTo>
                    <a:pt x="1162" y="131"/>
                    <a:pt x="1020" y="226"/>
                    <a:pt x="842" y="25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52"/>
            <p:cNvSpPr/>
            <p:nvPr/>
          </p:nvSpPr>
          <p:spPr>
            <a:xfrm>
              <a:off x="5780792" y="3259194"/>
              <a:ext cx="169290" cy="86346"/>
            </a:xfrm>
            <a:custGeom>
              <a:avLst/>
              <a:gdLst/>
              <a:ahLst/>
              <a:cxnLst/>
              <a:rect l="l" t="t" r="r" b="b"/>
              <a:pathLst>
                <a:path w="1792" h="914" extrusionOk="0">
                  <a:moveTo>
                    <a:pt x="949" y="665"/>
                  </a:moveTo>
                  <a:cubicBezTo>
                    <a:pt x="1127" y="629"/>
                    <a:pt x="1293" y="653"/>
                    <a:pt x="1459" y="724"/>
                  </a:cubicBezTo>
                  <a:lnTo>
                    <a:pt x="1791" y="202"/>
                  </a:lnTo>
                  <a:cubicBezTo>
                    <a:pt x="1519" y="60"/>
                    <a:pt x="1175" y="1"/>
                    <a:pt x="831" y="72"/>
                  </a:cubicBezTo>
                  <a:cubicBezTo>
                    <a:pt x="487" y="143"/>
                    <a:pt x="202" y="321"/>
                    <a:pt x="0" y="570"/>
                  </a:cubicBezTo>
                  <a:lnTo>
                    <a:pt x="522" y="914"/>
                  </a:lnTo>
                  <a:cubicBezTo>
                    <a:pt x="629" y="783"/>
                    <a:pt x="783" y="689"/>
                    <a:pt x="949" y="66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52"/>
            <p:cNvSpPr/>
            <p:nvPr/>
          </p:nvSpPr>
          <p:spPr>
            <a:xfrm>
              <a:off x="5846921" y="3360088"/>
              <a:ext cx="78505" cy="76237"/>
            </a:xfrm>
            <a:custGeom>
              <a:avLst/>
              <a:gdLst/>
              <a:ahLst/>
              <a:cxnLst/>
              <a:rect l="l" t="t" r="r" b="b"/>
              <a:pathLst>
                <a:path w="831" h="807" extrusionOk="0">
                  <a:moveTo>
                    <a:pt x="344" y="24"/>
                  </a:moveTo>
                  <a:cubicBezTo>
                    <a:pt x="131" y="71"/>
                    <a:pt x="0" y="261"/>
                    <a:pt x="48" y="463"/>
                  </a:cubicBezTo>
                  <a:cubicBezTo>
                    <a:pt x="83" y="676"/>
                    <a:pt x="285" y="807"/>
                    <a:pt x="486" y="759"/>
                  </a:cubicBezTo>
                  <a:cubicBezTo>
                    <a:pt x="700" y="724"/>
                    <a:pt x="830" y="534"/>
                    <a:pt x="783" y="320"/>
                  </a:cubicBezTo>
                  <a:cubicBezTo>
                    <a:pt x="759" y="131"/>
                    <a:pt x="546" y="0"/>
                    <a:pt x="344" y="2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52"/>
            <p:cNvSpPr/>
            <p:nvPr/>
          </p:nvSpPr>
          <p:spPr>
            <a:xfrm>
              <a:off x="7297791" y="3219989"/>
              <a:ext cx="214069" cy="151341"/>
            </a:xfrm>
            <a:custGeom>
              <a:avLst/>
              <a:gdLst/>
              <a:ahLst/>
              <a:cxnLst/>
              <a:rect l="l" t="t" r="r" b="b"/>
              <a:pathLst>
                <a:path w="2266" h="1602" extrusionOk="0">
                  <a:moveTo>
                    <a:pt x="1625" y="84"/>
                  </a:moveTo>
                  <a:lnTo>
                    <a:pt x="262" y="795"/>
                  </a:lnTo>
                  <a:cubicBezTo>
                    <a:pt x="72" y="902"/>
                    <a:pt x="1" y="1139"/>
                    <a:pt x="96" y="1329"/>
                  </a:cubicBezTo>
                  <a:cubicBezTo>
                    <a:pt x="202" y="1519"/>
                    <a:pt x="439" y="1602"/>
                    <a:pt x="629" y="1495"/>
                  </a:cubicBezTo>
                  <a:lnTo>
                    <a:pt x="2005" y="783"/>
                  </a:lnTo>
                  <a:cubicBezTo>
                    <a:pt x="2195" y="677"/>
                    <a:pt x="2266" y="439"/>
                    <a:pt x="2159" y="250"/>
                  </a:cubicBezTo>
                  <a:cubicBezTo>
                    <a:pt x="2064" y="72"/>
                    <a:pt x="1827" y="1"/>
                    <a:pt x="1625" y="8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52"/>
            <p:cNvSpPr/>
            <p:nvPr/>
          </p:nvSpPr>
          <p:spPr>
            <a:xfrm>
              <a:off x="7297791" y="3355553"/>
              <a:ext cx="214069" cy="152475"/>
            </a:xfrm>
            <a:custGeom>
              <a:avLst/>
              <a:gdLst/>
              <a:ahLst/>
              <a:cxnLst/>
              <a:rect l="l" t="t" r="r" b="b"/>
              <a:pathLst>
                <a:path w="2266" h="1614" extrusionOk="0">
                  <a:moveTo>
                    <a:pt x="1625" y="107"/>
                  </a:moveTo>
                  <a:lnTo>
                    <a:pt x="262" y="819"/>
                  </a:lnTo>
                  <a:cubicBezTo>
                    <a:pt x="72" y="914"/>
                    <a:pt x="1" y="1151"/>
                    <a:pt x="96" y="1353"/>
                  </a:cubicBezTo>
                  <a:cubicBezTo>
                    <a:pt x="202" y="1542"/>
                    <a:pt x="439" y="1614"/>
                    <a:pt x="629" y="1507"/>
                  </a:cubicBezTo>
                  <a:lnTo>
                    <a:pt x="2005" y="795"/>
                  </a:lnTo>
                  <a:cubicBezTo>
                    <a:pt x="2195" y="700"/>
                    <a:pt x="2266" y="451"/>
                    <a:pt x="2159" y="262"/>
                  </a:cubicBezTo>
                  <a:cubicBezTo>
                    <a:pt x="2064" y="72"/>
                    <a:pt x="1827" y="1"/>
                    <a:pt x="1625" y="107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52"/>
            <p:cNvSpPr/>
            <p:nvPr/>
          </p:nvSpPr>
          <p:spPr>
            <a:xfrm>
              <a:off x="7326982" y="3603159"/>
              <a:ext cx="44873" cy="44968"/>
            </a:xfrm>
            <a:custGeom>
              <a:avLst/>
              <a:gdLst/>
              <a:ahLst/>
              <a:cxnLst/>
              <a:rect l="l" t="t" r="r" b="b"/>
              <a:pathLst>
                <a:path w="475" h="476" extrusionOk="0">
                  <a:moveTo>
                    <a:pt x="474" y="238"/>
                  </a:moveTo>
                  <a:cubicBezTo>
                    <a:pt x="474" y="368"/>
                    <a:pt x="368" y="475"/>
                    <a:pt x="237" y="475"/>
                  </a:cubicBezTo>
                  <a:cubicBezTo>
                    <a:pt x="107" y="475"/>
                    <a:pt x="0" y="368"/>
                    <a:pt x="0" y="238"/>
                  </a:cubicBezTo>
                  <a:cubicBezTo>
                    <a:pt x="0" y="107"/>
                    <a:pt x="107" y="1"/>
                    <a:pt x="237" y="1"/>
                  </a:cubicBezTo>
                  <a:cubicBezTo>
                    <a:pt x="368" y="1"/>
                    <a:pt x="474" y="107"/>
                    <a:pt x="474" y="23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2"/>
            <p:cNvSpPr/>
            <p:nvPr/>
          </p:nvSpPr>
          <p:spPr>
            <a:xfrm>
              <a:off x="7326982" y="3679396"/>
              <a:ext cx="44873" cy="44873"/>
            </a:xfrm>
            <a:custGeom>
              <a:avLst/>
              <a:gdLst/>
              <a:ahLst/>
              <a:cxnLst/>
              <a:rect l="l" t="t" r="r" b="b"/>
              <a:pathLst>
                <a:path w="475" h="475" extrusionOk="0">
                  <a:moveTo>
                    <a:pt x="474" y="237"/>
                  </a:moveTo>
                  <a:cubicBezTo>
                    <a:pt x="474" y="368"/>
                    <a:pt x="368" y="475"/>
                    <a:pt x="237" y="475"/>
                  </a:cubicBezTo>
                  <a:cubicBezTo>
                    <a:pt x="107" y="475"/>
                    <a:pt x="0" y="368"/>
                    <a:pt x="0" y="237"/>
                  </a:cubicBezTo>
                  <a:cubicBezTo>
                    <a:pt x="0" y="95"/>
                    <a:pt x="107" y="0"/>
                    <a:pt x="237" y="0"/>
                  </a:cubicBezTo>
                  <a:cubicBezTo>
                    <a:pt x="368" y="0"/>
                    <a:pt x="474" y="119"/>
                    <a:pt x="474" y="237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2"/>
            <p:cNvSpPr/>
            <p:nvPr/>
          </p:nvSpPr>
          <p:spPr>
            <a:xfrm>
              <a:off x="7269828" y="3438498"/>
              <a:ext cx="822456" cy="1224615"/>
            </a:xfrm>
            <a:custGeom>
              <a:avLst/>
              <a:gdLst/>
              <a:ahLst/>
              <a:cxnLst/>
              <a:rect l="l" t="t" r="r" b="b"/>
              <a:pathLst>
                <a:path w="8706" h="12963" extrusionOk="0">
                  <a:moveTo>
                    <a:pt x="8705" y="6654"/>
                  </a:moveTo>
                  <a:lnTo>
                    <a:pt x="5266" y="1554"/>
                  </a:lnTo>
                  <a:cubicBezTo>
                    <a:pt x="5266" y="1554"/>
                    <a:pt x="4744" y="913"/>
                    <a:pt x="4649" y="890"/>
                  </a:cubicBezTo>
                  <a:cubicBezTo>
                    <a:pt x="4566" y="854"/>
                    <a:pt x="1352" y="0"/>
                    <a:pt x="1281" y="0"/>
                  </a:cubicBezTo>
                  <a:cubicBezTo>
                    <a:pt x="1210" y="0"/>
                    <a:pt x="0" y="463"/>
                    <a:pt x="605" y="1518"/>
                  </a:cubicBezTo>
                  <a:cubicBezTo>
                    <a:pt x="1210" y="2586"/>
                    <a:pt x="2325" y="3155"/>
                    <a:pt x="2325" y="3155"/>
                  </a:cubicBezTo>
                  <a:lnTo>
                    <a:pt x="2930" y="5136"/>
                  </a:lnTo>
                  <a:cubicBezTo>
                    <a:pt x="2930" y="5136"/>
                    <a:pt x="676" y="10769"/>
                    <a:pt x="6559" y="12963"/>
                  </a:cubicBezTo>
                  <a:close/>
                </a:path>
              </a:pathLst>
            </a:custGeom>
            <a:solidFill>
              <a:srgbClr val="F8A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2"/>
            <p:cNvSpPr/>
            <p:nvPr/>
          </p:nvSpPr>
          <p:spPr>
            <a:xfrm>
              <a:off x="7339263" y="3441804"/>
              <a:ext cx="201788" cy="137926"/>
            </a:xfrm>
            <a:custGeom>
              <a:avLst/>
              <a:gdLst/>
              <a:ahLst/>
              <a:cxnLst/>
              <a:rect l="l" t="t" r="r" b="b"/>
              <a:pathLst>
                <a:path w="2136" h="1460" extrusionOk="0">
                  <a:moveTo>
                    <a:pt x="0" y="772"/>
                  </a:moveTo>
                  <a:cubicBezTo>
                    <a:pt x="0" y="772"/>
                    <a:pt x="95" y="286"/>
                    <a:pt x="736" y="1"/>
                  </a:cubicBezTo>
                  <a:cubicBezTo>
                    <a:pt x="1009" y="84"/>
                    <a:pt x="1566" y="226"/>
                    <a:pt x="2135" y="380"/>
                  </a:cubicBezTo>
                  <a:lnTo>
                    <a:pt x="2135" y="380"/>
                  </a:lnTo>
                  <a:lnTo>
                    <a:pt x="807" y="1460"/>
                  </a:lnTo>
                  <a:cubicBezTo>
                    <a:pt x="807" y="1460"/>
                    <a:pt x="321" y="1282"/>
                    <a:pt x="0" y="772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2"/>
            <p:cNvSpPr/>
            <p:nvPr/>
          </p:nvSpPr>
          <p:spPr>
            <a:xfrm>
              <a:off x="5191488" y="3438498"/>
              <a:ext cx="822456" cy="1224615"/>
            </a:xfrm>
            <a:custGeom>
              <a:avLst/>
              <a:gdLst/>
              <a:ahLst/>
              <a:cxnLst/>
              <a:rect l="l" t="t" r="r" b="b"/>
              <a:pathLst>
                <a:path w="8706" h="12963" extrusionOk="0">
                  <a:moveTo>
                    <a:pt x="0" y="6654"/>
                  </a:moveTo>
                  <a:lnTo>
                    <a:pt x="3440" y="1554"/>
                  </a:lnTo>
                  <a:cubicBezTo>
                    <a:pt x="3440" y="1554"/>
                    <a:pt x="3961" y="913"/>
                    <a:pt x="4044" y="890"/>
                  </a:cubicBezTo>
                  <a:cubicBezTo>
                    <a:pt x="4139" y="854"/>
                    <a:pt x="7353" y="0"/>
                    <a:pt x="7413" y="0"/>
                  </a:cubicBezTo>
                  <a:cubicBezTo>
                    <a:pt x="7484" y="0"/>
                    <a:pt x="8705" y="463"/>
                    <a:pt x="8089" y="1518"/>
                  </a:cubicBezTo>
                  <a:cubicBezTo>
                    <a:pt x="7484" y="2586"/>
                    <a:pt x="6369" y="3155"/>
                    <a:pt x="6369" y="3155"/>
                  </a:cubicBezTo>
                  <a:lnTo>
                    <a:pt x="5764" y="5136"/>
                  </a:lnTo>
                  <a:cubicBezTo>
                    <a:pt x="5764" y="5136"/>
                    <a:pt x="8017" y="10769"/>
                    <a:pt x="2135" y="12963"/>
                  </a:cubicBezTo>
                  <a:close/>
                </a:path>
              </a:pathLst>
            </a:custGeom>
            <a:solidFill>
              <a:srgbClr val="F8A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2"/>
            <p:cNvSpPr/>
            <p:nvPr/>
          </p:nvSpPr>
          <p:spPr>
            <a:xfrm>
              <a:off x="5741587" y="3441804"/>
              <a:ext cx="201788" cy="137926"/>
            </a:xfrm>
            <a:custGeom>
              <a:avLst/>
              <a:gdLst/>
              <a:ahLst/>
              <a:cxnLst/>
              <a:rect l="l" t="t" r="r" b="b"/>
              <a:pathLst>
                <a:path w="2136" h="1460" extrusionOk="0">
                  <a:moveTo>
                    <a:pt x="2135" y="772"/>
                  </a:moveTo>
                  <a:cubicBezTo>
                    <a:pt x="2135" y="772"/>
                    <a:pt x="2052" y="286"/>
                    <a:pt x="1412" y="1"/>
                  </a:cubicBezTo>
                  <a:cubicBezTo>
                    <a:pt x="1127" y="84"/>
                    <a:pt x="582" y="226"/>
                    <a:pt x="0" y="380"/>
                  </a:cubicBezTo>
                  <a:lnTo>
                    <a:pt x="0" y="380"/>
                  </a:lnTo>
                  <a:lnTo>
                    <a:pt x="1341" y="1460"/>
                  </a:lnTo>
                  <a:cubicBezTo>
                    <a:pt x="1352" y="1460"/>
                    <a:pt x="1827" y="1282"/>
                    <a:pt x="2135" y="772"/>
                  </a:cubicBezTo>
                  <a:close/>
                </a:path>
              </a:pathLst>
            </a:custGeom>
            <a:solidFill>
              <a:srgbClr val="F79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0" name="Google Shape;1280;p52"/>
          <p:cNvSpPr/>
          <p:nvPr/>
        </p:nvSpPr>
        <p:spPr>
          <a:xfrm>
            <a:off x="4801132" y="1698552"/>
            <a:ext cx="572701" cy="572535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950;p39">
            <a:extLst>
              <a:ext uri="{FF2B5EF4-FFF2-40B4-BE49-F238E27FC236}">
                <a16:creationId xmlns:a16="http://schemas.microsoft.com/office/drawing/2014/main" id="{D4286D77-0190-BC56-9A4F-8D29CE10674F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13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>
          <a:extLst>
            <a:ext uri="{FF2B5EF4-FFF2-40B4-BE49-F238E27FC236}">
              <a16:creationId xmlns:a16="http://schemas.microsoft.com/office/drawing/2014/main" id="{B81EE164-D8A4-99B0-FD01-1E29236F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8">
            <a:extLst>
              <a:ext uri="{FF2B5EF4-FFF2-40B4-BE49-F238E27FC236}">
                <a16:creationId xmlns:a16="http://schemas.microsoft.com/office/drawing/2014/main" id="{D39174FC-7BBE-BF52-573A-A136BF09A8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84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Giao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diện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chính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và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menu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hệ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thống</a:t>
            </a:r>
            <a:endParaRPr lang="en-US" sz="3400" dirty="0">
              <a:latin typeface="+mj-lt"/>
            </a:endParaRPr>
          </a:p>
        </p:txBody>
      </p:sp>
      <p:sp>
        <p:nvSpPr>
          <p:cNvPr id="1184" name="Shape 2">
            <a:extLst>
              <a:ext uri="{FF2B5EF4-FFF2-40B4-BE49-F238E27FC236}">
                <a16:creationId xmlns:a16="http://schemas.microsoft.com/office/drawing/2014/main" id="{271380D9-34D9-0CB3-1630-4798C2465FE9}"/>
              </a:ext>
            </a:extLst>
          </p:cNvPr>
          <p:cNvSpPr/>
          <p:nvPr/>
        </p:nvSpPr>
        <p:spPr>
          <a:xfrm>
            <a:off x="338106" y="1540828"/>
            <a:ext cx="4119998" cy="2702817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86" name="Image 0" descr="/home/claude/assets/image11.png">
            <a:extLst>
              <a:ext uri="{FF2B5EF4-FFF2-40B4-BE49-F238E27FC236}">
                <a16:creationId xmlns:a16="http://schemas.microsoft.com/office/drawing/2014/main" id="{127D8FC4-8F84-8D34-C624-C984708C1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38" y="1662917"/>
            <a:ext cx="3906318" cy="2325189"/>
          </a:xfrm>
          <a:prstGeom prst="rect">
            <a:avLst/>
          </a:prstGeom>
        </p:spPr>
      </p:pic>
      <p:sp>
        <p:nvSpPr>
          <p:cNvPr id="1188" name="Shape 3">
            <a:extLst>
              <a:ext uri="{FF2B5EF4-FFF2-40B4-BE49-F238E27FC236}">
                <a16:creationId xmlns:a16="http://schemas.microsoft.com/office/drawing/2014/main" id="{F3ADD679-581F-412D-665D-7649F4B45708}"/>
              </a:ext>
            </a:extLst>
          </p:cNvPr>
          <p:cNvSpPr/>
          <p:nvPr/>
        </p:nvSpPr>
        <p:spPr>
          <a:xfrm>
            <a:off x="338107" y="1540828"/>
            <a:ext cx="17959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0" name="Shape 4">
            <a:extLst>
              <a:ext uri="{FF2B5EF4-FFF2-40B4-BE49-F238E27FC236}">
                <a16:creationId xmlns:a16="http://schemas.microsoft.com/office/drawing/2014/main" id="{D9E9676A-C812-4C5F-99BD-A4E3212A8BF6}"/>
              </a:ext>
            </a:extLst>
          </p:cNvPr>
          <p:cNvSpPr/>
          <p:nvPr/>
        </p:nvSpPr>
        <p:spPr>
          <a:xfrm>
            <a:off x="338106" y="1540829"/>
            <a:ext cx="0" cy="18148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2" name="Shape 5">
            <a:extLst>
              <a:ext uri="{FF2B5EF4-FFF2-40B4-BE49-F238E27FC236}">
                <a16:creationId xmlns:a16="http://schemas.microsoft.com/office/drawing/2014/main" id="{72FB7D99-A098-AEE8-8F44-6A4D191CCC6C}"/>
              </a:ext>
            </a:extLst>
          </p:cNvPr>
          <p:cNvSpPr/>
          <p:nvPr/>
        </p:nvSpPr>
        <p:spPr>
          <a:xfrm>
            <a:off x="4260057" y="1536158"/>
            <a:ext cx="198048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94" name="Shape 6">
            <a:extLst>
              <a:ext uri="{FF2B5EF4-FFF2-40B4-BE49-F238E27FC236}">
                <a16:creationId xmlns:a16="http://schemas.microsoft.com/office/drawing/2014/main" id="{355ACEA9-DC42-2159-4D2F-E6FE63F778B0}"/>
              </a:ext>
            </a:extLst>
          </p:cNvPr>
          <p:cNvSpPr/>
          <p:nvPr/>
        </p:nvSpPr>
        <p:spPr>
          <a:xfrm>
            <a:off x="4465265" y="1536157"/>
            <a:ext cx="0" cy="186156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6" name="Shape 7">
            <a:extLst>
              <a:ext uri="{FF2B5EF4-FFF2-40B4-BE49-F238E27FC236}">
                <a16:creationId xmlns:a16="http://schemas.microsoft.com/office/drawing/2014/main" id="{288583BF-A9A8-F060-97FC-60034B9D6AF4}"/>
              </a:ext>
            </a:extLst>
          </p:cNvPr>
          <p:cNvSpPr/>
          <p:nvPr/>
        </p:nvSpPr>
        <p:spPr>
          <a:xfrm>
            <a:off x="330946" y="4067175"/>
            <a:ext cx="0" cy="17647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8" name="Shape 8">
            <a:extLst>
              <a:ext uri="{FF2B5EF4-FFF2-40B4-BE49-F238E27FC236}">
                <a16:creationId xmlns:a16="http://schemas.microsoft.com/office/drawing/2014/main" id="{FDECB82B-77E1-C10D-67CA-BF297D422261}"/>
              </a:ext>
            </a:extLst>
          </p:cNvPr>
          <p:cNvSpPr/>
          <p:nvPr/>
        </p:nvSpPr>
        <p:spPr>
          <a:xfrm>
            <a:off x="330945" y="4243645"/>
            <a:ext cx="186754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0" name="Shape 9">
            <a:extLst>
              <a:ext uri="{FF2B5EF4-FFF2-40B4-BE49-F238E27FC236}">
                <a16:creationId xmlns:a16="http://schemas.microsoft.com/office/drawing/2014/main" id="{B4898F2E-C0A8-AB7F-77DC-E27A3B6D5E23}"/>
              </a:ext>
            </a:extLst>
          </p:cNvPr>
          <p:cNvSpPr/>
          <p:nvPr/>
        </p:nvSpPr>
        <p:spPr>
          <a:xfrm>
            <a:off x="4461684" y="4031456"/>
            <a:ext cx="0" cy="212189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2" name="Shape 10">
            <a:extLst>
              <a:ext uri="{FF2B5EF4-FFF2-40B4-BE49-F238E27FC236}">
                <a16:creationId xmlns:a16="http://schemas.microsoft.com/office/drawing/2014/main" id="{D315F4A9-44A8-286C-3BB0-1DD8AD17DAC0}"/>
              </a:ext>
            </a:extLst>
          </p:cNvPr>
          <p:cNvSpPr/>
          <p:nvPr/>
        </p:nvSpPr>
        <p:spPr>
          <a:xfrm>
            <a:off x="4260058" y="4248316"/>
            <a:ext cx="205208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2" name="Shape 6">
            <a:extLst>
              <a:ext uri="{FF2B5EF4-FFF2-40B4-BE49-F238E27FC236}">
                <a16:creationId xmlns:a16="http://schemas.microsoft.com/office/drawing/2014/main" id="{E4768A45-A953-1500-7D02-D2E3B59504BC}"/>
              </a:ext>
            </a:extLst>
          </p:cNvPr>
          <p:cNvSpPr/>
          <p:nvPr/>
        </p:nvSpPr>
        <p:spPr>
          <a:xfrm>
            <a:off x="4855449" y="1536157"/>
            <a:ext cx="1" cy="16325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6" name="Shape 12">
            <a:extLst>
              <a:ext uri="{FF2B5EF4-FFF2-40B4-BE49-F238E27FC236}">
                <a16:creationId xmlns:a16="http://schemas.microsoft.com/office/drawing/2014/main" id="{905294BC-63BF-2ACA-6FB8-604A38522183}"/>
              </a:ext>
            </a:extLst>
          </p:cNvPr>
          <p:cNvSpPr/>
          <p:nvPr/>
        </p:nvSpPr>
        <p:spPr>
          <a:xfrm>
            <a:off x="4791442" y="1536157"/>
            <a:ext cx="3973497" cy="2685491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18" name="Image 1" descr="/home/claude/assets/image12.png">
            <a:extLst>
              <a:ext uri="{FF2B5EF4-FFF2-40B4-BE49-F238E27FC236}">
                <a16:creationId xmlns:a16="http://schemas.microsoft.com/office/drawing/2014/main" id="{45D29794-7995-A129-C13D-E2DF3ADB4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935" y="1662917"/>
            <a:ext cx="3767416" cy="2241671"/>
          </a:xfrm>
          <a:prstGeom prst="rect">
            <a:avLst/>
          </a:prstGeom>
        </p:spPr>
      </p:pic>
      <p:sp>
        <p:nvSpPr>
          <p:cNvPr id="1220" name="Shape 13">
            <a:extLst>
              <a:ext uri="{FF2B5EF4-FFF2-40B4-BE49-F238E27FC236}">
                <a16:creationId xmlns:a16="http://schemas.microsoft.com/office/drawing/2014/main" id="{299BAB61-B9C9-DD6B-1863-9E6D1CF2E502}"/>
              </a:ext>
            </a:extLst>
          </p:cNvPr>
          <p:cNvSpPr/>
          <p:nvPr/>
        </p:nvSpPr>
        <p:spPr>
          <a:xfrm>
            <a:off x="4791442" y="1536157"/>
            <a:ext cx="226308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2" name="Shape 14">
            <a:extLst>
              <a:ext uri="{FF2B5EF4-FFF2-40B4-BE49-F238E27FC236}">
                <a16:creationId xmlns:a16="http://schemas.microsoft.com/office/drawing/2014/main" id="{951C6FC7-B630-74A5-87D3-921DA22263E3}"/>
              </a:ext>
            </a:extLst>
          </p:cNvPr>
          <p:cNvSpPr/>
          <p:nvPr/>
        </p:nvSpPr>
        <p:spPr>
          <a:xfrm>
            <a:off x="4791442" y="1536157"/>
            <a:ext cx="0" cy="16325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4" name="Shape 15">
            <a:extLst>
              <a:ext uri="{FF2B5EF4-FFF2-40B4-BE49-F238E27FC236}">
                <a16:creationId xmlns:a16="http://schemas.microsoft.com/office/drawing/2014/main" id="{A00B102B-6301-E6A7-ECAB-AA571C6753E8}"/>
              </a:ext>
            </a:extLst>
          </p:cNvPr>
          <p:cNvSpPr/>
          <p:nvPr/>
        </p:nvSpPr>
        <p:spPr>
          <a:xfrm>
            <a:off x="8592424" y="1531849"/>
            <a:ext cx="172515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6" name="Shape 16">
            <a:extLst>
              <a:ext uri="{FF2B5EF4-FFF2-40B4-BE49-F238E27FC236}">
                <a16:creationId xmlns:a16="http://schemas.microsoft.com/office/drawing/2014/main" id="{B3A81745-E2B5-10B1-0BB5-2F00079EC48E}"/>
              </a:ext>
            </a:extLst>
          </p:cNvPr>
          <p:cNvSpPr/>
          <p:nvPr/>
        </p:nvSpPr>
        <p:spPr>
          <a:xfrm>
            <a:off x="8764939" y="1544773"/>
            <a:ext cx="0" cy="177538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8" name="Shape 17">
            <a:extLst>
              <a:ext uri="{FF2B5EF4-FFF2-40B4-BE49-F238E27FC236}">
                <a16:creationId xmlns:a16="http://schemas.microsoft.com/office/drawing/2014/main" id="{CD6EF7E8-2E43-D195-3DE5-76FDCA1C71FE}"/>
              </a:ext>
            </a:extLst>
          </p:cNvPr>
          <p:cNvSpPr/>
          <p:nvPr/>
        </p:nvSpPr>
        <p:spPr>
          <a:xfrm>
            <a:off x="4790120" y="4031457"/>
            <a:ext cx="0" cy="19019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0" name="Shape 18">
            <a:extLst>
              <a:ext uri="{FF2B5EF4-FFF2-40B4-BE49-F238E27FC236}">
                <a16:creationId xmlns:a16="http://schemas.microsoft.com/office/drawing/2014/main" id="{C2C5CFD5-2360-E7EC-FDC0-8E63168A70D7}"/>
              </a:ext>
            </a:extLst>
          </p:cNvPr>
          <p:cNvSpPr/>
          <p:nvPr/>
        </p:nvSpPr>
        <p:spPr>
          <a:xfrm>
            <a:off x="4790120" y="4235935"/>
            <a:ext cx="227630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2" name="Shape 19">
            <a:extLst>
              <a:ext uri="{FF2B5EF4-FFF2-40B4-BE49-F238E27FC236}">
                <a16:creationId xmlns:a16="http://schemas.microsoft.com/office/drawing/2014/main" id="{0AF4BF81-522C-2D46-92B8-6F81B3E5C623}"/>
              </a:ext>
            </a:extLst>
          </p:cNvPr>
          <p:cNvSpPr/>
          <p:nvPr/>
        </p:nvSpPr>
        <p:spPr>
          <a:xfrm>
            <a:off x="8764939" y="4058396"/>
            <a:ext cx="0" cy="16325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4" name="Shape 20">
            <a:extLst>
              <a:ext uri="{FF2B5EF4-FFF2-40B4-BE49-F238E27FC236}">
                <a16:creationId xmlns:a16="http://schemas.microsoft.com/office/drawing/2014/main" id="{B70D4761-A68C-7041-1368-B2B56A17DEF9}"/>
              </a:ext>
            </a:extLst>
          </p:cNvPr>
          <p:cNvSpPr/>
          <p:nvPr/>
        </p:nvSpPr>
        <p:spPr>
          <a:xfrm>
            <a:off x="8583930" y="4221648"/>
            <a:ext cx="181009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6" name="Google Shape;950;p39">
            <a:extLst>
              <a:ext uri="{FF2B5EF4-FFF2-40B4-BE49-F238E27FC236}">
                <a16:creationId xmlns:a16="http://schemas.microsoft.com/office/drawing/2014/main" id="{678A7E1D-96C8-2935-C6E0-4E0825AA3B70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70662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>
          <a:extLst>
            <a:ext uri="{FF2B5EF4-FFF2-40B4-BE49-F238E27FC236}">
              <a16:creationId xmlns:a16="http://schemas.microsoft.com/office/drawing/2014/main" id="{B97AB3B1-071C-99AA-38BF-625C9399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8">
            <a:extLst>
              <a:ext uri="{FF2B5EF4-FFF2-40B4-BE49-F238E27FC236}">
                <a16:creationId xmlns:a16="http://schemas.microsoft.com/office/drawing/2014/main" id="{DB3F975D-0FD1-A3FA-0512-C619559FA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84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Hệ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thống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bản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đồ</a:t>
            </a:r>
            <a:endParaRPr lang="en-US" sz="3400" dirty="0">
              <a:latin typeface="+mj-lt"/>
            </a:endParaRPr>
          </a:p>
        </p:txBody>
      </p:sp>
      <p:sp>
        <p:nvSpPr>
          <p:cNvPr id="1184" name="Shape 2">
            <a:extLst>
              <a:ext uri="{FF2B5EF4-FFF2-40B4-BE49-F238E27FC236}">
                <a16:creationId xmlns:a16="http://schemas.microsoft.com/office/drawing/2014/main" id="{4D7D7B2E-8776-F58B-A464-D89BB3F1E5F6}"/>
              </a:ext>
            </a:extLst>
          </p:cNvPr>
          <p:cNvSpPr/>
          <p:nvPr/>
        </p:nvSpPr>
        <p:spPr>
          <a:xfrm>
            <a:off x="338106" y="1540829"/>
            <a:ext cx="3037551" cy="2642552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88" name="Shape 3">
            <a:extLst>
              <a:ext uri="{FF2B5EF4-FFF2-40B4-BE49-F238E27FC236}">
                <a16:creationId xmlns:a16="http://schemas.microsoft.com/office/drawing/2014/main" id="{C427A416-F670-12DC-2A75-F182F1A24FDA}"/>
              </a:ext>
            </a:extLst>
          </p:cNvPr>
          <p:cNvSpPr/>
          <p:nvPr/>
        </p:nvSpPr>
        <p:spPr>
          <a:xfrm>
            <a:off x="338107" y="1540828"/>
            <a:ext cx="17959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0" name="Shape 4">
            <a:extLst>
              <a:ext uri="{FF2B5EF4-FFF2-40B4-BE49-F238E27FC236}">
                <a16:creationId xmlns:a16="http://schemas.microsoft.com/office/drawing/2014/main" id="{C33B2607-7C6A-A75F-303E-0FFE8F048430}"/>
              </a:ext>
            </a:extLst>
          </p:cNvPr>
          <p:cNvSpPr/>
          <p:nvPr/>
        </p:nvSpPr>
        <p:spPr>
          <a:xfrm>
            <a:off x="338106" y="1540829"/>
            <a:ext cx="0" cy="18148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2" name="Shape 5">
            <a:extLst>
              <a:ext uri="{FF2B5EF4-FFF2-40B4-BE49-F238E27FC236}">
                <a16:creationId xmlns:a16="http://schemas.microsoft.com/office/drawing/2014/main" id="{F5EDCC35-70E2-F870-8E2E-2B8AA6308296}"/>
              </a:ext>
            </a:extLst>
          </p:cNvPr>
          <p:cNvSpPr/>
          <p:nvPr/>
        </p:nvSpPr>
        <p:spPr>
          <a:xfrm>
            <a:off x="3174207" y="1536158"/>
            <a:ext cx="198048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94" name="Shape 6">
            <a:extLst>
              <a:ext uri="{FF2B5EF4-FFF2-40B4-BE49-F238E27FC236}">
                <a16:creationId xmlns:a16="http://schemas.microsoft.com/office/drawing/2014/main" id="{9F908CF3-02D8-52F5-046E-29E7AB30BA5E}"/>
              </a:ext>
            </a:extLst>
          </p:cNvPr>
          <p:cNvSpPr/>
          <p:nvPr/>
        </p:nvSpPr>
        <p:spPr>
          <a:xfrm>
            <a:off x="3379415" y="1536157"/>
            <a:ext cx="0" cy="186156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6" name="Shape 7">
            <a:extLst>
              <a:ext uri="{FF2B5EF4-FFF2-40B4-BE49-F238E27FC236}">
                <a16:creationId xmlns:a16="http://schemas.microsoft.com/office/drawing/2014/main" id="{04D4D7BF-6F97-173E-CFE2-BF54FEC36E3E}"/>
              </a:ext>
            </a:extLst>
          </p:cNvPr>
          <p:cNvSpPr/>
          <p:nvPr/>
        </p:nvSpPr>
        <p:spPr>
          <a:xfrm>
            <a:off x="330945" y="4004489"/>
            <a:ext cx="0" cy="17647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8" name="Shape 8">
            <a:extLst>
              <a:ext uri="{FF2B5EF4-FFF2-40B4-BE49-F238E27FC236}">
                <a16:creationId xmlns:a16="http://schemas.microsoft.com/office/drawing/2014/main" id="{A9B901F1-B03A-F004-3ED7-616DF9111BC0}"/>
              </a:ext>
            </a:extLst>
          </p:cNvPr>
          <p:cNvSpPr/>
          <p:nvPr/>
        </p:nvSpPr>
        <p:spPr>
          <a:xfrm>
            <a:off x="330945" y="4183381"/>
            <a:ext cx="186754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0" name="Shape 9">
            <a:extLst>
              <a:ext uri="{FF2B5EF4-FFF2-40B4-BE49-F238E27FC236}">
                <a16:creationId xmlns:a16="http://schemas.microsoft.com/office/drawing/2014/main" id="{5F21BA49-AE6B-0CF4-3375-235D34D80717}"/>
              </a:ext>
            </a:extLst>
          </p:cNvPr>
          <p:cNvSpPr/>
          <p:nvPr/>
        </p:nvSpPr>
        <p:spPr>
          <a:xfrm>
            <a:off x="3375834" y="3980656"/>
            <a:ext cx="0" cy="212189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2" name="Shape 10">
            <a:extLst>
              <a:ext uri="{FF2B5EF4-FFF2-40B4-BE49-F238E27FC236}">
                <a16:creationId xmlns:a16="http://schemas.microsoft.com/office/drawing/2014/main" id="{69E0D6DA-09BC-3914-6BEB-82E1FD5CE04A}"/>
              </a:ext>
            </a:extLst>
          </p:cNvPr>
          <p:cNvSpPr/>
          <p:nvPr/>
        </p:nvSpPr>
        <p:spPr>
          <a:xfrm>
            <a:off x="3174208" y="4191166"/>
            <a:ext cx="205208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mage13.png">
            <a:extLst>
              <a:ext uri="{FF2B5EF4-FFF2-40B4-BE49-F238E27FC236}">
                <a16:creationId xmlns:a16="http://schemas.microsoft.com/office/drawing/2014/main" id="{D7688203-DC92-ED3C-8411-CC155B067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22" y="1629235"/>
            <a:ext cx="2870355" cy="24634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BEA045-C98D-46FD-8A2C-11FE1C222FF4}"/>
              </a:ext>
            </a:extLst>
          </p:cNvPr>
          <p:cNvSpPr txBox="1"/>
          <p:nvPr/>
        </p:nvSpPr>
        <p:spPr>
          <a:xfrm>
            <a:off x="3386576" y="1514651"/>
            <a:ext cx="4572000" cy="14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dựng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Tileset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Pixel-art,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4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qua Aseprite.</a:t>
            </a:r>
            <a:endParaRPr lang="en-US" sz="1400" dirty="0">
              <a:solidFill>
                <a:schemeClr val="tx1"/>
              </a:solidFill>
              <a:latin typeface="+mj-lt"/>
            </a:endParaRPr>
          </a:p>
          <a:p>
            <a:pPr marL="177800" indent="-177800" algn="just">
              <a:lnSpc>
                <a:spcPct val="128000"/>
              </a:lnSpc>
              <a:buSzPct val="100000"/>
              <a:buChar char="▪"/>
            </a:pPr>
            <a:r>
              <a:rPr lang="en-US" b="1" dirty="0">
                <a:solidFill>
                  <a:schemeClr val="tx1"/>
                </a:solidFill>
              </a:rPr>
              <a:t>43 </a:t>
            </a:r>
            <a:r>
              <a:rPr lang="en-US" b="1" dirty="0" err="1">
                <a:solidFill>
                  <a:schemeClr val="tx1"/>
                </a:solidFill>
              </a:rPr>
              <a:t>bản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, bao </a:t>
            </a:r>
            <a:r>
              <a:rPr lang="en-US" dirty="0" err="1">
                <a:solidFill>
                  <a:schemeClr val="tx1"/>
                </a:solidFill>
              </a:rPr>
              <a:t>gồm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khám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phá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bản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phục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vụ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cutscene </a:t>
            </a:r>
            <a:r>
              <a:rPr lang="en-US" dirty="0" err="1">
                <a:solidFill>
                  <a:schemeClr val="tx1"/>
                </a:solidFill>
              </a:rPr>
              <a:t>cốt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truyện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bản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chiến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đấu</a:t>
            </a:r>
            <a:r>
              <a:rPr lang="en-US" dirty="0">
                <a:solidFill>
                  <a:schemeClr val="tx1"/>
                </a:solidFill>
              </a:rPr>
              <a:t> Boss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kiểm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năng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Google Shape;950;p39">
            <a:extLst>
              <a:ext uri="{FF2B5EF4-FFF2-40B4-BE49-F238E27FC236}">
                <a16:creationId xmlns:a16="http://schemas.microsoft.com/office/drawing/2014/main" id="{71A9F02D-108F-B89F-17A2-B0E019E8ED5F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3842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>
          <a:extLst>
            <a:ext uri="{FF2B5EF4-FFF2-40B4-BE49-F238E27FC236}">
              <a16:creationId xmlns:a16="http://schemas.microsoft.com/office/drawing/2014/main" id="{EFC35464-F6A2-2698-418C-66C492FEE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8">
            <a:extLst>
              <a:ext uri="{FF2B5EF4-FFF2-40B4-BE49-F238E27FC236}">
                <a16:creationId xmlns:a16="http://schemas.microsoft.com/office/drawing/2014/main" id="{DF6C61D7-405F-588E-CEB6-2120E2A21C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0352" y="474416"/>
            <a:ext cx="88836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0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Cơ</a:t>
            </a:r>
            <a:r>
              <a:rPr lang="en-US" sz="30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chế</a:t>
            </a:r>
            <a:r>
              <a:rPr lang="en-US" sz="30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di </a:t>
            </a:r>
            <a:r>
              <a:rPr lang="en-US" sz="30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chuyển</a:t>
            </a:r>
            <a:r>
              <a:rPr lang="en-US" sz="30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và</a:t>
            </a:r>
            <a:r>
              <a:rPr lang="en-US" sz="30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chiến</a:t>
            </a:r>
            <a:r>
              <a:rPr lang="en-US" sz="30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đấu</a:t>
            </a:r>
            <a:r>
              <a:rPr lang="en-US" sz="30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nhân</a:t>
            </a:r>
            <a:r>
              <a:rPr lang="en-US" sz="30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vật</a:t>
            </a:r>
            <a:r>
              <a:rPr lang="en-US" sz="30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chính</a:t>
            </a:r>
            <a:endParaRPr lang="en-US" sz="3000" dirty="0">
              <a:latin typeface="+mj-lt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A3038F56-E45F-A384-86CE-5FBDC5E24667}"/>
              </a:ext>
            </a:extLst>
          </p:cNvPr>
          <p:cNvSpPr/>
          <p:nvPr/>
        </p:nvSpPr>
        <p:spPr>
          <a:xfrm>
            <a:off x="4148618" y="1404855"/>
            <a:ext cx="4810323" cy="1340359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assets/image28.png">
            <a:extLst>
              <a:ext uri="{FF2B5EF4-FFF2-40B4-BE49-F238E27FC236}">
                <a16:creationId xmlns:a16="http://schemas.microsoft.com/office/drawing/2014/main" id="{3BEAC339-9C46-B68A-1021-E66C7BFEC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038" y="1649512"/>
            <a:ext cx="4592600" cy="976271"/>
          </a:xfrm>
          <a:prstGeom prst="rect">
            <a:avLst/>
          </a:prstGeom>
        </p:spPr>
      </p:pic>
      <p:sp>
        <p:nvSpPr>
          <p:cNvPr id="23" name="Shape 13">
            <a:extLst>
              <a:ext uri="{FF2B5EF4-FFF2-40B4-BE49-F238E27FC236}">
                <a16:creationId xmlns:a16="http://schemas.microsoft.com/office/drawing/2014/main" id="{6F0F94BD-DB71-36E7-9E81-A908BB37E432}"/>
              </a:ext>
            </a:extLst>
          </p:cNvPr>
          <p:cNvSpPr/>
          <p:nvPr/>
        </p:nvSpPr>
        <p:spPr>
          <a:xfrm>
            <a:off x="4148618" y="2923775"/>
            <a:ext cx="4810323" cy="1340359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5" name="Image 1" descr="/home/claude/assets/image29.png">
            <a:extLst>
              <a:ext uri="{FF2B5EF4-FFF2-40B4-BE49-F238E27FC236}">
                <a16:creationId xmlns:a16="http://schemas.microsoft.com/office/drawing/2014/main" id="{6634558C-D6F8-0474-CB3F-3D3413F42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443" y="3032636"/>
            <a:ext cx="4083790" cy="1122635"/>
          </a:xfrm>
          <a:prstGeom prst="rect">
            <a:avLst/>
          </a:prstGeom>
        </p:spPr>
      </p:pic>
      <p:sp>
        <p:nvSpPr>
          <p:cNvPr id="1164" name="Shape 6">
            <a:extLst>
              <a:ext uri="{FF2B5EF4-FFF2-40B4-BE49-F238E27FC236}">
                <a16:creationId xmlns:a16="http://schemas.microsoft.com/office/drawing/2014/main" id="{B84012EC-DF34-4199-2BA4-1ED4B53AF727}"/>
              </a:ext>
            </a:extLst>
          </p:cNvPr>
          <p:cNvSpPr/>
          <p:nvPr/>
        </p:nvSpPr>
        <p:spPr>
          <a:xfrm>
            <a:off x="8702909" y="1385316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6" name="Shape 7">
            <a:extLst>
              <a:ext uri="{FF2B5EF4-FFF2-40B4-BE49-F238E27FC236}">
                <a16:creationId xmlns:a16="http://schemas.microsoft.com/office/drawing/2014/main" id="{6F40E426-7612-15AA-07C1-CC46E95CAAFB}"/>
              </a:ext>
            </a:extLst>
          </p:cNvPr>
          <p:cNvSpPr/>
          <p:nvPr/>
        </p:nvSpPr>
        <p:spPr>
          <a:xfrm>
            <a:off x="8958941" y="1385316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8" name="Shape 10">
            <a:extLst>
              <a:ext uri="{FF2B5EF4-FFF2-40B4-BE49-F238E27FC236}">
                <a16:creationId xmlns:a16="http://schemas.microsoft.com/office/drawing/2014/main" id="{CCF2F900-F306-B234-11C9-74F59D789837}"/>
              </a:ext>
            </a:extLst>
          </p:cNvPr>
          <p:cNvSpPr/>
          <p:nvPr/>
        </p:nvSpPr>
        <p:spPr>
          <a:xfrm>
            <a:off x="8958941" y="2486152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0" name="Shape 11">
            <a:extLst>
              <a:ext uri="{FF2B5EF4-FFF2-40B4-BE49-F238E27FC236}">
                <a16:creationId xmlns:a16="http://schemas.microsoft.com/office/drawing/2014/main" id="{FD5AE507-B308-3261-6827-09F970B013F7}"/>
              </a:ext>
            </a:extLst>
          </p:cNvPr>
          <p:cNvSpPr/>
          <p:nvPr/>
        </p:nvSpPr>
        <p:spPr>
          <a:xfrm>
            <a:off x="8702909" y="2742184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2" name="Shape 4">
            <a:extLst>
              <a:ext uri="{FF2B5EF4-FFF2-40B4-BE49-F238E27FC236}">
                <a16:creationId xmlns:a16="http://schemas.microsoft.com/office/drawing/2014/main" id="{45AAB155-7AFC-4E38-0EC8-766437E51995}"/>
              </a:ext>
            </a:extLst>
          </p:cNvPr>
          <p:cNvSpPr/>
          <p:nvPr/>
        </p:nvSpPr>
        <p:spPr>
          <a:xfrm>
            <a:off x="4142268" y="1391666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4" name="Shape 5">
            <a:extLst>
              <a:ext uri="{FF2B5EF4-FFF2-40B4-BE49-F238E27FC236}">
                <a16:creationId xmlns:a16="http://schemas.microsoft.com/office/drawing/2014/main" id="{43D7D4BE-5F86-62A4-F503-FDCE0215E9F8}"/>
              </a:ext>
            </a:extLst>
          </p:cNvPr>
          <p:cNvSpPr/>
          <p:nvPr/>
        </p:nvSpPr>
        <p:spPr>
          <a:xfrm>
            <a:off x="4142268" y="1391666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6" name="Shape 8">
            <a:extLst>
              <a:ext uri="{FF2B5EF4-FFF2-40B4-BE49-F238E27FC236}">
                <a16:creationId xmlns:a16="http://schemas.microsoft.com/office/drawing/2014/main" id="{1526379C-698D-F2F5-66BD-BBFF118C6E0E}"/>
              </a:ext>
            </a:extLst>
          </p:cNvPr>
          <p:cNvSpPr/>
          <p:nvPr/>
        </p:nvSpPr>
        <p:spPr>
          <a:xfrm>
            <a:off x="4142268" y="2486152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8" name="Shape 9">
            <a:extLst>
              <a:ext uri="{FF2B5EF4-FFF2-40B4-BE49-F238E27FC236}">
                <a16:creationId xmlns:a16="http://schemas.microsoft.com/office/drawing/2014/main" id="{0B884035-38F7-53F5-8EFA-42BB9952CA66}"/>
              </a:ext>
            </a:extLst>
          </p:cNvPr>
          <p:cNvSpPr/>
          <p:nvPr/>
        </p:nvSpPr>
        <p:spPr>
          <a:xfrm>
            <a:off x="4142268" y="2742184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0" name="Shape 14">
            <a:extLst>
              <a:ext uri="{FF2B5EF4-FFF2-40B4-BE49-F238E27FC236}">
                <a16:creationId xmlns:a16="http://schemas.microsoft.com/office/drawing/2014/main" id="{4AE4BDB5-BB9C-23F0-2535-F2D95DFC3E70}"/>
              </a:ext>
            </a:extLst>
          </p:cNvPr>
          <p:cNvSpPr/>
          <p:nvPr/>
        </p:nvSpPr>
        <p:spPr>
          <a:xfrm>
            <a:off x="4141091" y="2915467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2" name="Shape 15">
            <a:extLst>
              <a:ext uri="{FF2B5EF4-FFF2-40B4-BE49-F238E27FC236}">
                <a16:creationId xmlns:a16="http://schemas.microsoft.com/office/drawing/2014/main" id="{8F6040B1-7A2D-49F8-167B-327E8C93303E}"/>
              </a:ext>
            </a:extLst>
          </p:cNvPr>
          <p:cNvSpPr/>
          <p:nvPr/>
        </p:nvSpPr>
        <p:spPr>
          <a:xfrm>
            <a:off x="4141091" y="2915467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5" name="Shape 18">
            <a:extLst>
              <a:ext uri="{FF2B5EF4-FFF2-40B4-BE49-F238E27FC236}">
                <a16:creationId xmlns:a16="http://schemas.microsoft.com/office/drawing/2014/main" id="{B4F1E4E1-2487-9C99-DB5A-D2951CECDBFD}"/>
              </a:ext>
            </a:extLst>
          </p:cNvPr>
          <p:cNvSpPr/>
          <p:nvPr/>
        </p:nvSpPr>
        <p:spPr>
          <a:xfrm>
            <a:off x="4141091" y="4003603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9" name="Shape 19">
            <a:extLst>
              <a:ext uri="{FF2B5EF4-FFF2-40B4-BE49-F238E27FC236}">
                <a16:creationId xmlns:a16="http://schemas.microsoft.com/office/drawing/2014/main" id="{E2E5AABB-E708-25F4-57D7-6AE72E3D7EAC}"/>
              </a:ext>
            </a:extLst>
          </p:cNvPr>
          <p:cNvSpPr/>
          <p:nvPr/>
        </p:nvSpPr>
        <p:spPr>
          <a:xfrm>
            <a:off x="4141091" y="4259635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3" name="Shape 16">
            <a:extLst>
              <a:ext uri="{FF2B5EF4-FFF2-40B4-BE49-F238E27FC236}">
                <a16:creationId xmlns:a16="http://schemas.microsoft.com/office/drawing/2014/main" id="{D48177C5-D302-D1BB-B438-4014C4844E80}"/>
              </a:ext>
            </a:extLst>
          </p:cNvPr>
          <p:cNvSpPr/>
          <p:nvPr/>
        </p:nvSpPr>
        <p:spPr>
          <a:xfrm>
            <a:off x="8699351" y="2921697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7" name="Shape 17">
            <a:extLst>
              <a:ext uri="{FF2B5EF4-FFF2-40B4-BE49-F238E27FC236}">
                <a16:creationId xmlns:a16="http://schemas.microsoft.com/office/drawing/2014/main" id="{5FC0D1B6-523E-2AF8-A2C0-E2DAD440B01A}"/>
              </a:ext>
            </a:extLst>
          </p:cNvPr>
          <p:cNvSpPr/>
          <p:nvPr/>
        </p:nvSpPr>
        <p:spPr>
          <a:xfrm>
            <a:off x="8955383" y="2921697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1" name="Shape 20">
            <a:extLst>
              <a:ext uri="{FF2B5EF4-FFF2-40B4-BE49-F238E27FC236}">
                <a16:creationId xmlns:a16="http://schemas.microsoft.com/office/drawing/2014/main" id="{5EF73C0B-5667-B0F3-6054-F32EA159B537}"/>
              </a:ext>
            </a:extLst>
          </p:cNvPr>
          <p:cNvSpPr/>
          <p:nvPr/>
        </p:nvSpPr>
        <p:spPr>
          <a:xfrm>
            <a:off x="8955383" y="4009825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4" name="Shape 21">
            <a:extLst>
              <a:ext uri="{FF2B5EF4-FFF2-40B4-BE49-F238E27FC236}">
                <a16:creationId xmlns:a16="http://schemas.microsoft.com/office/drawing/2014/main" id="{C2F8F9FD-3E43-50FC-6169-3F8769454045}"/>
              </a:ext>
            </a:extLst>
          </p:cNvPr>
          <p:cNvSpPr/>
          <p:nvPr/>
        </p:nvSpPr>
        <p:spPr>
          <a:xfrm>
            <a:off x="8699351" y="4265857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80978B8D-9F4F-E916-9742-DF911109EAD8}"/>
              </a:ext>
            </a:extLst>
          </p:cNvPr>
          <p:cNvSpPr txBox="1"/>
          <p:nvPr/>
        </p:nvSpPr>
        <p:spPr>
          <a:xfrm>
            <a:off x="593464" y="1404855"/>
            <a:ext cx="3480272" cy="3016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Di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chuyển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tự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do 8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hướng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theo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pixel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không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bị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giới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hạn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ô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lưới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48×48.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Chạy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nhanh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tiêu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hao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thanh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thể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lực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(Stamina),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tự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hồi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phục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sau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khoảng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trễ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Tự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động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đổi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ngoại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hình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&amp;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kỹ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năng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theo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vũ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khí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đang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trang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bị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tay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không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/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cận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chiến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/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tầm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xa.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Tấn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công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cận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chiến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tầm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xa qua QABS.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08" name="Google Shape;950;p39">
            <a:extLst>
              <a:ext uri="{FF2B5EF4-FFF2-40B4-BE49-F238E27FC236}">
                <a16:creationId xmlns:a16="http://schemas.microsoft.com/office/drawing/2014/main" id="{7575D835-0DB0-1BE2-0496-EEE2D735D82A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4179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>
          <a:extLst>
            <a:ext uri="{FF2B5EF4-FFF2-40B4-BE49-F238E27FC236}">
              <a16:creationId xmlns:a16="http://schemas.microsoft.com/office/drawing/2014/main" id="{99AC49B1-D545-E8EB-78E9-D8CCE592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8">
            <a:extLst>
              <a:ext uri="{FF2B5EF4-FFF2-40B4-BE49-F238E27FC236}">
                <a16:creationId xmlns:a16="http://schemas.microsoft.com/office/drawing/2014/main" id="{01614F24-E589-47D8-69D2-C7275A5414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8105" y="474311"/>
            <a:ext cx="821444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AI Zombie — FSM</a:t>
            </a:r>
            <a:endParaRPr lang="en-US" dirty="0">
              <a:latin typeface="+mj-lt"/>
            </a:endParaRPr>
          </a:p>
        </p:txBody>
      </p:sp>
      <p:sp>
        <p:nvSpPr>
          <p:cNvPr id="1184" name="Shape 2">
            <a:extLst>
              <a:ext uri="{FF2B5EF4-FFF2-40B4-BE49-F238E27FC236}">
                <a16:creationId xmlns:a16="http://schemas.microsoft.com/office/drawing/2014/main" id="{4B449C4C-92E1-0DFC-5B7C-F95D90ADBC99}"/>
              </a:ext>
            </a:extLst>
          </p:cNvPr>
          <p:cNvSpPr/>
          <p:nvPr/>
        </p:nvSpPr>
        <p:spPr>
          <a:xfrm>
            <a:off x="338106" y="1255078"/>
            <a:ext cx="4119998" cy="2702817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88" name="Shape 3">
            <a:extLst>
              <a:ext uri="{FF2B5EF4-FFF2-40B4-BE49-F238E27FC236}">
                <a16:creationId xmlns:a16="http://schemas.microsoft.com/office/drawing/2014/main" id="{401AEF03-4A24-E1DE-72DD-298AA7D03885}"/>
              </a:ext>
            </a:extLst>
          </p:cNvPr>
          <p:cNvSpPr/>
          <p:nvPr/>
        </p:nvSpPr>
        <p:spPr>
          <a:xfrm>
            <a:off x="338107" y="1255078"/>
            <a:ext cx="17959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0" name="Shape 4">
            <a:extLst>
              <a:ext uri="{FF2B5EF4-FFF2-40B4-BE49-F238E27FC236}">
                <a16:creationId xmlns:a16="http://schemas.microsoft.com/office/drawing/2014/main" id="{BDEA8396-BABD-0B6C-5E61-328F94AB99D2}"/>
              </a:ext>
            </a:extLst>
          </p:cNvPr>
          <p:cNvSpPr/>
          <p:nvPr/>
        </p:nvSpPr>
        <p:spPr>
          <a:xfrm>
            <a:off x="338106" y="1255079"/>
            <a:ext cx="0" cy="18148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2" name="Shape 5">
            <a:extLst>
              <a:ext uri="{FF2B5EF4-FFF2-40B4-BE49-F238E27FC236}">
                <a16:creationId xmlns:a16="http://schemas.microsoft.com/office/drawing/2014/main" id="{2BB4C58F-15B7-E8FD-E946-8BCB9C6BDA88}"/>
              </a:ext>
            </a:extLst>
          </p:cNvPr>
          <p:cNvSpPr/>
          <p:nvPr/>
        </p:nvSpPr>
        <p:spPr>
          <a:xfrm>
            <a:off x="4260057" y="1250408"/>
            <a:ext cx="198048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94" name="Shape 6">
            <a:extLst>
              <a:ext uri="{FF2B5EF4-FFF2-40B4-BE49-F238E27FC236}">
                <a16:creationId xmlns:a16="http://schemas.microsoft.com/office/drawing/2014/main" id="{F904F2C4-D6AC-6369-A423-24F18925FAE2}"/>
              </a:ext>
            </a:extLst>
          </p:cNvPr>
          <p:cNvSpPr/>
          <p:nvPr/>
        </p:nvSpPr>
        <p:spPr>
          <a:xfrm>
            <a:off x="4465265" y="1250407"/>
            <a:ext cx="0" cy="186156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6" name="Shape 7">
            <a:extLst>
              <a:ext uri="{FF2B5EF4-FFF2-40B4-BE49-F238E27FC236}">
                <a16:creationId xmlns:a16="http://schemas.microsoft.com/office/drawing/2014/main" id="{673BEB01-7E52-B3F6-932D-27D73A9D4778}"/>
              </a:ext>
            </a:extLst>
          </p:cNvPr>
          <p:cNvSpPr/>
          <p:nvPr/>
        </p:nvSpPr>
        <p:spPr>
          <a:xfrm>
            <a:off x="330946" y="3781425"/>
            <a:ext cx="0" cy="17647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8" name="Shape 8">
            <a:extLst>
              <a:ext uri="{FF2B5EF4-FFF2-40B4-BE49-F238E27FC236}">
                <a16:creationId xmlns:a16="http://schemas.microsoft.com/office/drawing/2014/main" id="{217AB0B1-9FBA-2A2D-FDBC-949B9ABBCB2F}"/>
              </a:ext>
            </a:extLst>
          </p:cNvPr>
          <p:cNvSpPr/>
          <p:nvPr/>
        </p:nvSpPr>
        <p:spPr>
          <a:xfrm>
            <a:off x="330945" y="3957895"/>
            <a:ext cx="186754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0" name="Shape 9">
            <a:extLst>
              <a:ext uri="{FF2B5EF4-FFF2-40B4-BE49-F238E27FC236}">
                <a16:creationId xmlns:a16="http://schemas.microsoft.com/office/drawing/2014/main" id="{5C6E5A36-9A1A-A3DD-6326-5CAA819749BF}"/>
              </a:ext>
            </a:extLst>
          </p:cNvPr>
          <p:cNvSpPr/>
          <p:nvPr/>
        </p:nvSpPr>
        <p:spPr>
          <a:xfrm>
            <a:off x="4461684" y="3745706"/>
            <a:ext cx="0" cy="212189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2" name="Shape 10">
            <a:extLst>
              <a:ext uri="{FF2B5EF4-FFF2-40B4-BE49-F238E27FC236}">
                <a16:creationId xmlns:a16="http://schemas.microsoft.com/office/drawing/2014/main" id="{ABCBF9B5-661E-D355-B164-061E9C80790F}"/>
              </a:ext>
            </a:extLst>
          </p:cNvPr>
          <p:cNvSpPr/>
          <p:nvPr/>
        </p:nvSpPr>
        <p:spPr>
          <a:xfrm>
            <a:off x="4260058" y="3962566"/>
            <a:ext cx="205208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2" name="Shape 6">
            <a:extLst>
              <a:ext uri="{FF2B5EF4-FFF2-40B4-BE49-F238E27FC236}">
                <a16:creationId xmlns:a16="http://schemas.microsoft.com/office/drawing/2014/main" id="{1948A7F6-9118-250D-9879-FB12B7441D2E}"/>
              </a:ext>
            </a:extLst>
          </p:cNvPr>
          <p:cNvSpPr/>
          <p:nvPr/>
        </p:nvSpPr>
        <p:spPr>
          <a:xfrm>
            <a:off x="4855449" y="1250407"/>
            <a:ext cx="1" cy="16325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6" name="Shape 12">
            <a:extLst>
              <a:ext uri="{FF2B5EF4-FFF2-40B4-BE49-F238E27FC236}">
                <a16:creationId xmlns:a16="http://schemas.microsoft.com/office/drawing/2014/main" id="{7F53C590-B874-159E-3AE8-D94963EACBC5}"/>
              </a:ext>
            </a:extLst>
          </p:cNvPr>
          <p:cNvSpPr/>
          <p:nvPr/>
        </p:nvSpPr>
        <p:spPr>
          <a:xfrm>
            <a:off x="4791442" y="1250407"/>
            <a:ext cx="3973497" cy="2685491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0" name="Shape 13">
            <a:extLst>
              <a:ext uri="{FF2B5EF4-FFF2-40B4-BE49-F238E27FC236}">
                <a16:creationId xmlns:a16="http://schemas.microsoft.com/office/drawing/2014/main" id="{439C8019-F3CD-C060-E30C-D1EB0D6C36E1}"/>
              </a:ext>
            </a:extLst>
          </p:cNvPr>
          <p:cNvSpPr/>
          <p:nvPr/>
        </p:nvSpPr>
        <p:spPr>
          <a:xfrm>
            <a:off x="4791442" y="1250407"/>
            <a:ext cx="226308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2" name="Shape 14">
            <a:extLst>
              <a:ext uri="{FF2B5EF4-FFF2-40B4-BE49-F238E27FC236}">
                <a16:creationId xmlns:a16="http://schemas.microsoft.com/office/drawing/2014/main" id="{8980C925-7DE6-9559-CD43-E209697D46B8}"/>
              </a:ext>
            </a:extLst>
          </p:cNvPr>
          <p:cNvSpPr/>
          <p:nvPr/>
        </p:nvSpPr>
        <p:spPr>
          <a:xfrm>
            <a:off x="4791442" y="1250407"/>
            <a:ext cx="0" cy="16325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4" name="Shape 15">
            <a:extLst>
              <a:ext uri="{FF2B5EF4-FFF2-40B4-BE49-F238E27FC236}">
                <a16:creationId xmlns:a16="http://schemas.microsoft.com/office/drawing/2014/main" id="{8A74BAC4-E1E7-2213-F0B4-8BB3E39F1EAA}"/>
              </a:ext>
            </a:extLst>
          </p:cNvPr>
          <p:cNvSpPr/>
          <p:nvPr/>
        </p:nvSpPr>
        <p:spPr>
          <a:xfrm>
            <a:off x="8592424" y="1246099"/>
            <a:ext cx="172515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6" name="Shape 16">
            <a:extLst>
              <a:ext uri="{FF2B5EF4-FFF2-40B4-BE49-F238E27FC236}">
                <a16:creationId xmlns:a16="http://schemas.microsoft.com/office/drawing/2014/main" id="{CE8E2DFA-DC02-245F-790E-39170606EEBD}"/>
              </a:ext>
            </a:extLst>
          </p:cNvPr>
          <p:cNvSpPr/>
          <p:nvPr/>
        </p:nvSpPr>
        <p:spPr>
          <a:xfrm>
            <a:off x="8764939" y="1259023"/>
            <a:ext cx="0" cy="177538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8" name="Shape 17">
            <a:extLst>
              <a:ext uri="{FF2B5EF4-FFF2-40B4-BE49-F238E27FC236}">
                <a16:creationId xmlns:a16="http://schemas.microsoft.com/office/drawing/2014/main" id="{45FF5375-7F8F-596E-E40E-7FB2F106C730}"/>
              </a:ext>
            </a:extLst>
          </p:cNvPr>
          <p:cNvSpPr/>
          <p:nvPr/>
        </p:nvSpPr>
        <p:spPr>
          <a:xfrm>
            <a:off x="4790120" y="3745707"/>
            <a:ext cx="0" cy="19019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0" name="Shape 18">
            <a:extLst>
              <a:ext uri="{FF2B5EF4-FFF2-40B4-BE49-F238E27FC236}">
                <a16:creationId xmlns:a16="http://schemas.microsoft.com/office/drawing/2014/main" id="{5952C3D7-BF80-7282-58B8-A1A9EC8F70D6}"/>
              </a:ext>
            </a:extLst>
          </p:cNvPr>
          <p:cNvSpPr/>
          <p:nvPr/>
        </p:nvSpPr>
        <p:spPr>
          <a:xfrm>
            <a:off x="4790120" y="3950185"/>
            <a:ext cx="227630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2" name="Shape 19">
            <a:extLst>
              <a:ext uri="{FF2B5EF4-FFF2-40B4-BE49-F238E27FC236}">
                <a16:creationId xmlns:a16="http://schemas.microsoft.com/office/drawing/2014/main" id="{521D0172-1864-8F14-FC12-0CBA06774CBF}"/>
              </a:ext>
            </a:extLst>
          </p:cNvPr>
          <p:cNvSpPr/>
          <p:nvPr/>
        </p:nvSpPr>
        <p:spPr>
          <a:xfrm>
            <a:off x="8764939" y="3772646"/>
            <a:ext cx="0" cy="16325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4" name="Shape 20">
            <a:extLst>
              <a:ext uri="{FF2B5EF4-FFF2-40B4-BE49-F238E27FC236}">
                <a16:creationId xmlns:a16="http://schemas.microsoft.com/office/drawing/2014/main" id="{C6E47CB5-035C-F7AF-BE84-C3058B5DB1D0}"/>
              </a:ext>
            </a:extLst>
          </p:cNvPr>
          <p:cNvSpPr/>
          <p:nvPr/>
        </p:nvSpPr>
        <p:spPr>
          <a:xfrm>
            <a:off x="8583930" y="3935898"/>
            <a:ext cx="181009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ssets/image33.png">
            <a:extLst>
              <a:ext uri="{FF2B5EF4-FFF2-40B4-BE49-F238E27FC236}">
                <a16:creationId xmlns:a16="http://schemas.microsoft.com/office/drawing/2014/main" id="{7362728B-3FD0-55DD-70E2-DD64A0B5F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36" y="1407997"/>
            <a:ext cx="3973497" cy="2361840"/>
          </a:xfrm>
          <a:prstGeom prst="rect">
            <a:avLst/>
          </a:prstGeom>
        </p:spPr>
      </p:pic>
      <p:pic>
        <p:nvPicPr>
          <p:cNvPr id="5" name="Image 1" descr="/home/claude/assets/image34.png">
            <a:extLst>
              <a:ext uri="{FF2B5EF4-FFF2-40B4-BE49-F238E27FC236}">
                <a16:creationId xmlns:a16="http://schemas.microsoft.com/office/drawing/2014/main" id="{DEA68125-A60A-6425-5598-B91A752A4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942" y="1397251"/>
            <a:ext cx="3751557" cy="23775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6602A5-AD9D-F106-D5F8-E59B8097CC88}"/>
              </a:ext>
            </a:extLst>
          </p:cNvPr>
          <p:cNvSpPr txBox="1"/>
          <p:nvPr/>
        </p:nvSpPr>
        <p:spPr>
          <a:xfrm>
            <a:off x="517698" y="3967672"/>
            <a:ext cx="7800061" cy="346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marR="0" lvl="0" indent="-17780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Tuần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tra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ngẫu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nhiên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→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phát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qua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bán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kính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tầm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nhìn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→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truy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đuổi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→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tấn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công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khi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đủ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gần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endParaRPr lang="en-US" dirty="0">
              <a:latin typeface="+mj-lt"/>
            </a:endParaRPr>
          </a:p>
        </p:txBody>
      </p:sp>
      <p:sp>
        <p:nvSpPr>
          <p:cNvPr id="9" name="Google Shape;950;p39">
            <a:extLst>
              <a:ext uri="{FF2B5EF4-FFF2-40B4-BE49-F238E27FC236}">
                <a16:creationId xmlns:a16="http://schemas.microsoft.com/office/drawing/2014/main" id="{6597624E-E80B-E96D-FFA7-0CAC08B782CC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0097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>
          <a:extLst>
            <a:ext uri="{FF2B5EF4-FFF2-40B4-BE49-F238E27FC236}">
              <a16:creationId xmlns:a16="http://schemas.microsoft.com/office/drawing/2014/main" id="{EA66BE35-5646-755B-AE1E-D9A216CA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8">
            <a:extLst>
              <a:ext uri="{FF2B5EF4-FFF2-40B4-BE49-F238E27FC236}">
                <a16:creationId xmlns:a16="http://schemas.microsoft.com/office/drawing/2014/main" id="{271F3DEB-7677-CDE2-0310-8D8614295B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4775" y="477565"/>
            <a:ext cx="821444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AI Boss</a:t>
            </a:r>
            <a:endParaRPr lang="en-US" dirty="0">
              <a:latin typeface="+mj-lt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4D38DE-013F-E99E-C812-1ED0C5AF8399}"/>
              </a:ext>
            </a:extLst>
          </p:cNvPr>
          <p:cNvSpPr/>
          <p:nvPr/>
        </p:nvSpPr>
        <p:spPr>
          <a:xfrm>
            <a:off x="157820" y="1213866"/>
            <a:ext cx="2865178" cy="1808553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assets/image40.png">
            <a:extLst>
              <a:ext uri="{FF2B5EF4-FFF2-40B4-BE49-F238E27FC236}">
                <a16:creationId xmlns:a16="http://schemas.microsoft.com/office/drawing/2014/main" id="{DFE97051-1F47-21CE-24A4-AE673A71C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09" y="1331998"/>
            <a:ext cx="2627033" cy="1569149"/>
          </a:xfrm>
          <a:prstGeom prst="rect">
            <a:avLst/>
          </a:prstGeom>
        </p:spPr>
      </p:pic>
      <p:sp>
        <p:nvSpPr>
          <p:cNvPr id="26" name="Shape 12">
            <a:extLst>
              <a:ext uri="{FF2B5EF4-FFF2-40B4-BE49-F238E27FC236}">
                <a16:creationId xmlns:a16="http://schemas.microsoft.com/office/drawing/2014/main" id="{6201A2A8-EECC-A717-9B3A-9752FD766BF0}"/>
              </a:ext>
            </a:extLst>
          </p:cNvPr>
          <p:cNvSpPr/>
          <p:nvPr/>
        </p:nvSpPr>
        <p:spPr>
          <a:xfrm>
            <a:off x="3158461" y="1213866"/>
            <a:ext cx="2865178" cy="1808553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1" descr="/home/claude/assets/image41.png">
            <a:extLst>
              <a:ext uri="{FF2B5EF4-FFF2-40B4-BE49-F238E27FC236}">
                <a16:creationId xmlns:a16="http://schemas.microsoft.com/office/drawing/2014/main" id="{C57102FD-1833-A331-F081-889263A2F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533" y="1359251"/>
            <a:ext cx="2627033" cy="1517781"/>
          </a:xfrm>
          <a:prstGeom prst="rect">
            <a:avLst/>
          </a:prstGeom>
        </p:spPr>
      </p:pic>
      <p:sp>
        <p:nvSpPr>
          <p:cNvPr id="1167" name="Shape 22">
            <a:extLst>
              <a:ext uri="{FF2B5EF4-FFF2-40B4-BE49-F238E27FC236}">
                <a16:creationId xmlns:a16="http://schemas.microsoft.com/office/drawing/2014/main" id="{B3DDDFD0-C335-119D-6834-E330ECCCF0F4}"/>
              </a:ext>
            </a:extLst>
          </p:cNvPr>
          <p:cNvSpPr/>
          <p:nvPr/>
        </p:nvSpPr>
        <p:spPr>
          <a:xfrm>
            <a:off x="6141511" y="1213866"/>
            <a:ext cx="2865178" cy="1808553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69" name="Image 2" descr="/home/claude/assets/image42.png">
            <a:extLst>
              <a:ext uri="{FF2B5EF4-FFF2-40B4-BE49-F238E27FC236}">
                <a16:creationId xmlns:a16="http://schemas.microsoft.com/office/drawing/2014/main" id="{84BDE1E1-B0D8-2806-C950-95BCD8497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583" y="1344235"/>
            <a:ext cx="2627033" cy="1544673"/>
          </a:xfrm>
          <a:prstGeom prst="rect">
            <a:avLst/>
          </a:prstGeom>
        </p:spPr>
      </p:pic>
      <p:sp>
        <p:nvSpPr>
          <p:cNvPr id="1189" name="Shape 3">
            <a:extLst>
              <a:ext uri="{FF2B5EF4-FFF2-40B4-BE49-F238E27FC236}">
                <a16:creationId xmlns:a16="http://schemas.microsoft.com/office/drawing/2014/main" id="{951E0210-FE5F-8268-947B-8BFD51A90A15}"/>
              </a:ext>
            </a:extLst>
          </p:cNvPr>
          <p:cNvSpPr/>
          <p:nvPr/>
        </p:nvSpPr>
        <p:spPr>
          <a:xfrm>
            <a:off x="147066" y="1202436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3" name="Shape 4">
            <a:extLst>
              <a:ext uri="{FF2B5EF4-FFF2-40B4-BE49-F238E27FC236}">
                <a16:creationId xmlns:a16="http://schemas.microsoft.com/office/drawing/2014/main" id="{5C17474F-34DA-BC47-1C46-9D35AF86457F}"/>
              </a:ext>
            </a:extLst>
          </p:cNvPr>
          <p:cNvSpPr/>
          <p:nvPr/>
        </p:nvSpPr>
        <p:spPr>
          <a:xfrm>
            <a:off x="147066" y="1202436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7" name="Shape 7">
            <a:extLst>
              <a:ext uri="{FF2B5EF4-FFF2-40B4-BE49-F238E27FC236}">
                <a16:creationId xmlns:a16="http://schemas.microsoft.com/office/drawing/2014/main" id="{39F0A516-499B-AFAF-AC2C-1639F9F08B79}"/>
              </a:ext>
            </a:extLst>
          </p:cNvPr>
          <p:cNvSpPr/>
          <p:nvPr/>
        </p:nvSpPr>
        <p:spPr>
          <a:xfrm>
            <a:off x="147066" y="2770632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1" name="Shape 8">
            <a:extLst>
              <a:ext uri="{FF2B5EF4-FFF2-40B4-BE49-F238E27FC236}">
                <a16:creationId xmlns:a16="http://schemas.microsoft.com/office/drawing/2014/main" id="{0ECB98ED-F060-8EA9-22AA-8FBFDD257C17}"/>
              </a:ext>
            </a:extLst>
          </p:cNvPr>
          <p:cNvSpPr/>
          <p:nvPr/>
        </p:nvSpPr>
        <p:spPr>
          <a:xfrm>
            <a:off x="147066" y="3026664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4" name="Shape 5">
            <a:extLst>
              <a:ext uri="{FF2B5EF4-FFF2-40B4-BE49-F238E27FC236}">
                <a16:creationId xmlns:a16="http://schemas.microsoft.com/office/drawing/2014/main" id="{6125A5ED-535B-6784-BA95-CD1D44604756}"/>
              </a:ext>
            </a:extLst>
          </p:cNvPr>
          <p:cNvSpPr/>
          <p:nvPr/>
        </p:nvSpPr>
        <p:spPr>
          <a:xfrm>
            <a:off x="2771394" y="1202436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6" name="Shape 6">
            <a:extLst>
              <a:ext uri="{FF2B5EF4-FFF2-40B4-BE49-F238E27FC236}">
                <a16:creationId xmlns:a16="http://schemas.microsoft.com/office/drawing/2014/main" id="{08D5957C-CE4D-9704-DDCF-E0E12D903A3D}"/>
              </a:ext>
            </a:extLst>
          </p:cNvPr>
          <p:cNvSpPr/>
          <p:nvPr/>
        </p:nvSpPr>
        <p:spPr>
          <a:xfrm>
            <a:off x="3027426" y="1202436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8" name="Shape 9">
            <a:extLst>
              <a:ext uri="{FF2B5EF4-FFF2-40B4-BE49-F238E27FC236}">
                <a16:creationId xmlns:a16="http://schemas.microsoft.com/office/drawing/2014/main" id="{B3B240B6-4124-EF41-43DC-AA1B991C640D}"/>
              </a:ext>
            </a:extLst>
          </p:cNvPr>
          <p:cNvSpPr/>
          <p:nvPr/>
        </p:nvSpPr>
        <p:spPr>
          <a:xfrm>
            <a:off x="3027426" y="2778252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0" name="Shape 10">
            <a:extLst>
              <a:ext uri="{FF2B5EF4-FFF2-40B4-BE49-F238E27FC236}">
                <a16:creationId xmlns:a16="http://schemas.microsoft.com/office/drawing/2014/main" id="{71FA9440-9968-3258-A477-AE2E253ACC5D}"/>
              </a:ext>
            </a:extLst>
          </p:cNvPr>
          <p:cNvSpPr/>
          <p:nvPr/>
        </p:nvSpPr>
        <p:spPr>
          <a:xfrm>
            <a:off x="2771394" y="3034284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8" name="Shape 3">
            <a:extLst>
              <a:ext uri="{FF2B5EF4-FFF2-40B4-BE49-F238E27FC236}">
                <a16:creationId xmlns:a16="http://schemas.microsoft.com/office/drawing/2014/main" id="{BBD533B1-4EB5-C574-87B9-56641F2F5B8F}"/>
              </a:ext>
            </a:extLst>
          </p:cNvPr>
          <p:cNvSpPr/>
          <p:nvPr/>
        </p:nvSpPr>
        <p:spPr>
          <a:xfrm>
            <a:off x="6133949" y="1213431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0" name="Shape 4">
            <a:extLst>
              <a:ext uri="{FF2B5EF4-FFF2-40B4-BE49-F238E27FC236}">
                <a16:creationId xmlns:a16="http://schemas.microsoft.com/office/drawing/2014/main" id="{EA883556-4F48-7CF7-9BA7-C5C5DCE9058D}"/>
              </a:ext>
            </a:extLst>
          </p:cNvPr>
          <p:cNvSpPr/>
          <p:nvPr/>
        </p:nvSpPr>
        <p:spPr>
          <a:xfrm>
            <a:off x="6133949" y="1213431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2" name="Shape 7">
            <a:extLst>
              <a:ext uri="{FF2B5EF4-FFF2-40B4-BE49-F238E27FC236}">
                <a16:creationId xmlns:a16="http://schemas.microsoft.com/office/drawing/2014/main" id="{254EFDB6-7DCF-0462-3293-081E459E4D75}"/>
              </a:ext>
            </a:extLst>
          </p:cNvPr>
          <p:cNvSpPr/>
          <p:nvPr/>
        </p:nvSpPr>
        <p:spPr>
          <a:xfrm>
            <a:off x="6133949" y="2781627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4" name="Shape 8">
            <a:extLst>
              <a:ext uri="{FF2B5EF4-FFF2-40B4-BE49-F238E27FC236}">
                <a16:creationId xmlns:a16="http://schemas.microsoft.com/office/drawing/2014/main" id="{5DFC6CF7-E2EF-61AF-A6AB-187DC92AEFC0}"/>
              </a:ext>
            </a:extLst>
          </p:cNvPr>
          <p:cNvSpPr/>
          <p:nvPr/>
        </p:nvSpPr>
        <p:spPr>
          <a:xfrm>
            <a:off x="6133949" y="3037659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6" name="Shape 5">
            <a:extLst>
              <a:ext uri="{FF2B5EF4-FFF2-40B4-BE49-F238E27FC236}">
                <a16:creationId xmlns:a16="http://schemas.microsoft.com/office/drawing/2014/main" id="{0EE80AC9-6128-3638-5092-D519CCEF9F5E}"/>
              </a:ext>
            </a:extLst>
          </p:cNvPr>
          <p:cNvSpPr/>
          <p:nvPr/>
        </p:nvSpPr>
        <p:spPr>
          <a:xfrm>
            <a:off x="8758277" y="1213431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8" name="Shape 6">
            <a:extLst>
              <a:ext uri="{FF2B5EF4-FFF2-40B4-BE49-F238E27FC236}">
                <a16:creationId xmlns:a16="http://schemas.microsoft.com/office/drawing/2014/main" id="{3BA6FD81-C35C-47BE-BD03-AFF0108E3683}"/>
              </a:ext>
            </a:extLst>
          </p:cNvPr>
          <p:cNvSpPr/>
          <p:nvPr/>
        </p:nvSpPr>
        <p:spPr>
          <a:xfrm>
            <a:off x="9014309" y="1213431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0" name="Shape 9">
            <a:extLst>
              <a:ext uri="{FF2B5EF4-FFF2-40B4-BE49-F238E27FC236}">
                <a16:creationId xmlns:a16="http://schemas.microsoft.com/office/drawing/2014/main" id="{52F6FEBD-EFD6-D3AB-0814-D2F4CC0A0279}"/>
              </a:ext>
            </a:extLst>
          </p:cNvPr>
          <p:cNvSpPr/>
          <p:nvPr/>
        </p:nvSpPr>
        <p:spPr>
          <a:xfrm>
            <a:off x="9014309" y="2765432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2" name="Shape 10">
            <a:extLst>
              <a:ext uri="{FF2B5EF4-FFF2-40B4-BE49-F238E27FC236}">
                <a16:creationId xmlns:a16="http://schemas.microsoft.com/office/drawing/2014/main" id="{F8DDE20E-4B99-33AC-C18C-7270DFDD0AB0}"/>
              </a:ext>
            </a:extLst>
          </p:cNvPr>
          <p:cNvSpPr/>
          <p:nvPr/>
        </p:nvSpPr>
        <p:spPr>
          <a:xfrm>
            <a:off x="8758277" y="3030990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4" name="Shape 13">
            <a:extLst>
              <a:ext uri="{FF2B5EF4-FFF2-40B4-BE49-F238E27FC236}">
                <a16:creationId xmlns:a16="http://schemas.microsoft.com/office/drawing/2014/main" id="{829148C2-52BC-A8A9-921F-5EB32DC5F395}"/>
              </a:ext>
            </a:extLst>
          </p:cNvPr>
          <p:cNvSpPr/>
          <p:nvPr/>
        </p:nvSpPr>
        <p:spPr>
          <a:xfrm>
            <a:off x="3143167" y="1207262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6" name="Shape 14">
            <a:extLst>
              <a:ext uri="{FF2B5EF4-FFF2-40B4-BE49-F238E27FC236}">
                <a16:creationId xmlns:a16="http://schemas.microsoft.com/office/drawing/2014/main" id="{6B763E7C-555C-3945-9D6F-662BFC8D2DFA}"/>
              </a:ext>
            </a:extLst>
          </p:cNvPr>
          <p:cNvSpPr/>
          <p:nvPr/>
        </p:nvSpPr>
        <p:spPr>
          <a:xfrm>
            <a:off x="3143167" y="1207262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8" name="Shape 17">
            <a:extLst>
              <a:ext uri="{FF2B5EF4-FFF2-40B4-BE49-F238E27FC236}">
                <a16:creationId xmlns:a16="http://schemas.microsoft.com/office/drawing/2014/main" id="{ED3CF38F-C627-F9CE-F998-A283CFBF3879}"/>
              </a:ext>
            </a:extLst>
          </p:cNvPr>
          <p:cNvSpPr/>
          <p:nvPr/>
        </p:nvSpPr>
        <p:spPr>
          <a:xfrm>
            <a:off x="3143167" y="2771648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0" name="Shape 18">
            <a:extLst>
              <a:ext uri="{FF2B5EF4-FFF2-40B4-BE49-F238E27FC236}">
                <a16:creationId xmlns:a16="http://schemas.microsoft.com/office/drawing/2014/main" id="{BACB5C26-27EE-9A40-5DCB-5A5551787240}"/>
              </a:ext>
            </a:extLst>
          </p:cNvPr>
          <p:cNvSpPr/>
          <p:nvPr/>
        </p:nvSpPr>
        <p:spPr>
          <a:xfrm>
            <a:off x="3143167" y="3027680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2" name="Shape 15">
            <a:extLst>
              <a:ext uri="{FF2B5EF4-FFF2-40B4-BE49-F238E27FC236}">
                <a16:creationId xmlns:a16="http://schemas.microsoft.com/office/drawing/2014/main" id="{9E59EA01-3465-DDBB-6D4A-B1A993F61E47}"/>
              </a:ext>
            </a:extLst>
          </p:cNvPr>
          <p:cNvSpPr/>
          <p:nvPr/>
        </p:nvSpPr>
        <p:spPr>
          <a:xfrm>
            <a:off x="5779580" y="1208153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4" name="Shape 16">
            <a:extLst>
              <a:ext uri="{FF2B5EF4-FFF2-40B4-BE49-F238E27FC236}">
                <a16:creationId xmlns:a16="http://schemas.microsoft.com/office/drawing/2014/main" id="{3DA34D23-4824-52E5-F483-30DF7FA62100}"/>
              </a:ext>
            </a:extLst>
          </p:cNvPr>
          <p:cNvSpPr/>
          <p:nvPr/>
        </p:nvSpPr>
        <p:spPr>
          <a:xfrm>
            <a:off x="6035612" y="1208153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6" name="Shape 19">
            <a:extLst>
              <a:ext uri="{FF2B5EF4-FFF2-40B4-BE49-F238E27FC236}">
                <a16:creationId xmlns:a16="http://schemas.microsoft.com/office/drawing/2014/main" id="{79AAA21F-7EF4-5140-0954-3415F99FF9DA}"/>
              </a:ext>
            </a:extLst>
          </p:cNvPr>
          <p:cNvSpPr/>
          <p:nvPr/>
        </p:nvSpPr>
        <p:spPr>
          <a:xfrm>
            <a:off x="6035612" y="2772535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8" name="Shape 20">
            <a:extLst>
              <a:ext uri="{FF2B5EF4-FFF2-40B4-BE49-F238E27FC236}">
                <a16:creationId xmlns:a16="http://schemas.microsoft.com/office/drawing/2014/main" id="{19428AA5-1F49-113E-9F06-BF7EF262D236}"/>
              </a:ext>
            </a:extLst>
          </p:cNvPr>
          <p:cNvSpPr/>
          <p:nvPr/>
        </p:nvSpPr>
        <p:spPr>
          <a:xfrm>
            <a:off x="5779580" y="3028567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0" name="TextBox 1269">
            <a:extLst>
              <a:ext uri="{FF2B5EF4-FFF2-40B4-BE49-F238E27FC236}">
                <a16:creationId xmlns:a16="http://schemas.microsoft.com/office/drawing/2014/main" id="{5F20D43B-CD00-740A-9648-3B3410D46542}"/>
              </a:ext>
            </a:extLst>
          </p:cNvPr>
          <p:cNvSpPr txBox="1"/>
          <p:nvPr/>
        </p:nvSpPr>
        <p:spPr>
          <a:xfrm>
            <a:off x="632349" y="3098632"/>
            <a:ext cx="8195075" cy="891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Luôn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truy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đuổi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người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chơi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Chọn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kỹ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năng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theo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khoảng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cách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: ≤ 80px →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đòn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thường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; ≥ 9 ô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lưới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Kỹ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năng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nhảy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Kỹ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năng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nhảy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gồm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4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giai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đoạn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chuẩn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bị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cảnh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báo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vùng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nguy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hiểm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nhảy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nện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hồi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chiêu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74" name="Google Shape;950;p39">
            <a:extLst>
              <a:ext uri="{FF2B5EF4-FFF2-40B4-BE49-F238E27FC236}">
                <a16:creationId xmlns:a16="http://schemas.microsoft.com/office/drawing/2014/main" id="{A1EABA48-B39A-EFAA-5051-BB2B55A73F84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4683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>
          <a:extLst>
            <a:ext uri="{FF2B5EF4-FFF2-40B4-BE49-F238E27FC236}">
              <a16:creationId xmlns:a16="http://schemas.microsoft.com/office/drawing/2014/main" id="{6652F4B1-E2E7-062F-F1FE-A6287C513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8">
            <a:extLst>
              <a:ext uri="{FF2B5EF4-FFF2-40B4-BE49-F238E27FC236}">
                <a16:creationId xmlns:a16="http://schemas.microsoft.com/office/drawing/2014/main" id="{CC376EF9-1672-7011-3F8A-A2D2A562A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011" y="651736"/>
            <a:ext cx="8214447" cy="727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Hệ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thống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ngày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đêm</a:t>
            </a:r>
            <a:endParaRPr lang="en-US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EE4519-519E-CFCE-C2CC-7B3D146A9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40" y="1955981"/>
            <a:ext cx="2908799" cy="16955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E19E22-903D-9DD4-D7A5-19780FAADB24}"/>
              </a:ext>
            </a:extLst>
          </p:cNvPr>
          <p:cNvSpPr txBox="1"/>
          <p:nvPr/>
        </p:nvSpPr>
        <p:spPr>
          <a:xfrm>
            <a:off x="4027713" y="1689874"/>
            <a:ext cx="4572000" cy="267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Cơ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chế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ngày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đêm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dựa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trên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tại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trong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game.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Tiến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sẽ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tăng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theo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số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lần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di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chuyển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qua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lại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giữa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các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bản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đồ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b="1" spc="10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CƯỜNG HÓA ZOMBIE BAN ĐÊM</a:t>
            </a:r>
            <a:endParaRPr lang="en-US" dirty="0">
              <a:latin typeface="+mj-lt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Hoàng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hôn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: +20%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toàn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bộ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chỉ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số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Ban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đêm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: +50%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chỉ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số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tự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hồi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đầy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máu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algn="just"/>
            <a:r>
              <a:rPr lang="en-US" b="1" spc="100" dirty="0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TIÊU HAO NHU YẾU PHẨM CUỐI NGÀY</a:t>
            </a:r>
            <a:endParaRPr lang="en-US" dirty="0">
              <a:latin typeface="+mj-lt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Đủ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một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số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điều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kiện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sẽ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được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hồi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HP.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Không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đủ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thức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ăn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phạt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−30% Max HP.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Google Shape;950;p39">
            <a:extLst>
              <a:ext uri="{FF2B5EF4-FFF2-40B4-BE49-F238E27FC236}">
                <a16:creationId xmlns:a16="http://schemas.microsoft.com/office/drawing/2014/main" id="{8CBFA02D-75C9-9350-3754-35C0682634D5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59725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>
          <a:extLst>
            <a:ext uri="{FF2B5EF4-FFF2-40B4-BE49-F238E27FC236}">
              <a16:creationId xmlns:a16="http://schemas.microsoft.com/office/drawing/2014/main" id="{1D0667D2-9372-E687-1FA1-68898C2E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8">
            <a:extLst>
              <a:ext uri="{FF2B5EF4-FFF2-40B4-BE49-F238E27FC236}">
                <a16:creationId xmlns:a16="http://schemas.microsoft.com/office/drawing/2014/main" id="{3AE5BE44-5AF0-1F92-E63F-05E8E892D4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7691" y="414969"/>
            <a:ext cx="61243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Cốt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truyện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và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các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phân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cảnh</a:t>
            </a:r>
            <a:endParaRPr lang="en-US" sz="3400" dirty="0">
              <a:latin typeface="+mj-lt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CB92F5-4D78-481A-4D68-BC6A64FF4070}"/>
              </a:ext>
            </a:extLst>
          </p:cNvPr>
          <p:cNvSpPr/>
          <p:nvPr/>
        </p:nvSpPr>
        <p:spPr>
          <a:xfrm>
            <a:off x="157820" y="1213866"/>
            <a:ext cx="2865178" cy="1808553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BEBBF51-4BEB-7A4B-E0CC-79EFACB87747}"/>
              </a:ext>
            </a:extLst>
          </p:cNvPr>
          <p:cNvSpPr/>
          <p:nvPr/>
        </p:nvSpPr>
        <p:spPr>
          <a:xfrm>
            <a:off x="3158461" y="1213866"/>
            <a:ext cx="2865178" cy="1808553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7" name="Shape 22">
            <a:extLst>
              <a:ext uri="{FF2B5EF4-FFF2-40B4-BE49-F238E27FC236}">
                <a16:creationId xmlns:a16="http://schemas.microsoft.com/office/drawing/2014/main" id="{FC58F0F6-397B-6A24-0017-E83D04767042}"/>
              </a:ext>
            </a:extLst>
          </p:cNvPr>
          <p:cNvSpPr/>
          <p:nvPr/>
        </p:nvSpPr>
        <p:spPr>
          <a:xfrm>
            <a:off x="6141511" y="1213866"/>
            <a:ext cx="2865178" cy="1808553"/>
          </a:xfrm>
          <a:prstGeom prst="rect">
            <a:avLst/>
          </a:prstGeom>
          <a:solidFill>
            <a:srgbClr val="EDEAE3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89" name="Shape 3">
            <a:extLst>
              <a:ext uri="{FF2B5EF4-FFF2-40B4-BE49-F238E27FC236}">
                <a16:creationId xmlns:a16="http://schemas.microsoft.com/office/drawing/2014/main" id="{190F7EB6-7DDC-0577-6767-874A5E04B81F}"/>
              </a:ext>
            </a:extLst>
          </p:cNvPr>
          <p:cNvSpPr/>
          <p:nvPr/>
        </p:nvSpPr>
        <p:spPr>
          <a:xfrm>
            <a:off x="147066" y="1202436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3" name="Shape 4">
            <a:extLst>
              <a:ext uri="{FF2B5EF4-FFF2-40B4-BE49-F238E27FC236}">
                <a16:creationId xmlns:a16="http://schemas.microsoft.com/office/drawing/2014/main" id="{B26CD1CC-0E04-B25A-792B-924448895023}"/>
              </a:ext>
            </a:extLst>
          </p:cNvPr>
          <p:cNvSpPr/>
          <p:nvPr/>
        </p:nvSpPr>
        <p:spPr>
          <a:xfrm>
            <a:off x="147066" y="1202436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7" name="Shape 7">
            <a:extLst>
              <a:ext uri="{FF2B5EF4-FFF2-40B4-BE49-F238E27FC236}">
                <a16:creationId xmlns:a16="http://schemas.microsoft.com/office/drawing/2014/main" id="{5D569A68-CA5E-F3B0-8456-80D3FD689938}"/>
              </a:ext>
            </a:extLst>
          </p:cNvPr>
          <p:cNvSpPr/>
          <p:nvPr/>
        </p:nvSpPr>
        <p:spPr>
          <a:xfrm>
            <a:off x="147066" y="2770632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1" name="Shape 8">
            <a:extLst>
              <a:ext uri="{FF2B5EF4-FFF2-40B4-BE49-F238E27FC236}">
                <a16:creationId xmlns:a16="http://schemas.microsoft.com/office/drawing/2014/main" id="{4434FA05-AE15-9856-73AC-6C492D4ABE77}"/>
              </a:ext>
            </a:extLst>
          </p:cNvPr>
          <p:cNvSpPr/>
          <p:nvPr/>
        </p:nvSpPr>
        <p:spPr>
          <a:xfrm>
            <a:off x="147066" y="3026664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4" name="Shape 5">
            <a:extLst>
              <a:ext uri="{FF2B5EF4-FFF2-40B4-BE49-F238E27FC236}">
                <a16:creationId xmlns:a16="http://schemas.microsoft.com/office/drawing/2014/main" id="{0F328BE5-771F-4E1A-388F-9763F2881E73}"/>
              </a:ext>
            </a:extLst>
          </p:cNvPr>
          <p:cNvSpPr/>
          <p:nvPr/>
        </p:nvSpPr>
        <p:spPr>
          <a:xfrm>
            <a:off x="2771394" y="1202436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6" name="Shape 6">
            <a:extLst>
              <a:ext uri="{FF2B5EF4-FFF2-40B4-BE49-F238E27FC236}">
                <a16:creationId xmlns:a16="http://schemas.microsoft.com/office/drawing/2014/main" id="{4166BCBC-5A8E-1ACC-8913-67B44DF13AE9}"/>
              </a:ext>
            </a:extLst>
          </p:cNvPr>
          <p:cNvSpPr/>
          <p:nvPr/>
        </p:nvSpPr>
        <p:spPr>
          <a:xfrm>
            <a:off x="3027426" y="1202436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8" name="Shape 9">
            <a:extLst>
              <a:ext uri="{FF2B5EF4-FFF2-40B4-BE49-F238E27FC236}">
                <a16:creationId xmlns:a16="http://schemas.microsoft.com/office/drawing/2014/main" id="{C7A8A532-348F-A00E-0B06-9FA48D204086}"/>
              </a:ext>
            </a:extLst>
          </p:cNvPr>
          <p:cNvSpPr/>
          <p:nvPr/>
        </p:nvSpPr>
        <p:spPr>
          <a:xfrm>
            <a:off x="3027426" y="2778252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0" name="Shape 10">
            <a:extLst>
              <a:ext uri="{FF2B5EF4-FFF2-40B4-BE49-F238E27FC236}">
                <a16:creationId xmlns:a16="http://schemas.microsoft.com/office/drawing/2014/main" id="{0A967841-BCE7-DB19-EC6C-5D80AC50828C}"/>
              </a:ext>
            </a:extLst>
          </p:cNvPr>
          <p:cNvSpPr/>
          <p:nvPr/>
        </p:nvSpPr>
        <p:spPr>
          <a:xfrm>
            <a:off x="2771394" y="3034284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8" name="Shape 3">
            <a:extLst>
              <a:ext uri="{FF2B5EF4-FFF2-40B4-BE49-F238E27FC236}">
                <a16:creationId xmlns:a16="http://schemas.microsoft.com/office/drawing/2014/main" id="{586EFE5B-A3EE-9EA4-6443-413F792587F6}"/>
              </a:ext>
            </a:extLst>
          </p:cNvPr>
          <p:cNvSpPr/>
          <p:nvPr/>
        </p:nvSpPr>
        <p:spPr>
          <a:xfrm>
            <a:off x="6133949" y="1213431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0" name="Shape 4">
            <a:extLst>
              <a:ext uri="{FF2B5EF4-FFF2-40B4-BE49-F238E27FC236}">
                <a16:creationId xmlns:a16="http://schemas.microsoft.com/office/drawing/2014/main" id="{2FF5D670-1495-ECF0-42E6-87CD02EBE2C9}"/>
              </a:ext>
            </a:extLst>
          </p:cNvPr>
          <p:cNvSpPr/>
          <p:nvPr/>
        </p:nvSpPr>
        <p:spPr>
          <a:xfrm>
            <a:off x="6133949" y="1213431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2" name="Shape 7">
            <a:extLst>
              <a:ext uri="{FF2B5EF4-FFF2-40B4-BE49-F238E27FC236}">
                <a16:creationId xmlns:a16="http://schemas.microsoft.com/office/drawing/2014/main" id="{C9FE9D1B-9E2A-4AC7-2B00-96ACC9D59483}"/>
              </a:ext>
            </a:extLst>
          </p:cNvPr>
          <p:cNvSpPr/>
          <p:nvPr/>
        </p:nvSpPr>
        <p:spPr>
          <a:xfrm>
            <a:off x="6133949" y="2781627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4" name="Shape 8">
            <a:extLst>
              <a:ext uri="{FF2B5EF4-FFF2-40B4-BE49-F238E27FC236}">
                <a16:creationId xmlns:a16="http://schemas.microsoft.com/office/drawing/2014/main" id="{4C7AAA17-582D-6EAB-F0E4-D1AA0CECE158}"/>
              </a:ext>
            </a:extLst>
          </p:cNvPr>
          <p:cNvSpPr/>
          <p:nvPr/>
        </p:nvSpPr>
        <p:spPr>
          <a:xfrm>
            <a:off x="6133949" y="3037659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6" name="Shape 5">
            <a:extLst>
              <a:ext uri="{FF2B5EF4-FFF2-40B4-BE49-F238E27FC236}">
                <a16:creationId xmlns:a16="http://schemas.microsoft.com/office/drawing/2014/main" id="{0E16E2BE-173E-A15A-7A46-4244317E8C2D}"/>
              </a:ext>
            </a:extLst>
          </p:cNvPr>
          <p:cNvSpPr/>
          <p:nvPr/>
        </p:nvSpPr>
        <p:spPr>
          <a:xfrm>
            <a:off x="8758277" y="1213431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8" name="Shape 6">
            <a:extLst>
              <a:ext uri="{FF2B5EF4-FFF2-40B4-BE49-F238E27FC236}">
                <a16:creationId xmlns:a16="http://schemas.microsoft.com/office/drawing/2014/main" id="{FE61BB2D-F3FC-5ACD-2351-8083DFE539F4}"/>
              </a:ext>
            </a:extLst>
          </p:cNvPr>
          <p:cNvSpPr/>
          <p:nvPr/>
        </p:nvSpPr>
        <p:spPr>
          <a:xfrm>
            <a:off x="9014309" y="1213431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0" name="Shape 9">
            <a:extLst>
              <a:ext uri="{FF2B5EF4-FFF2-40B4-BE49-F238E27FC236}">
                <a16:creationId xmlns:a16="http://schemas.microsoft.com/office/drawing/2014/main" id="{1B4D878E-7174-3B27-921E-E026C58C485B}"/>
              </a:ext>
            </a:extLst>
          </p:cNvPr>
          <p:cNvSpPr/>
          <p:nvPr/>
        </p:nvSpPr>
        <p:spPr>
          <a:xfrm>
            <a:off x="9014309" y="2765432"/>
            <a:ext cx="0" cy="256032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2" name="Shape 10">
            <a:extLst>
              <a:ext uri="{FF2B5EF4-FFF2-40B4-BE49-F238E27FC236}">
                <a16:creationId xmlns:a16="http://schemas.microsoft.com/office/drawing/2014/main" id="{E1707AB1-9AA9-1C37-4788-FAB57DFC9F55}"/>
              </a:ext>
            </a:extLst>
          </p:cNvPr>
          <p:cNvSpPr/>
          <p:nvPr/>
        </p:nvSpPr>
        <p:spPr>
          <a:xfrm>
            <a:off x="8758277" y="3030990"/>
            <a:ext cx="256032" cy="0"/>
          </a:xfrm>
          <a:prstGeom prst="line">
            <a:avLst/>
          </a:prstGeom>
          <a:noFill/>
          <a:ln w="28575">
            <a:solidFill>
              <a:srgbClr val="9FD1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4" name="Shape 13">
            <a:extLst>
              <a:ext uri="{FF2B5EF4-FFF2-40B4-BE49-F238E27FC236}">
                <a16:creationId xmlns:a16="http://schemas.microsoft.com/office/drawing/2014/main" id="{BF184C8F-F356-B147-4855-BCC6DAB5592B}"/>
              </a:ext>
            </a:extLst>
          </p:cNvPr>
          <p:cNvSpPr/>
          <p:nvPr/>
        </p:nvSpPr>
        <p:spPr>
          <a:xfrm>
            <a:off x="3143167" y="1207262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6" name="Shape 14">
            <a:extLst>
              <a:ext uri="{FF2B5EF4-FFF2-40B4-BE49-F238E27FC236}">
                <a16:creationId xmlns:a16="http://schemas.microsoft.com/office/drawing/2014/main" id="{20759CCE-32F0-81DC-9064-D7D643139FF0}"/>
              </a:ext>
            </a:extLst>
          </p:cNvPr>
          <p:cNvSpPr/>
          <p:nvPr/>
        </p:nvSpPr>
        <p:spPr>
          <a:xfrm>
            <a:off x="3143167" y="1207262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8" name="Shape 17">
            <a:extLst>
              <a:ext uri="{FF2B5EF4-FFF2-40B4-BE49-F238E27FC236}">
                <a16:creationId xmlns:a16="http://schemas.microsoft.com/office/drawing/2014/main" id="{0896DE81-DC4B-3B24-5D50-0B9911CA59F7}"/>
              </a:ext>
            </a:extLst>
          </p:cNvPr>
          <p:cNvSpPr/>
          <p:nvPr/>
        </p:nvSpPr>
        <p:spPr>
          <a:xfrm>
            <a:off x="3143167" y="2771648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0" name="Shape 18">
            <a:extLst>
              <a:ext uri="{FF2B5EF4-FFF2-40B4-BE49-F238E27FC236}">
                <a16:creationId xmlns:a16="http://schemas.microsoft.com/office/drawing/2014/main" id="{61FC41EC-9D16-D715-AE95-7CFAADD2BE7E}"/>
              </a:ext>
            </a:extLst>
          </p:cNvPr>
          <p:cNvSpPr/>
          <p:nvPr/>
        </p:nvSpPr>
        <p:spPr>
          <a:xfrm>
            <a:off x="3143167" y="3027680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2" name="Shape 15">
            <a:extLst>
              <a:ext uri="{FF2B5EF4-FFF2-40B4-BE49-F238E27FC236}">
                <a16:creationId xmlns:a16="http://schemas.microsoft.com/office/drawing/2014/main" id="{6341C0DE-5197-2F9A-F52A-99E1A93AC944}"/>
              </a:ext>
            </a:extLst>
          </p:cNvPr>
          <p:cNvSpPr/>
          <p:nvPr/>
        </p:nvSpPr>
        <p:spPr>
          <a:xfrm>
            <a:off x="5779580" y="1208153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4" name="Shape 16">
            <a:extLst>
              <a:ext uri="{FF2B5EF4-FFF2-40B4-BE49-F238E27FC236}">
                <a16:creationId xmlns:a16="http://schemas.microsoft.com/office/drawing/2014/main" id="{FA1B40B8-6891-0B3C-61B9-045564F7769C}"/>
              </a:ext>
            </a:extLst>
          </p:cNvPr>
          <p:cNvSpPr/>
          <p:nvPr/>
        </p:nvSpPr>
        <p:spPr>
          <a:xfrm>
            <a:off x="6035612" y="1208153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6" name="Shape 19">
            <a:extLst>
              <a:ext uri="{FF2B5EF4-FFF2-40B4-BE49-F238E27FC236}">
                <a16:creationId xmlns:a16="http://schemas.microsoft.com/office/drawing/2014/main" id="{841818A4-47EE-9239-EA8A-54F81A40429A}"/>
              </a:ext>
            </a:extLst>
          </p:cNvPr>
          <p:cNvSpPr/>
          <p:nvPr/>
        </p:nvSpPr>
        <p:spPr>
          <a:xfrm>
            <a:off x="6035612" y="2772535"/>
            <a:ext cx="0" cy="256032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8" name="Shape 20">
            <a:extLst>
              <a:ext uri="{FF2B5EF4-FFF2-40B4-BE49-F238E27FC236}">
                <a16:creationId xmlns:a16="http://schemas.microsoft.com/office/drawing/2014/main" id="{368DAA04-00C3-BEA6-9F52-A5365901ACC7}"/>
              </a:ext>
            </a:extLst>
          </p:cNvPr>
          <p:cNvSpPr/>
          <p:nvPr/>
        </p:nvSpPr>
        <p:spPr>
          <a:xfrm>
            <a:off x="5779580" y="3028567"/>
            <a:ext cx="256032" cy="0"/>
          </a:xfrm>
          <a:prstGeom prst="line">
            <a:avLst/>
          </a:prstGeom>
          <a:noFill/>
          <a:ln w="28575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0" name="TextBox 1269">
            <a:extLst>
              <a:ext uri="{FF2B5EF4-FFF2-40B4-BE49-F238E27FC236}">
                <a16:creationId xmlns:a16="http://schemas.microsoft.com/office/drawing/2014/main" id="{C3F309DE-3F58-D8A6-F701-AD418F7C2E3C}"/>
              </a:ext>
            </a:extLst>
          </p:cNvPr>
          <p:cNvSpPr txBox="1"/>
          <p:nvPr/>
        </p:nvSpPr>
        <p:spPr>
          <a:xfrm>
            <a:off x="948926" y="3219719"/>
            <a:ext cx="7223525" cy="891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Trò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chơi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sẽ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theo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một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tuyến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cốt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kern="1200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uyện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chính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7800" marR="0" lvl="0" indent="-177800" algn="just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Hoàn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thành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nhiệm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vụ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hoặc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đạt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được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một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số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yêu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cầu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nhất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định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sẽ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mở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ra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các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đoạn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cắt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cảnh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trong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trò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chơi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3F1EC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19" name="Image 0" descr="/home/claude/assets/image49.png">
            <a:extLst>
              <a:ext uri="{FF2B5EF4-FFF2-40B4-BE49-F238E27FC236}">
                <a16:creationId xmlns:a16="http://schemas.microsoft.com/office/drawing/2014/main" id="{A7CB140A-64DB-F789-2CD1-53D695086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64" y="1318256"/>
            <a:ext cx="2679913" cy="1588508"/>
          </a:xfrm>
          <a:prstGeom prst="rect">
            <a:avLst/>
          </a:prstGeom>
        </p:spPr>
      </p:pic>
      <p:pic>
        <p:nvPicPr>
          <p:cNvPr id="21" name="Image 1" descr="/home/claude/assets/image52.png">
            <a:extLst>
              <a:ext uri="{FF2B5EF4-FFF2-40B4-BE49-F238E27FC236}">
                <a16:creationId xmlns:a16="http://schemas.microsoft.com/office/drawing/2014/main" id="{A09C51D5-7EF0-12F1-819A-FBB742335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050" y="1308379"/>
            <a:ext cx="2679912" cy="1591285"/>
          </a:xfrm>
          <a:prstGeom prst="rect">
            <a:avLst/>
          </a:prstGeom>
        </p:spPr>
      </p:pic>
      <p:pic>
        <p:nvPicPr>
          <p:cNvPr id="23" name="Image 2" descr="/home/claude/assets/image59.png">
            <a:extLst>
              <a:ext uri="{FF2B5EF4-FFF2-40B4-BE49-F238E27FC236}">
                <a16:creationId xmlns:a16="http://schemas.microsoft.com/office/drawing/2014/main" id="{329EA4F3-0E1F-AF29-16DD-62C7C583E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144" y="1306489"/>
            <a:ext cx="2679912" cy="1594062"/>
          </a:xfrm>
          <a:prstGeom prst="rect">
            <a:avLst/>
          </a:prstGeom>
        </p:spPr>
      </p:pic>
      <p:sp>
        <p:nvSpPr>
          <p:cNvPr id="25" name="Google Shape;950;p39">
            <a:extLst>
              <a:ext uri="{FF2B5EF4-FFF2-40B4-BE49-F238E27FC236}">
                <a16:creationId xmlns:a16="http://schemas.microsoft.com/office/drawing/2014/main" id="{1E45AC16-A272-A18A-5036-39BA95BA218A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08547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60"/>
          <p:cNvSpPr txBox="1">
            <a:spLocks noGrp="1"/>
          </p:cNvSpPr>
          <p:nvPr>
            <p:ph type="title"/>
          </p:nvPr>
        </p:nvSpPr>
        <p:spPr>
          <a:xfrm>
            <a:off x="2701636" y="2566814"/>
            <a:ext cx="5726864" cy="21128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500" spc="3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KẾT LUẬN VÀ HƯỚNG </a:t>
            </a:r>
            <a:br>
              <a:rPr lang="en-US" sz="4500" spc="3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4500" spc="3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PHÁT TRIỂN</a:t>
            </a:r>
            <a:endParaRPr lang="en-US" sz="45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01" name="Google Shape;1401;p60"/>
          <p:cNvSpPr txBox="1">
            <a:spLocks noGrp="1"/>
          </p:cNvSpPr>
          <p:nvPr>
            <p:ph type="title" idx="2"/>
          </p:nvPr>
        </p:nvSpPr>
        <p:spPr>
          <a:xfrm>
            <a:off x="7244400" y="1191100"/>
            <a:ext cx="1184100" cy="11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05</a:t>
            </a:r>
            <a:endParaRPr dirty="0">
              <a:latin typeface="+mj-lt"/>
            </a:endParaRPr>
          </a:p>
        </p:txBody>
      </p:sp>
      <p:sp>
        <p:nvSpPr>
          <p:cNvPr id="1477" name="Google Shape;1477;p60"/>
          <p:cNvSpPr/>
          <p:nvPr/>
        </p:nvSpPr>
        <p:spPr>
          <a:xfrm>
            <a:off x="4070869" y="1099668"/>
            <a:ext cx="420610" cy="420603"/>
          </a:xfrm>
          <a:custGeom>
            <a:avLst/>
            <a:gdLst/>
            <a:ahLst/>
            <a:cxnLst/>
            <a:rect l="l" t="t" r="r" b="b"/>
            <a:pathLst>
              <a:path w="17656" h="17652" extrusionOk="0">
                <a:moveTo>
                  <a:pt x="8828" y="0"/>
                </a:moveTo>
                <a:cubicBezTo>
                  <a:pt x="8828" y="0"/>
                  <a:pt x="7899" y="3342"/>
                  <a:pt x="7591" y="7493"/>
                </a:cubicBezTo>
                <a:cubicBezTo>
                  <a:pt x="4990" y="7496"/>
                  <a:pt x="2283" y="7827"/>
                  <a:pt x="1" y="8824"/>
                </a:cubicBezTo>
                <a:cubicBezTo>
                  <a:pt x="2257" y="9808"/>
                  <a:pt x="4924" y="10145"/>
                  <a:pt x="7493" y="10159"/>
                </a:cubicBezTo>
                <a:cubicBezTo>
                  <a:pt x="7508" y="12728"/>
                  <a:pt x="7845" y="15395"/>
                  <a:pt x="8828" y="17652"/>
                </a:cubicBezTo>
                <a:cubicBezTo>
                  <a:pt x="9826" y="15370"/>
                  <a:pt x="10156" y="12663"/>
                  <a:pt x="10163" y="10062"/>
                </a:cubicBezTo>
                <a:cubicBezTo>
                  <a:pt x="14311" y="9753"/>
                  <a:pt x="17656" y="8824"/>
                  <a:pt x="17656" y="8824"/>
                </a:cubicBezTo>
                <a:cubicBezTo>
                  <a:pt x="17656" y="8824"/>
                  <a:pt x="14267" y="7881"/>
                  <a:pt x="10076" y="7576"/>
                </a:cubicBezTo>
                <a:cubicBezTo>
                  <a:pt x="9775" y="3393"/>
                  <a:pt x="8828" y="0"/>
                  <a:pt x="8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60"/>
          <p:cNvSpPr/>
          <p:nvPr/>
        </p:nvSpPr>
        <p:spPr>
          <a:xfrm>
            <a:off x="1967455" y="1433577"/>
            <a:ext cx="484636" cy="484633"/>
          </a:xfrm>
          <a:custGeom>
            <a:avLst/>
            <a:gdLst/>
            <a:ahLst/>
            <a:cxnLst/>
            <a:rect l="l" t="t" r="r" b="b"/>
            <a:pathLst>
              <a:path w="13771" h="13767" extrusionOk="0">
                <a:moveTo>
                  <a:pt x="6884" y="10153"/>
                </a:moveTo>
                <a:lnTo>
                  <a:pt x="10497" y="13766"/>
                </a:lnTo>
                <a:lnTo>
                  <a:pt x="13770" y="10494"/>
                </a:lnTo>
                <a:lnTo>
                  <a:pt x="10160" y="6884"/>
                </a:lnTo>
                <a:lnTo>
                  <a:pt x="13770" y="3270"/>
                </a:lnTo>
                <a:lnTo>
                  <a:pt x="10497" y="1"/>
                </a:lnTo>
                <a:lnTo>
                  <a:pt x="6884" y="3611"/>
                </a:lnTo>
                <a:lnTo>
                  <a:pt x="3274" y="1"/>
                </a:lnTo>
                <a:lnTo>
                  <a:pt x="1" y="3270"/>
                </a:lnTo>
                <a:lnTo>
                  <a:pt x="3615" y="6884"/>
                </a:lnTo>
                <a:lnTo>
                  <a:pt x="1" y="10494"/>
                </a:lnTo>
                <a:lnTo>
                  <a:pt x="3274" y="137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1669;p68">
            <a:extLst>
              <a:ext uri="{FF2B5EF4-FFF2-40B4-BE49-F238E27FC236}">
                <a16:creationId xmlns:a16="http://schemas.microsoft.com/office/drawing/2014/main" id="{577C49FE-E057-DF8C-AA11-EEB3C510CB10}"/>
              </a:ext>
            </a:extLst>
          </p:cNvPr>
          <p:cNvGrpSpPr/>
          <p:nvPr/>
        </p:nvGrpSpPr>
        <p:grpSpPr>
          <a:xfrm>
            <a:off x="897063" y="1099668"/>
            <a:ext cx="856225" cy="1486407"/>
            <a:chOff x="720000" y="2843976"/>
            <a:chExt cx="982285" cy="1705248"/>
          </a:xfrm>
        </p:grpSpPr>
        <p:sp>
          <p:nvSpPr>
            <p:cNvPr id="5" name="Google Shape;1670;p68">
              <a:extLst>
                <a:ext uri="{FF2B5EF4-FFF2-40B4-BE49-F238E27FC236}">
                  <a16:creationId xmlns:a16="http://schemas.microsoft.com/office/drawing/2014/main" id="{C56E97F4-4A70-37D4-737E-773138E1E0B2}"/>
                </a:ext>
              </a:extLst>
            </p:cNvPr>
            <p:cNvSpPr/>
            <p:nvPr/>
          </p:nvSpPr>
          <p:spPr>
            <a:xfrm>
              <a:off x="1099115" y="4153785"/>
              <a:ext cx="66802" cy="239809"/>
            </a:xfrm>
            <a:custGeom>
              <a:avLst/>
              <a:gdLst/>
              <a:ahLst/>
              <a:cxnLst/>
              <a:rect l="l" t="t" r="r" b="b"/>
              <a:pathLst>
                <a:path w="4023" h="14442" extrusionOk="0">
                  <a:moveTo>
                    <a:pt x="4023" y="14410"/>
                  </a:moveTo>
                  <a:lnTo>
                    <a:pt x="127" y="14442"/>
                  </a:lnTo>
                  <a:lnTo>
                    <a:pt x="1" y="0"/>
                  </a:lnTo>
                  <a:lnTo>
                    <a:pt x="3928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71;p68">
              <a:extLst>
                <a:ext uri="{FF2B5EF4-FFF2-40B4-BE49-F238E27FC236}">
                  <a16:creationId xmlns:a16="http://schemas.microsoft.com/office/drawing/2014/main" id="{4A94396A-B1EC-3413-B9CC-0FBD3E1488D6}"/>
                </a:ext>
              </a:extLst>
            </p:cNvPr>
            <p:cNvSpPr/>
            <p:nvPr/>
          </p:nvSpPr>
          <p:spPr>
            <a:xfrm>
              <a:off x="1099115" y="4153785"/>
              <a:ext cx="65756" cy="31566"/>
            </a:xfrm>
            <a:custGeom>
              <a:avLst/>
              <a:gdLst/>
              <a:ahLst/>
              <a:cxnLst/>
              <a:rect l="l" t="t" r="r" b="b"/>
              <a:pathLst>
                <a:path w="3960" h="1901" extrusionOk="0">
                  <a:moveTo>
                    <a:pt x="3959" y="1901"/>
                  </a:moveTo>
                  <a:lnTo>
                    <a:pt x="1" y="1901"/>
                  </a:lnTo>
                  <a:lnTo>
                    <a:pt x="1" y="0"/>
                  </a:lnTo>
                  <a:lnTo>
                    <a:pt x="3928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72;p68">
              <a:extLst>
                <a:ext uri="{FF2B5EF4-FFF2-40B4-BE49-F238E27FC236}">
                  <a16:creationId xmlns:a16="http://schemas.microsoft.com/office/drawing/2014/main" id="{BA384018-72AA-F41C-6D48-A16FF741070F}"/>
                </a:ext>
              </a:extLst>
            </p:cNvPr>
            <p:cNvSpPr/>
            <p:nvPr/>
          </p:nvSpPr>
          <p:spPr>
            <a:xfrm>
              <a:off x="1085965" y="4029159"/>
              <a:ext cx="90481" cy="135696"/>
            </a:xfrm>
            <a:custGeom>
              <a:avLst/>
              <a:gdLst/>
              <a:ahLst/>
              <a:cxnLst/>
              <a:rect l="l" t="t" r="r" b="b"/>
              <a:pathLst>
                <a:path w="5449" h="8172" extrusionOk="0">
                  <a:moveTo>
                    <a:pt x="5448" y="8140"/>
                  </a:moveTo>
                  <a:lnTo>
                    <a:pt x="33" y="8172"/>
                  </a:lnTo>
                  <a:lnTo>
                    <a:pt x="1" y="64"/>
                  </a:lnTo>
                  <a:lnTo>
                    <a:pt x="5416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73;p68">
              <a:extLst>
                <a:ext uri="{FF2B5EF4-FFF2-40B4-BE49-F238E27FC236}">
                  <a16:creationId xmlns:a16="http://schemas.microsoft.com/office/drawing/2014/main" id="{6EDAD98F-007A-39D3-18BB-C2274B95D833}"/>
                </a:ext>
              </a:extLst>
            </p:cNvPr>
            <p:cNvSpPr/>
            <p:nvPr/>
          </p:nvSpPr>
          <p:spPr>
            <a:xfrm>
              <a:off x="1506108" y="3576445"/>
              <a:ext cx="84685" cy="247165"/>
            </a:xfrm>
            <a:custGeom>
              <a:avLst/>
              <a:gdLst/>
              <a:ahLst/>
              <a:cxnLst/>
              <a:rect l="l" t="t" r="r" b="b"/>
              <a:pathLst>
                <a:path w="5100" h="14885" extrusionOk="0">
                  <a:moveTo>
                    <a:pt x="5099" y="14853"/>
                  </a:moveTo>
                  <a:lnTo>
                    <a:pt x="96" y="14884"/>
                  </a:lnTo>
                  <a:lnTo>
                    <a:pt x="1" y="32"/>
                  </a:lnTo>
                  <a:lnTo>
                    <a:pt x="5004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74;p68">
              <a:extLst>
                <a:ext uri="{FF2B5EF4-FFF2-40B4-BE49-F238E27FC236}">
                  <a16:creationId xmlns:a16="http://schemas.microsoft.com/office/drawing/2014/main" id="{AFF805F3-D0C6-1292-C7EE-F869C8ABB115}"/>
                </a:ext>
              </a:extLst>
            </p:cNvPr>
            <p:cNvSpPr/>
            <p:nvPr/>
          </p:nvSpPr>
          <p:spPr>
            <a:xfrm>
              <a:off x="1431441" y="3546990"/>
              <a:ext cx="270844" cy="58915"/>
            </a:xfrm>
            <a:custGeom>
              <a:avLst/>
              <a:gdLst/>
              <a:ahLst/>
              <a:cxnLst/>
              <a:rect l="l" t="t" r="r" b="b"/>
              <a:pathLst>
                <a:path w="16311" h="3548" extrusionOk="0">
                  <a:moveTo>
                    <a:pt x="16310" y="1742"/>
                  </a:moveTo>
                  <a:cubicBezTo>
                    <a:pt x="16310" y="2692"/>
                    <a:pt x="15582" y="3484"/>
                    <a:pt x="14568" y="3484"/>
                  </a:cubicBezTo>
                  <a:lnTo>
                    <a:pt x="1742" y="3547"/>
                  </a:lnTo>
                  <a:cubicBezTo>
                    <a:pt x="792" y="3547"/>
                    <a:pt x="1" y="2787"/>
                    <a:pt x="1" y="1806"/>
                  </a:cubicBezTo>
                  <a:lnTo>
                    <a:pt x="1" y="1806"/>
                  </a:lnTo>
                  <a:cubicBezTo>
                    <a:pt x="1" y="856"/>
                    <a:pt x="761" y="64"/>
                    <a:pt x="1742" y="64"/>
                  </a:cubicBezTo>
                  <a:lnTo>
                    <a:pt x="14568" y="1"/>
                  </a:lnTo>
                  <a:cubicBezTo>
                    <a:pt x="15518" y="1"/>
                    <a:pt x="16310" y="792"/>
                    <a:pt x="16310" y="17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75;p68">
              <a:extLst>
                <a:ext uri="{FF2B5EF4-FFF2-40B4-BE49-F238E27FC236}">
                  <a16:creationId xmlns:a16="http://schemas.microsoft.com/office/drawing/2014/main" id="{3F6BF341-06C7-8F02-C5AB-4736ED64BF6A}"/>
                </a:ext>
              </a:extLst>
            </p:cNvPr>
            <p:cNvSpPr/>
            <p:nvPr/>
          </p:nvSpPr>
          <p:spPr>
            <a:xfrm>
              <a:off x="953998" y="3748375"/>
              <a:ext cx="345500" cy="346032"/>
            </a:xfrm>
            <a:custGeom>
              <a:avLst/>
              <a:gdLst/>
              <a:ahLst/>
              <a:cxnLst/>
              <a:rect l="l" t="t" r="r" b="b"/>
              <a:pathLst>
                <a:path w="20807" h="20839" extrusionOk="0">
                  <a:moveTo>
                    <a:pt x="20807" y="10420"/>
                  </a:moveTo>
                  <a:cubicBezTo>
                    <a:pt x="20807" y="16184"/>
                    <a:pt x="16151" y="20839"/>
                    <a:pt x="10387" y="20839"/>
                  </a:cubicBezTo>
                  <a:cubicBezTo>
                    <a:pt x="4655" y="20839"/>
                    <a:pt x="0" y="16184"/>
                    <a:pt x="0" y="10420"/>
                  </a:cubicBezTo>
                  <a:cubicBezTo>
                    <a:pt x="0" y="4688"/>
                    <a:pt x="4655" y="1"/>
                    <a:pt x="10387" y="1"/>
                  </a:cubicBezTo>
                  <a:cubicBezTo>
                    <a:pt x="16151" y="1"/>
                    <a:pt x="20807" y="4688"/>
                    <a:pt x="20807" y="1042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76;p68">
              <a:extLst>
                <a:ext uri="{FF2B5EF4-FFF2-40B4-BE49-F238E27FC236}">
                  <a16:creationId xmlns:a16="http://schemas.microsoft.com/office/drawing/2014/main" id="{AC4383FE-F9E1-7DD8-E18D-FB8DB1CE3D09}"/>
                </a:ext>
              </a:extLst>
            </p:cNvPr>
            <p:cNvSpPr/>
            <p:nvPr/>
          </p:nvSpPr>
          <p:spPr>
            <a:xfrm>
              <a:off x="1477185" y="4356748"/>
              <a:ext cx="48918" cy="127277"/>
            </a:xfrm>
            <a:custGeom>
              <a:avLst/>
              <a:gdLst/>
              <a:ahLst/>
              <a:cxnLst/>
              <a:rect l="l" t="t" r="r" b="b"/>
              <a:pathLst>
                <a:path w="2946" h="7665" extrusionOk="0">
                  <a:moveTo>
                    <a:pt x="32" y="7665"/>
                  </a:moveTo>
                  <a:lnTo>
                    <a:pt x="2946" y="7665"/>
                  </a:lnTo>
                  <a:lnTo>
                    <a:pt x="2914" y="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77;p68">
              <a:extLst>
                <a:ext uri="{FF2B5EF4-FFF2-40B4-BE49-F238E27FC236}">
                  <a16:creationId xmlns:a16="http://schemas.microsoft.com/office/drawing/2014/main" id="{259B4413-571E-D67B-55B8-7F59118D8A01}"/>
                </a:ext>
              </a:extLst>
            </p:cNvPr>
            <p:cNvSpPr/>
            <p:nvPr/>
          </p:nvSpPr>
          <p:spPr>
            <a:xfrm>
              <a:off x="1456679" y="4451405"/>
              <a:ext cx="91527" cy="92042"/>
            </a:xfrm>
            <a:custGeom>
              <a:avLst/>
              <a:gdLst/>
              <a:ahLst/>
              <a:cxnLst/>
              <a:rect l="l" t="t" r="r" b="b"/>
              <a:pathLst>
                <a:path w="5512" h="5543" extrusionOk="0">
                  <a:moveTo>
                    <a:pt x="5511" y="2755"/>
                  </a:moveTo>
                  <a:cubicBezTo>
                    <a:pt x="5511" y="4307"/>
                    <a:pt x="4276" y="5542"/>
                    <a:pt x="2756" y="5542"/>
                  </a:cubicBezTo>
                  <a:cubicBezTo>
                    <a:pt x="1236" y="5542"/>
                    <a:pt x="1" y="4307"/>
                    <a:pt x="1" y="2819"/>
                  </a:cubicBezTo>
                  <a:cubicBezTo>
                    <a:pt x="1" y="1267"/>
                    <a:pt x="1236" y="32"/>
                    <a:pt x="2724" y="32"/>
                  </a:cubicBezTo>
                  <a:cubicBezTo>
                    <a:pt x="4276" y="0"/>
                    <a:pt x="5511" y="1235"/>
                    <a:pt x="5511" y="275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78;p68">
              <a:extLst>
                <a:ext uri="{FF2B5EF4-FFF2-40B4-BE49-F238E27FC236}">
                  <a16:creationId xmlns:a16="http://schemas.microsoft.com/office/drawing/2014/main" id="{8C64968D-B21A-5700-34A1-B54CD83E361E}"/>
                </a:ext>
              </a:extLst>
            </p:cNvPr>
            <p:cNvSpPr/>
            <p:nvPr/>
          </p:nvSpPr>
          <p:spPr>
            <a:xfrm>
              <a:off x="1478247" y="4473488"/>
              <a:ext cx="47856" cy="48387"/>
            </a:xfrm>
            <a:custGeom>
              <a:avLst/>
              <a:gdLst/>
              <a:ahLst/>
              <a:cxnLst/>
              <a:rect l="l" t="t" r="r" b="b"/>
              <a:pathLst>
                <a:path w="2882" h="2914" extrusionOk="0">
                  <a:moveTo>
                    <a:pt x="2882" y="1425"/>
                  </a:moveTo>
                  <a:cubicBezTo>
                    <a:pt x="2882" y="2217"/>
                    <a:pt x="2249" y="2914"/>
                    <a:pt x="1457" y="2914"/>
                  </a:cubicBezTo>
                  <a:cubicBezTo>
                    <a:pt x="665" y="2914"/>
                    <a:pt x="0" y="2249"/>
                    <a:pt x="0" y="1457"/>
                  </a:cubicBezTo>
                  <a:cubicBezTo>
                    <a:pt x="0" y="665"/>
                    <a:pt x="633" y="0"/>
                    <a:pt x="1425" y="0"/>
                  </a:cubicBezTo>
                  <a:cubicBezTo>
                    <a:pt x="2217" y="0"/>
                    <a:pt x="2882" y="634"/>
                    <a:pt x="2882" y="142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79;p68">
              <a:extLst>
                <a:ext uri="{FF2B5EF4-FFF2-40B4-BE49-F238E27FC236}">
                  <a16:creationId xmlns:a16="http://schemas.microsoft.com/office/drawing/2014/main" id="{0B0E1610-6166-990F-80BD-EA4B03BB07C7}"/>
                </a:ext>
              </a:extLst>
            </p:cNvPr>
            <p:cNvSpPr/>
            <p:nvPr/>
          </p:nvSpPr>
          <p:spPr>
            <a:xfrm>
              <a:off x="741037" y="4356748"/>
              <a:ext cx="784603" cy="48404"/>
            </a:xfrm>
            <a:custGeom>
              <a:avLst/>
              <a:gdLst/>
              <a:ahLst/>
              <a:cxnLst/>
              <a:rect l="l" t="t" r="r" b="b"/>
              <a:pathLst>
                <a:path w="47251" h="2915" extrusionOk="0">
                  <a:moveTo>
                    <a:pt x="47250" y="1"/>
                  </a:moveTo>
                  <a:lnTo>
                    <a:pt x="23625" y="159"/>
                  </a:lnTo>
                  <a:lnTo>
                    <a:pt x="0" y="317"/>
                  </a:lnTo>
                  <a:lnTo>
                    <a:pt x="32" y="2914"/>
                  </a:lnTo>
                  <a:lnTo>
                    <a:pt x="23625" y="2756"/>
                  </a:lnTo>
                  <a:lnTo>
                    <a:pt x="47250" y="259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80;p68">
              <a:extLst>
                <a:ext uri="{FF2B5EF4-FFF2-40B4-BE49-F238E27FC236}">
                  <a16:creationId xmlns:a16="http://schemas.microsoft.com/office/drawing/2014/main" id="{6643473B-40B8-AB75-FE11-11889A0366B4}"/>
                </a:ext>
              </a:extLst>
            </p:cNvPr>
            <p:cNvSpPr/>
            <p:nvPr/>
          </p:nvSpPr>
          <p:spPr>
            <a:xfrm>
              <a:off x="741037" y="4362011"/>
              <a:ext cx="49964" cy="127277"/>
            </a:xfrm>
            <a:custGeom>
              <a:avLst/>
              <a:gdLst/>
              <a:ahLst/>
              <a:cxnLst/>
              <a:rect l="l" t="t" r="r" b="b"/>
              <a:pathLst>
                <a:path w="3009" h="7665" extrusionOk="0">
                  <a:moveTo>
                    <a:pt x="3009" y="7664"/>
                  </a:moveTo>
                  <a:lnTo>
                    <a:pt x="63" y="7664"/>
                  </a:lnTo>
                  <a:lnTo>
                    <a:pt x="0" y="0"/>
                  </a:lnTo>
                  <a:lnTo>
                    <a:pt x="2914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81;p68">
              <a:extLst>
                <a:ext uri="{FF2B5EF4-FFF2-40B4-BE49-F238E27FC236}">
                  <a16:creationId xmlns:a16="http://schemas.microsoft.com/office/drawing/2014/main" id="{485A3E65-1267-3E54-D8D9-A4362883EE42}"/>
                </a:ext>
              </a:extLst>
            </p:cNvPr>
            <p:cNvSpPr/>
            <p:nvPr/>
          </p:nvSpPr>
          <p:spPr>
            <a:xfrm>
              <a:off x="720000" y="4456652"/>
              <a:ext cx="92573" cy="92573"/>
            </a:xfrm>
            <a:custGeom>
              <a:avLst/>
              <a:gdLst/>
              <a:ahLst/>
              <a:cxnLst/>
              <a:rect l="l" t="t" r="r" b="b"/>
              <a:pathLst>
                <a:path w="5575" h="5575" extrusionOk="0">
                  <a:moveTo>
                    <a:pt x="32" y="2819"/>
                  </a:moveTo>
                  <a:cubicBezTo>
                    <a:pt x="32" y="4339"/>
                    <a:pt x="1299" y="5575"/>
                    <a:pt x="2787" y="5543"/>
                  </a:cubicBezTo>
                  <a:cubicBezTo>
                    <a:pt x="4339" y="5543"/>
                    <a:pt x="5574" y="4276"/>
                    <a:pt x="5542" y="2756"/>
                  </a:cubicBezTo>
                  <a:cubicBezTo>
                    <a:pt x="5542" y="1236"/>
                    <a:pt x="4276" y="1"/>
                    <a:pt x="2755" y="32"/>
                  </a:cubicBezTo>
                  <a:cubicBezTo>
                    <a:pt x="1204" y="32"/>
                    <a:pt x="0" y="1268"/>
                    <a:pt x="32" y="281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82;p68">
              <a:extLst>
                <a:ext uri="{FF2B5EF4-FFF2-40B4-BE49-F238E27FC236}">
                  <a16:creationId xmlns:a16="http://schemas.microsoft.com/office/drawing/2014/main" id="{B8A7DAB7-B2AA-DC14-9703-4AFF20B5A415}"/>
                </a:ext>
              </a:extLst>
            </p:cNvPr>
            <p:cNvSpPr/>
            <p:nvPr/>
          </p:nvSpPr>
          <p:spPr>
            <a:xfrm>
              <a:off x="742083" y="4478735"/>
              <a:ext cx="47872" cy="48404"/>
            </a:xfrm>
            <a:custGeom>
              <a:avLst/>
              <a:gdLst/>
              <a:ahLst/>
              <a:cxnLst/>
              <a:rect l="l" t="t" r="r" b="b"/>
              <a:pathLst>
                <a:path w="2883" h="2915" extrusionOk="0">
                  <a:moveTo>
                    <a:pt x="0" y="1489"/>
                  </a:moveTo>
                  <a:cubicBezTo>
                    <a:pt x="0" y="2281"/>
                    <a:pt x="665" y="2914"/>
                    <a:pt x="1457" y="2914"/>
                  </a:cubicBezTo>
                  <a:cubicBezTo>
                    <a:pt x="2249" y="2914"/>
                    <a:pt x="2882" y="2218"/>
                    <a:pt x="2882" y="1426"/>
                  </a:cubicBezTo>
                  <a:cubicBezTo>
                    <a:pt x="2882" y="634"/>
                    <a:pt x="2217" y="1"/>
                    <a:pt x="1425" y="1"/>
                  </a:cubicBezTo>
                  <a:cubicBezTo>
                    <a:pt x="634" y="1"/>
                    <a:pt x="0" y="698"/>
                    <a:pt x="0" y="148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83;p68">
              <a:extLst>
                <a:ext uri="{FF2B5EF4-FFF2-40B4-BE49-F238E27FC236}">
                  <a16:creationId xmlns:a16="http://schemas.microsoft.com/office/drawing/2014/main" id="{D9ABC14C-43E7-C48E-9EC5-770EFF22E63A}"/>
                </a:ext>
              </a:extLst>
            </p:cNvPr>
            <p:cNvSpPr/>
            <p:nvPr/>
          </p:nvSpPr>
          <p:spPr>
            <a:xfrm>
              <a:off x="1080718" y="4454029"/>
              <a:ext cx="108348" cy="93088"/>
            </a:xfrm>
            <a:custGeom>
              <a:avLst/>
              <a:gdLst/>
              <a:ahLst/>
              <a:cxnLst/>
              <a:rect l="l" t="t" r="r" b="b"/>
              <a:pathLst>
                <a:path w="6525" h="5606" extrusionOk="0">
                  <a:moveTo>
                    <a:pt x="5194" y="0"/>
                  </a:moveTo>
                  <a:lnTo>
                    <a:pt x="1267" y="32"/>
                  </a:lnTo>
                  <a:cubicBezTo>
                    <a:pt x="602" y="32"/>
                    <a:pt x="0" y="602"/>
                    <a:pt x="32" y="1299"/>
                  </a:cubicBezTo>
                  <a:lnTo>
                    <a:pt x="64" y="4339"/>
                  </a:lnTo>
                  <a:cubicBezTo>
                    <a:pt x="64" y="5036"/>
                    <a:pt x="634" y="5606"/>
                    <a:pt x="1330" y="5574"/>
                  </a:cubicBezTo>
                  <a:lnTo>
                    <a:pt x="5257" y="5543"/>
                  </a:lnTo>
                  <a:cubicBezTo>
                    <a:pt x="5922" y="5543"/>
                    <a:pt x="6524" y="4972"/>
                    <a:pt x="6492" y="4276"/>
                  </a:cubicBezTo>
                  <a:lnTo>
                    <a:pt x="6461" y="1236"/>
                  </a:lnTo>
                  <a:cubicBezTo>
                    <a:pt x="6461" y="539"/>
                    <a:pt x="5859" y="0"/>
                    <a:pt x="51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84;p68">
              <a:extLst>
                <a:ext uri="{FF2B5EF4-FFF2-40B4-BE49-F238E27FC236}">
                  <a16:creationId xmlns:a16="http://schemas.microsoft.com/office/drawing/2014/main" id="{BBB6A76D-893E-E0ED-93B3-3D36063BE5DD}"/>
                </a:ext>
              </a:extLst>
            </p:cNvPr>
            <p:cNvSpPr/>
            <p:nvPr/>
          </p:nvSpPr>
          <p:spPr>
            <a:xfrm>
              <a:off x="1110688" y="4454029"/>
              <a:ext cx="44186" cy="92573"/>
            </a:xfrm>
            <a:custGeom>
              <a:avLst/>
              <a:gdLst/>
              <a:ahLst/>
              <a:cxnLst/>
              <a:rect l="l" t="t" r="r" b="b"/>
              <a:pathLst>
                <a:path w="2661" h="5575" extrusionOk="0">
                  <a:moveTo>
                    <a:pt x="2661" y="5543"/>
                  </a:moveTo>
                  <a:lnTo>
                    <a:pt x="64" y="5574"/>
                  </a:lnTo>
                  <a:lnTo>
                    <a:pt x="0" y="32"/>
                  </a:lnTo>
                  <a:lnTo>
                    <a:pt x="262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85;p68">
              <a:extLst>
                <a:ext uri="{FF2B5EF4-FFF2-40B4-BE49-F238E27FC236}">
                  <a16:creationId xmlns:a16="http://schemas.microsoft.com/office/drawing/2014/main" id="{B7896ADF-CBEC-23F6-4971-2AA1F536605B}"/>
                </a:ext>
              </a:extLst>
            </p:cNvPr>
            <p:cNvSpPr/>
            <p:nvPr/>
          </p:nvSpPr>
          <p:spPr>
            <a:xfrm>
              <a:off x="1101224" y="4393027"/>
              <a:ext cx="65739" cy="61555"/>
            </a:xfrm>
            <a:custGeom>
              <a:avLst/>
              <a:gdLst/>
              <a:ahLst/>
              <a:cxnLst/>
              <a:rect l="l" t="t" r="r" b="b"/>
              <a:pathLst>
                <a:path w="3959" h="3707" extrusionOk="0">
                  <a:moveTo>
                    <a:pt x="3959" y="3674"/>
                  </a:moveTo>
                  <a:lnTo>
                    <a:pt x="0" y="3706"/>
                  </a:lnTo>
                  <a:lnTo>
                    <a:pt x="0" y="33"/>
                  </a:lnTo>
                  <a:lnTo>
                    <a:pt x="3896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86;p68">
              <a:extLst>
                <a:ext uri="{FF2B5EF4-FFF2-40B4-BE49-F238E27FC236}">
                  <a16:creationId xmlns:a16="http://schemas.microsoft.com/office/drawing/2014/main" id="{AA65429E-0789-4C2D-67D4-36F78887796E}"/>
                </a:ext>
              </a:extLst>
            </p:cNvPr>
            <p:cNvSpPr/>
            <p:nvPr/>
          </p:nvSpPr>
          <p:spPr>
            <a:xfrm>
              <a:off x="742083" y="2843976"/>
              <a:ext cx="643145" cy="962343"/>
            </a:xfrm>
            <a:custGeom>
              <a:avLst/>
              <a:gdLst/>
              <a:ahLst/>
              <a:cxnLst/>
              <a:rect l="l" t="t" r="r" b="b"/>
              <a:pathLst>
                <a:path w="38732" h="57955" extrusionOk="0">
                  <a:moveTo>
                    <a:pt x="33095" y="30529"/>
                  </a:moveTo>
                  <a:cubicBezTo>
                    <a:pt x="33538" y="27204"/>
                    <a:pt x="34456" y="24765"/>
                    <a:pt x="35153" y="23309"/>
                  </a:cubicBezTo>
                  <a:cubicBezTo>
                    <a:pt x="35660" y="22168"/>
                    <a:pt x="35470" y="20933"/>
                    <a:pt x="34678" y="20015"/>
                  </a:cubicBezTo>
                  <a:lnTo>
                    <a:pt x="27521" y="11654"/>
                  </a:lnTo>
                  <a:lnTo>
                    <a:pt x="24829" y="3515"/>
                  </a:lnTo>
                  <a:cubicBezTo>
                    <a:pt x="24481" y="2439"/>
                    <a:pt x="23562" y="1584"/>
                    <a:pt x="22422" y="1362"/>
                  </a:cubicBezTo>
                  <a:cubicBezTo>
                    <a:pt x="19635" y="792"/>
                    <a:pt x="14346" y="0"/>
                    <a:pt x="10166" y="1045"/>
                  </a:cubicBezTo>
                  <a:cubicBezTo>
                    <a:pt x="8836" y="1394"/>
                    <a:pt x="7728" y="2312"/>
                    <a:pt x="7126" y="3547"/>
                  </a:cubicBezTo>
                  <a:cubicBezTo>
                    <a:pt x="3199" y="11433"/>
                    <a:pt x="0" y="17640"/>
                    <a:pt x="32" y="23087"/>
                  </a:cubicBezTo>
                  <a:cubicBezTo>
                    <a:pt x="95" y="28946"/>
                    <a:pt x="285" y="57954"/>
                    <a:pt x="285" y="57954"/>
                  </a:cubicBezTo>
                  <a:lnTo>
                    <a:pt x="32176" y="57733"/>
                  </a:lnTo>
                  <a:cubicBezTo>
                    <a:pt x="32176" y="57733"/>
                    <a:pt x="38732" y="54122"/>
                    <a:pt x="38668" y="47979"/>
                  </a:cubicBezTo>
                  <a:cubicBezTo>
                    <a:pt x="38605" y="41898"/>
                    <a:pt x="32303" y="36388"/>
                    <a:pt x="33095" y="30529"/>
                  </a:cubicBezTo>
                  <a:close/>
                  <a:moveTo>
                    <a:pt x="20839" y="11654"/>
                  </a:moveTo>
                  <a:lnTo>
                    <a:pt x="11655" y="11749"/>
                  </a:lnTo>
                  <a:cubicBezTo>
                    <a:pt x="10895" y="11749"/>
                    <a:pt x="10261" y="11116"/>
                    <a:pt x="10261" y="10356"/>
                  </a:cubicBezTo>
                  <a:cubicBezTo>
                    <a:pt x="10261" y="9596"/>
                    <a:pt x="10895" y="8963"/>
                    <a:pt x="11655" y="8963"/>
                  </a:cubicBezTo>
                  <a:lnTo>
                    <a:pt x="20839" y="8899"/>
                  </a:lnTo>
                  <a:cubicBezTo>
                    <a:pt x="21567" y="8899"/>
                    <a:pt x="22200" y="9533"/>
                    <a:pt x="22200" y="10261"/>
                  </a:cubicBezTo>
                  <a:cubicBezTo>
                    <a:pt x="22200" y="11021"/>
                    <a:pt x="21567" y="11654"/>
                    <a:pt x="20839" y="1165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87;p68">
              <a:extLst>
                <a:ext uri="{FF2B5EF4-FFF2-40B4-BE49-F238E27FC236}">
                  <a16:creationId xmlns:a16="http://schemas.microsoft.com/office/drawing/2014/main" id="{F68F3FBE-F47B-FC70-87C6-AE7DEAB99D93}"/>
                </a:ext>
              </a:extLst>
            </p:cNvPr>
            <p:cNvSpPr/>
            <p:nvPr/>
          </p:nvSpPr>
          <p:spPr>
            <a:xfrm>
              <a:off x="878268" y="3219401"/>
              <a:ext cx="392310" cy="608440"/>
            </a:xfrm>
            <a:custGeom>
              <a:avLst/>
              <a:gdLst/>
              <a:ahLst/>
              <a:cxnLst/>
              <a:rect l="l" t="t" r="r" b="b"/>
              <a:pathLst>
                <a:path w="23626" h="36642" extrusionOk="0">
                  <a:moveTo>
                    <a:pt x="17292" y="1"/>
                  </a:moveTo>
                  <a:lnTo>
                    <a:pt x="1" y="128"/>
                  </a:lnTo>
                  <a:lnTo>
                    <a:pt x="254" y="36642"/>
                  </a:lnTo>
                  <a:lnTo>
                    <a:pt x="19224" y="36515"/>
                  </a:lnTo>
                  <a:cubicBezTo>
                    <a:pt x="23626" y="25748"/>
                    <a:pt x="17292" y="1"/>
                    <a:pt x="1729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88;p68">
              <a:extLst>
                <a:ext uri="{FF2B5EF4-FFF2-40B4-BE49-F238E27FC236}">
                  <a16:creationId xmlns:a16="http://schemas.microsoft.com/office/drawing/2014/main" id="{0F19FF1B-7122-7A61-E2D3-8DDD10150EED}"/>
                </a:ext>
              </a:extLst>
            </p:cNvPr>
            <p:cNvSpPr/>
            <p:nvPr/>
          </p:nvSpPr>
          <p:spPr>
            <a:xfrm>
              <a:off x="746284" y="3807268"/>
              <a:ext cx="158312" cy="165668"/>
            </a:xfrm>
            <a:custGeom>
              <a:avLst/>
              <a:gdLst/>
              <a:ahLst/>
              <a:cxnLst/>
              <a:rect l="l" t="t" r="r" b="b"/>
              <a:pathLst>
                <a:path w="9534" h="9977" extrusionOk="0">
                  <a:moveTo>
                    <a:pt x="1" y="1"/>
                  </a:moveTo>
                  <a:lnTo>
                    <a:pt x="32" y="5574"/>
                  </a:lnTo>
                  <a:cubicBezTo>
                    <a:pt x="32" y="7981"/>
                    <a:pt x="2059" y="9976"/>
                    <a:pt x="4466" y="9976"/>
                  </a:cubicBezTo>
                  <a:lnTo>
                    <a:pt x="9533" y="9945"/>
                  </a:lnTo>
                  <a:lnTo>
                    <a:pt x="696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89;p68">
              <a:extLst>
                <a:ext uri="{FF2B5EF4-FFF2-40B4-BE49-F238E27FC236}">
                  <a16:creationId xmlns:a16="http://schemas.microsoft.com/office/drawing/2014/main" id="{3C58812B-FBE3-CA22-5CC5-91AC997009D7}"/>
                </a:ext>
              </a:extLst>
            </p:cNvPr>
            <p:cNvSpPr/>
            <p:nvPr/>
          </p:nvSpPr>
          <p:spPr>
            <a:xfrm>
              <a:off x="1315231" y="3734843"/>
              <a:ext cx="358137" cy="231258"/>
            </a:xfrm>
            <a:custGeom>
              <a:avLst/>
              <a:gdLst/>
              <a:ahLst/>
              <a:cxnLst/>
              <a:rect l="l" t="t" r="r" b="b"/>
              <a:pathLst>
                <a:path w="21568" h="13927" extrusionOk="0">
                  <a:moveTo>
                    <a:pt x="10933" y="1"/>
                  </a:moveTo>
                  <a:cubicBezTo>
                    <a:pt x="5199" y="1"/>
                    <a:pt x="1" y="4078"/>
                    <a:pt x="1" y="4078"/>
                  </a:cubicBezTo>
                  <a:lnTo>
                    <a:pt x="15392" y="13927"/>
                  </a:lnTo>
                  <a:cubicBezTo>
                    <a:pt x="15392" y="13927"/>
                    <a:pt x="21567" y="3159"/>
                    <a:pt x="14600" y="626"/>
                  </a:cubicBezTo>
                  <a:cubicBezTo>
                    <a:pt x="13383" y="183"/>
                    <a:pt x="12146" y="1"/>
                    <a:pt x="1093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90;p68">
              <a:extLst>
                <a:ext uri="{FF2B5EF4-FFF2-40B4-BE49-F238E27FC236}">
                  <a16:creationId xmlns:a16="http://schemas.microsoft.com/office/drawing/2014/main" id="{ABA574A4-1BFD-7415-8408-E83778C785E4}"/>
                </a:ext>
              </a:extLst>
            </p:cNvPr>
            <p:cNvSpPr/>
            <p:nvPr/>
          </p:nvSpPr>
          <p:spPr>
            <a:xfrm>
              <a:off x="1026557" y="3802005"/>
              <a:ext cx="544279" cy="168308"/>
            </a:xfrm>
            <a:custGeom>
              <a:avLst/>
              <a:gdLst/>
              <a:ahLst/>
              <a:cxnLst/>
              <a:rect l="l" t="t" r="r" b="b"/>
              <a:pathLst>
                <a:path w="32778" h="10136" extrusionOk="0">
                  <a:moveTo>
                    <a:pt x="15011" y="64"/>
                  </a:moveTo>
                  <a:lnTo>
                    <a:pt x="22865" y="33"/>
                  </a:lnTo>
                  <a:cubicBezTo>
                    <a:pt x="28313" y="1"/>
                    <a:pt x="32746" y="4403"/>
                    <a:pt x="32778" y="9850"/>
                  </a:cubicBezTo>
                  <a:lnTo>
                    <a:pt x="32778" y="9977"/>
                  </a:lnTo>
                  <a:lnTo>
                    <a:pt x="8013" y="10135"/>
                  </a:lnTo>
                  <a:cubicBezTo>
                    <a:pt x="8013" y="10135"/>
                    <a:pt x="4877" y="951"/>
                    <a:pt x="0" y="223"/>
                  </a:cubicBezTo>
                  <a:cubicBezTo>
                    <a:pt x="13080" y="64"/>
                    <a:pt x="15011" y="64"/>
                    <a:pt x="15011" y="6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91;p68">
              <a:extLst>
                <a:ext uri="{FF2B5EF4-FFF2-40B4-BE49-F238E27FC236}">
                  <a16:creationId xmlns:a16="http://schemas.microsoft.com/office/drawing/2014/main" id="{9B8BA7D4-B5D4-F59A-4AA0-081838EBC6F7}"/>
                </a:ext>
              </a:extLst>
            </p:cNvPr>
            <p:cNvSpPr/>
            <p:nvPr/>
          </p:nvSpPr>
          <p:spPr>
            <a:xfrm>
              <a:off x="1236363" y="3230973"/>
              <a:ext cx="147784" cy="572673"/>
            </a:xfrm>
            <a:custGeom>
              <a:avLst/>
              <a:gdLst/>
              <a:ahLst/>
              <a:cxnLst/>
              <a:rect l="l" t="t" r="r" b="b"/>
              <a:pathLst>
                <a:path w="8900" h="34488" extrusionOk="0">
                  <a:moveTo>
                    <a:pt x="5384" y="1"/>
                  </a:moveTo>
                  <a:cubicBezTo>
                    <a:pt x="3041" y="1679"/>
                    <a:pt x="0" y="9216"/>
                    <a:pt x="1457" y="12700"/>
                  </a:cubicBezTo>
                  <a:cubicBezTo>
                    <a:pt x="2977" y="16183"/>
                    <a:pt x="5511" y="19509"/>
                    <a:pt x="5669" y="24639"/>
                  </a:cubicBezTo>
                  <a:cubicBezTo>
                    <a:pt x="5511" y="29864"/>
                    <a:pt x="2407" y="32905"/>
                    <a:pt x="95" y="34488"/>
                  </a:cubicBezTo>
                  <a:lnTo>
                    <a:pt x="2375" y="34488"/>
                  </a:lnTo>
                  <a:cubicBezTo>
                    <a:pt x="2375" y="34488"/>
                    <a:pt x="8899" y="30909"/>
                    <a:pt x="8868" y="24766"/>
                  </a:cubicBezTo>
                  <a:cubicBezTo>
                    <a:pt x="8836" y="18590"/>
                    <a:pt x="2534" y="13080"/>
                    <a:pt x="3326" y="7221"/>
                  </a:cubicBezTo>
                  <a:cubicBezTo>
                    <a:pt x="3769" y="3896"/>
                    <a:pt x="4687" y="1457"/>
                    <a:pt x="538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92;p68">
              <a:extLst>
                <a:ext uri="{FF2B5EF4-FFF2-40B4-BE49-F238E27FC236}">
                  <a16:creationId xmlns:a16="http://schemas.microsoft.com/office/drawing/2014/main" id="{9DAFFAAE-D68C-6A5F-C786-D3462480C962}"/>
                </a:ext>
              </a:extLst>
            </p:cNvPr>
            <p:cNvSpPr/>
            <p:nvPr/>
          </p:nvSpPr>
          <p:spPr>
            <a:xfrm>
              <a:off x="878799" y="3222041"/>
              <a:ext cx="92573" cy="606863"/>
            </a:xfrm>
            <a:custGeom>
              <a:avLst/>
              <a:gdLst/>
              <a:ahLst/>
              <a:cxnLst/>
              <a:rect l="l" t="t" r="r" b="b"/>
              <a:pathLst>
                <a:path w="5575" h="36547" extrusionOk="0">
                  <a:moveTo>
                    <a:pt x="0" y="0"/>
                  </a:moveTo>
                  <a:lnTo>
                    <a:pt x="285" y="36546"/>
                  </a:lnTo>
                  <a:lnTo>
                    <a:pt x="3611" y="36514"/>
                  </a:lnTo>
                  <a:cubicBezTo>
                    <a:pt x="5574" y="19319"/>
                    <a:pt x="1" y="1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93;p68">
              <a:extLst>
                <a:ext uri="{FF2B5EF4-FFF2-40B4-BE49-F238E27FC236}">
                  <a16:creationId xmlns:a16="http://schemas.microsoft.com/office/drawing/2014/main" id="{7A0E715D-9823-6466-CBE3-C7246165750A}"/>
                </a:ext>
              </a:extLst>
            </p:cNvPr>
            <p:cNvSpPr/>
            <p:nvPr/>
          </p:nvSpPr>
          <p:spPr>
            <a:xfrm>
              <a:off x="762589" y="3053248"/>
              <a:ext cx="521679" cy="228485"/>
            </a:xfrm>
            <a:custGeom>
              <a:avLst/>
              <a:gdLst/>
              <a:ahLst/>
              <a:cxnLst/>
              <a:rect l="l" t="t" r="r" b="b"/>
              <a:pathLst>
                <a:path w="31417" h="13760" extrusionOk="0">
                  <a:moveTo>
                    <a:pt x="1489" y="0"/>
                  </a:moveTo>
                  <a:cubicBezTo>
                    <a:pt x="951" y="1299"/>
                    <a:pt x="444" y="2566"/>
                    <a:pt x="0" y="3801"/>
                  </a:cubicBezTo>
                  <a:cubicBezTo>
                    <a:pt x="48" y="3799"/>
                    <a:pt x="95" y="3798"/>
                    <a:pt x="142" y="3798"/>
                  </a:cubicBezTo>
                  <a:cubicBezTo>
                    <a:pt x="4980" y="3798"/>
                    <a:pt x="6968" y="13428"/>
                    <a:pt x="6968" y="13428"/>
                  </a:cubicBezTo>
                  <a:cubicBezTo>
                    <a:pt x="6968" y="13428"/>
                    <a:pt x="13807" y="13759"/>
                    <a:pt x="19053" y="13759"/>
                  </a:cubicBezTo>
                  <a:cubicBezTo>
                    <a:pt x="22080" y="13759"/>
                    <a:pt x="24576" y="13649"/>
                    <a:pt x="24924" y="13301"/>
                  </a:cubicBezTo>
                  <a:cubicBezTo>
                    <a:pt x="25652" y="12573"/>
                    <a:pt x="29421" y="7728"/>
                    <a:pt x="31416" y="5099"/>
                  </a:cubicBezTo>
                  <a:lnTo>
                    <a:pt x="28724" y="1901"/>
                  </a:lnTo>
                  <a:cubicBezTo>
                    <a:pt x="26951" y="6619"/>
                    <a:pt x="23942" y="8108"/>
                    <a:pt x="23942" y="8108"/>
                  </a:cubicBezTo>
                  <a:lnTo>
                    <a:pt x="7316" y="8234"/>
                  </a:lnTo>
                  <a:cubicBezTo>
                    <a:pt x="6968" y="3516"/>
                    <a:pt x="1552" y="32"/>
                    <a:pt x="148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94;p68">
              <a:extLst>
                <a:ext uri="{FF2B5EF4-FFF2-40B4-BE49-F238E27FC236}">
                  <a16:creationId xmlns:a16="http://schemas.microsoft.com/office/drawing/2014/main" id="{9F6749F1-BB27-6AB4-E5D1-9DD9BBE95CAF}"/>
                </a:ext>
              </a:extLst>
            </p:cNvPr>
            <p:cNvSpPr/>
            <p:nvPr/>
          </p:nvSpPr>
          <p:spPr>
            <a:xfrm>
              <a:off x="741552" y="2853440"/>
              <a:ext cx="222989" cy="952878"/>
            </a:xfrm>
            <a:custGeom>
              <a:avLst/>
              <a:gdLst/>
              <a:ahLst/>
              <a:cxnLst/>
              <a:rect l="l" t="t" r="r" b="b"/>
              <a:pathLst>
                <a:path w="13429" h="57385" extrusionOk="0">
                  <a:moveTo>
                    <a:pt x="13428" y="0"/>
                  </a:moveTo>
                  <a:cubicBezTo>
                    <a:pt x="12288" y="64"/>
                    <a:pt x="11212" y="190"/>
                    <a:pt x="10166" y="475"/>
                  </a:cubicBezTo>
                  <a:cubicBezTo>
                    <a:pt x="8836" y="824"/>
                    <a:pt x="7728" y="1742"/>
                    <a:pt x="7126" y="2977"/>
                  </a:cubicBezTo>
                  <a:cubicBezTo>
                    <a:pt x="3199" y="10863"/>
                    <a:pt x="1" y="17070"/>
                    <a:pt x="32" y="22517"/>
                  </a:cubicBezTo>
                  <a:cubicBezTo>
                    <a:pt x="64" y="28376"/>
                    <a:pt x="286" y="57384"/>
                    <a:pt x="286" y="57384"/>
                  </a:cubicBezTo>
                  <a:lnTo>
                    <a:pt x="7253" y="57353"/>
                  </a:lnTo>
                  <a:cubicBezTo>
                    <a:pt x="7190" y="52254"/>
                    <a:pt x="6366" y="32208"/>
                    <a:pt x="3959" y="27077"/>
                  </a:cubicBezTo>
                  <a:cubicBezTo>
                    <a:pt x="1584" y="21978"/>
                    <a:pt x="6366" y="13301"/>
                    <a:pt x="8488" y="5891"/>
                  </a:cubicBezTo>
                  <a:cubicBezTo>
                    <a:pt x="9691" y="1774"/>
                    <a:pt x="11782" y="444"/>
                    <a:pt x="1342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95;p68">
              <a:extLst>
                <a:ext uri="{FF2B5EF4-FFF2-40B4-BE49-F238E27FC236}">
                  <a16:creationId xmlns:a16="http://schemas.microsoft.com/office/drawing/2014/main" id="{2448975D-C40E-7C19-552B-3171A5673883}"/>
                </a:ext>
              </a:extLst>
            </p:cNvPr>
            <p:cNvSpPr/>
            <p:nvPr/>
          </p:nvSpPr>
          <p:spPr>
            <a:xfrm>
              <a:off x="817896" y="3769561"/>
              <a:ext cx="341731" cy="202847"/>
            </a:xfrm>
            <a:custGeom>
              <a:avLst/>
              <a:gdLst/>
              <a:ahLst/>
              <a:cxnLst/>
              <a:rect l="l" t="t" r="r" b="b"/>
              <a:pathLst>
                <a:path w="20580" h="12216" extrusionOk="0">
                  <a:moveTo>
                    <a:pt x="7669" y="0"/>
                  </a:moveTo>
                  <a:cubicBezTo>
                    <a:pt x="6212" y="0"/>
                    <a:pt x="4598" y="230"/>
                    <a:pt x="2813" y="752"/>
                  </a:cubicBezTo>
                  <a:cubicBezTo>
                    <a:pt x="339" y="1660"/>
                    <a:pt x="0" y="1837"/>
                    <a:pt x="112" y="1837"/>
                  </a:cubicBezTo>
                  <a:cubicBezTo>
                    <a:pt x="183" y="1837"/>
                    <a:pt x="438" y="1765"/>
                    <a:pt x="438" y="1765"/>
                  </a:cubicBezTo>
                  <a:lnTo>
                    <a:pt x="2053" y="12216"/>
                  </a:lnTo>
                  <a:lnTo>
                    <a:pt x="20580" y="12057"/>
                  </a:lnTo>
                  <a:cubicBezTo>
                    <a:pt x="20580" y="12057"/>
                    <a:pt x="18232" y="0"/>
                    <a:pt x="766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96;p68">
              <a:extLst>
                <a:ext uri="{FF2B5EF4-FFF2-40B4-BE49-F238E27FC236}">
                  <a16:creationId xmlns:a16="http://schemas.microsoft.com/office/drawing/2014/main" id="{ACAA28CB-1772-F3E1-7812-39B1D7032DCE}"/>
                </a:ext>
              </a:extLst>
            </p:cNvPr>
            <p:cNvSpPr/>
            <p:nvPr/>
          </p:nvSpPr>
          <p:spPr>
            <a:xfrm>
              <a:off x="818859" y="3581691"/>
              <a:ext cx="86246" cy="390732"/>
            </a:xfrm>
            <a:custGeom>
              <a:avLst/>
              <a:gdLst/>
              <a:ahLst/>
              <a:cxnLst/>
              <a:rect l="l" t="t" r="r" b="b"/>
              <a:pathLst>
                <a:path w="5194" h="23531" extrusionOk="0">
                  <a:moveTo>
                    <a:pt x="5194" y="23467"/>
                  </a:moveTo>
                  <a:lnTo>
                    <a:pt x="158" y="23531"/>
                  </a:lnTo>
                  <a:lnTo>
                    <a:pt x="0" y="32"/>
                  </a:lnTo>
                  <a:lnTo>
                    <a:pt x="5004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697;p68">
              <a:extLst>
                <a:ext uri="{FF2B5EF4-FFF2-40B4-BE49-F238E27FC236}">
                  <a16:creationId xmlns:a16="http://schemas.microsoft.com/office/drawing/2014/main" id="{BA990CF6-2C99-720E-1D9B-2908A52DA44B}"/>
                </a:ext>
              </a:extLst>
            </p:cNvPr>
            <p:cNvSpPr/>
            <p:nvPr/>
          </p:nvSpPr>
          <p:spPr>
            <a:xfrm>
              <a:off x="786781" y="4004453"/>
              <a:ext cx="241387" cy="17900"/>
            </a:xfrm>
            <a:custGeom>
              <a:avLst/>
              <a:gdLst/>
              <a:ahLst/>
              <a:cxnLst/>
              <a:rect l="l" t="t" r="r" b="b"/>
              <a:pathLst>
                <a:path w="14537" h="1078" extrusionOk="0">
                  <a:moveTo>
                    <a:pt x="0" y="127"/>
                  </a:moveTo>
                  <a:lnTo>
                    <a:pt x="14473" y="1"/>
                  </a:lnTo>
                  <a:lnTo>
                    <a:pt x="14536" y="951"/>
                  </a:lnTo>
                  <a:lnTo>
                    <a:pt x="0" y="107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698;p68">
              <a:extLst>
                <a:ext uri="{FF2B5EF4-FFF2-40B4-BE49-F238E27FC236}">
                  <a16:creationId xmlns:a16="http://schemas.microsoft.com/office/drawing/2014/main" id="{C9232B2C-8DE0-9954-3870-EE8CCCEDC1A3}"/>
                </a:ext>
              </a:extLst>
            </p:cNvPr>
            <p:cNvSpPr/>
            <p:nvPr/>
          </p:nvSpPr>
          <p:spPr>
            <a:xfrm>
              <a:off x="763120" y="3994457"/>
              <a:ext cx="97289" cy="37361"/>
            </a:xfrm>
            <a:custGeom>
              <a:avLst/>
              <a:gdLst/>
              <a:ahLst/>
              <a:cxnLst/>
              <a:rect l="l" t="t" r="r" b="b"/>
              <a:pathLst>
                <a:path w="5859" h="2250" extrusionOk="0">
                  <a:moveTo>
                    <a:pt x="5859" y="1109"/>
                  </a:moveTo>
                  <a:cubicBezTo>
                    <a:pt x="5859" y="1743"/>
                    <a:pt x="5384" y="2218"/>
                    <a:pt x="4751" y="2218"/>
                  </a:cubicBezTo>
                  <a:lnTo>
                    <a:pt x="1109" y="2249"/>
                  </a:lnTo>
                  <a:cubicBezTo>
                    <a:pt x="475" y="2249"/>
                    <a:pt x="0" y="1774"/>
                    <a:pt x="0" y="1141"/>
                  </a:cubicBezTo>
                  <a:lnTo>
                    <a:pt x="0" y="1141"/>
                  </a:lnTo>
                  <a:cubicBezTo>
                    <a:pt x="0" y="508"/>
                    <a:pt x="475" y="32"/>
                    <a:pt x="1109" y="32"/>
                  </a:cubicBezTo>
                  <a:lnTo>
                    <a:pt x="4751" y="1"/>
                  </a:lnTo>
                  <a:cubicBezTo>
                    <a:pt x="5352" y="1"/>
                    <a:pt x="5859" y="508"/>
                    <a:pt x="5859" y="110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699;p68">
              <a:extLst>
                <a:ext uri="{FF2B5EF4-FFF2-40B4-BE49-F238E27FC236}">
                  <a16:creationId xmlns:a16="http://schemas.microsoft.com/office/drawing/2014/main" id="{4521317F-EF81-9D7D-65A1-D1771DEBE70E}"/>
                </a:ext>
              </a:extLst>
            </p:cNvPr>
            <p:cNvSpPr/>
            <p:nvPr/>
          </p:nvSpPr>
          <p:spPr>
            <a:xfrm>
              <a:off x="1178000" y="3273562"/>
              <a:ext cx="79422" cy="530081"/>
            </a:xfrm>
            <a:custGeom>
              <a:avLst/>
              <a:gdLst/>
              <a:ahLst/>
              <a:cxnLst/>
              <a:rect l="l" t="t" r="r" b="b"/>
              <a:pathLst>
                <a:path w="4783" h="31923" fill="none" extrusionOk="0">
                  <a:moveTo>
                    <a:pt x="1647" y="31923"/>
                  </a:moveTo>
                  <a:cubicBezTo>
                    <a:pt x="1647" y="31923"/>
                    <a:pt x="4782" y="20332"/>
                    <a:pt x="0" y="1"/>
                  </a:cubicBezTo>
                </a:path>
              </a:pathLst>
            </a:custGeom>
            <a:noFill/>
            <a:ln w="10300" cap="flat" cmpd="sng">
              <a:solidFill>
                <a:schemeClr val="lt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700;p68">
              <a:extLst>
                <a:ext uri="{FF2B5EF4-FFF2-40B4-BE49-F238E27FC236}">
                  <a16:creationId xmlns:a16="http://schemas.microsoft.com/office/drawing/2014/main" id="{47E986F0-3BEE-77FF-EAB4-0200FB920B93}"/>
                </a:ext>
              </a:extLst>
            </p:cNvPr>
            <p:cNvSpPr/>
            <p:nvPr/>
          </p:nvSpPr>
          <p:spPr>
            <a:xfrm>
              <a:off x="949780" y="3328254"/>
              <a:ext cx="209306" cy="27365"/>
            </a:xfrm>
            <a:custGeom>
              <a:avLst/>
              <a:gdLst/>
              <a:ahLst/>
              <a:cxnLst/>
              <a:rect l="l" t="t" r="r" b="b"/>
              <a:pathLst>
                <a:path w="12605" h="1648" extrusionOk="0">
                  <a:moveTo>
                    <a:pt x="11813" y="0"/>
                  </a:moveTo>
                  <a:lnTo>
                    <a:pt x="792" y="64"/>
                  </a:lnTo>
                  <a:cubicBezTo>
                    <a:pt x="349" y="64"/>
                    <a:pt x="1" y="412"/>
                    <a:pt x="1" y="855"/>
                  </a:cubicBezTo>
                  <a:cubicBezTo>
                    <a:pt x="1" y="1299"/>
                    <a:pt x="349" y="1647"/>
                    <a:pt x="792" y="1647"/>
                  </a:cubicBezTo>
                  <a:lnTo>
                    <a:pt x="11813" y="1584"/>
                  </a:lnTo>
                  <a:cubicBezTo>
                    <a:pt x="12225" y="1584"/>
                    <a:pt x="12605" y="1204"/>
                    <a:pt x="12605" y="792"/>
                  </a:cubicBezTo>
                  <a:cubicBezTo>
                    <a:pt x="12605" y="349"/>
                    <a:pt x="12225" y="0"/>
                    <a:pt x="1181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701;p68">
              <a:extLst>
                <a:ext uri="{FF2B5EF4-FFF2-40B4-BE49-F238E27FC236}">
                  <a16:creationId xmlns:a16="http://schemas.microsoft.com/office/drawing/2014/main" id="{1B8A36F8-208D-F640-650A-A488B900E9CC}"/>
                </a:ext>
              </a:extLst>
            </p:cNvPr>
            <p:cNvSpPr/>
            <p:nvPr/>
          </p:nvSpPr>
          <p:spPr>
            <a:xfrm>
              <a:off x="968194" y="3410807"/>
              <a:ext cx="209306" cy="27880"/>
            </a:xfrm>
            <a:custGeom>
              <a:avLst/>
              <a:gdLst/>
              <a:ahLst/>
              <a:cxnLst/>
              <a:rect l="l" t="t" r="r" b="b"/>
              <a:pathLst>
                <a:path w="12605" h="1679" extrusionOk="0">
                  <a:moveTo>
                    <a:pt x="11813" y="0"/>
                  </a:moveTo>
                  <a:lnTo>
                    <a:pt x="792" y="95"/>
                  </a:lnTo>
                  <a:cubicBezTo>
                    <a:pt x="348" y="95"/>
                    <a:pt x="0" y="444"/>
                    <a:pt x="0" y="887"/>
                  </a:cubicBezTo>
                  <a:cubicBezTo>
                    <a:pt x="0" y="1299"/>
                    <a:pt x="348" y="1679"/>
                    <a:pt x="792" y="1679"/>
                  </a:cubicBezTo>
                  <a:lnTo>
                    <a:pt x="11813" y="1584"/>
                  </a:lnTo>
                  <a:cubicBezTo>
                    <a:pt x="12224" y="1584"/>
                    <a:pt x="12604" y="1235"/>
                    <a:pt x="12604" y="792"/>
                  </a:cubicBezTo>
                  <a:cubicBezTo>
                    <a:pt x="12604" y="349"/>
                    <a:pt x="12224" y="0"/>
                    <a:pt x="1181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702;p68">
              <a:extLst>
                <a:ext uri="{FF2B5EF4-FFF2-40B4-BE49-F238E27FC236}">
                  <a16:creationId xmlns:a16="http://schemas.microsoft.com/office/drawing/2014/main" id="{CA442D10-63CF-B991-C620-5B97A3D83D3C}"/>
                </a:ext>
              </a:extLst>
            </p:cNvPr>
            <p:cNvSpPr/>
            <p:nvPr/>
          </p:nvSpPr>
          <p:spPr>
            <a:xfrm>
              <a:off x="980813" y="3493892"/>
              <a:ext cx="208775" cy="27348"/>
            </a:xfrm>
            <a:custGeom>
              <a:avLst/>
              <a:gdLst/>
              <a:ahLst/>
              <a:cxnLst/>
              <a:rect l="l" t="t" r="r" b="b"/>
              <a:pathLst>
                <a:path w="12573" h="1647" extrusionOk="0">
                  <a:moveTo>
                    <a:pt x="11781" y="0"/>
                  </a:moveTo>
                  <a:lnTo>
                    <a:pt x="792" y="63"/>
                  </a:lnTo>
                  <a:cubicBezTo>
                    <a:pt x="349" y="63"/>
                    <a:pt x="0" y="412"/>
                    <a:pt x="0" y="855"/>
                  </a:cubicBezTo>
                  <a:cubicBezTo>
                    <a:pt x="0" y="1298"/>
                    <a:pt x="349" y="1647"/>
                    <a:pt x="792" y="1647"/>
                  </a:cubicBezTo>
                  <a:lnTo>
                    <a:pt x="11781" y="1583"/>
                  </a:lnTo>
                  <a:cubicBezTo>
                    <a:pt x="12224" y="1583"/>
                    <a:pt x="12573" y="1203"/>
                    <a:pt x="12573" y="792"/>
                  </a:cubicBezTo>
                  <a:cubicBezTo>
                    <a:pt x="12573" y="348"/>
                    <a:pt x="12224" y="0"/>
                    <a:pt x="1178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703;p68">
              <a:extLst>
                <a:ext uri="{FF2B5EF4-FFF2-40B4-BE49-F238E27FC236}">
                  <a16:creationId xmlns:a16="http://schemas.microsoft.com/office/drawing/2014/main" id="{98FAD2D9-C8D0-F745-9A6D-F0385C42F15A}"/>
                </a:ext>
              </a:extLst>
            </p:cNvPr>
            <p:cNvSpPr/>
            <p:nvPr/>
          </p:nvSpPr>
          <p:spPr>
            <a:xfrm>
              <a:off x="985014" y="3576445"/>
              <a:ext cx="209306" cy="27880"/>
            </a:xfrm>
            <a:custGeom>
              <a:avLst/>
              <a:gdLst/>
              <a:ahLst/>
              <a:cxnLst/>
              <a:rect l="l" t="t" r="r" b="b"/>
              <a:pathLst>
                <a:path w="12605" h="1679" extrusionOk="0">
                  <a:moveTo>
                    <a:pt x="11813" y="0"/>
                  </a:moveTo>
                  <a:lnTo>
                    <a:pt x="792" y="95"/>
                  </a:lnTo>
                  <a:cubicBezTo>
                    <a:pt x="381" y="95"/>
                    <a:pt x="0" y="443"/>
                    <a:pt x="0" y="887"/>
                  </a:cubicBezTo>
                  <a:cubicBezTo>
                    <a:pt x="0" y="1298"/>
                    <a:pt x="381" y="1678"/>
                    <a:pt x="792" y="1678"/>
                  </a:cubicBezTo>
                  <a:lnTo>
                    <a:pt x="11813" y="1583"/>
                  </a:lnTo>
                  <a:cubicBezTo>
                    <a:pt x="12256" y="1583"/>
                    <a:pt x="12605" y="1235"/>
                    <a:pt x="12605" y="792"/>
                  </a:cubicBezTo>
                  <a:cubicBezTo>
                    <a:pt x="12605" y="348"/>
                    <a:pt x="12256" y="0"/>
                    <a:pt x="1181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704;p68">
              <a:extLst>
                <a:ext uri="{FF2B5EF4-FFF2-40B4-BE49-F238E27FC236}">
                  <a16:creationId xmlns:a16="http://schemas.microsoft.com/office/drawing/2014/main" id="{3BA9A16F-8D54-1370-9DCB-C01A1EF3CDA3}"/>
                </a:ext>
              </a:extLst>
            </p:cNvPr>
            <p:cNvSpPr/>
            <p:nvPr/>
          </p:nvSpPr>
          <p:spPr>
            <a:xfrm>
              <a:off x="986060" y="3660575"/>
              <a:ext cx="208791" cy="27880"/>
            </a:xfrm>
            <a:custGeom>
              <a:avLst/>
              <a:gdLst/>
              <a:ahLst/>
              <a:cxnLst/>
              <a:rect l="l" t="t" r="r" b="b"/>
              <a:pathLst>
                <a:path w="12574" h="1679" extrusionOk="0">
                  <a:moveTo>
                    <a:pt x="11782" y="0"/>
                  </a:moveTo>
                  <a:lnTo>
                    <a:pt x="793" y="95"/>
                  </a:lnTo>
                  <a:cubicBezTo>
                    <a:pt x="349" y="95"/>
                    <a:pt x="1" y="443"/>
                    <a:pt x="1" y="887"/>
                  </a:cubicBezTo>
                  <a:cubicBezTo>
                    <a:pt x="1" y="1298"/>
                    <a:pt x="349" y="1679"/>
                    <a:pt x="793" y="1679"/>
                  </a:cubicBezTo>
                  <a:lnTo>
                    <a:pt x="11782" y="1583"/>
                  </a:lnTo>
                  <a:cubicBezTo>
                    <a:pt x="12225" y="1583"/>
                    <a:pt x="12573" y="1235"/>
                    <a:pt x="12573" y="792"/>
                  </a:cubicBezTo>
                  <a:cubicBezTo>
                    <a:pt x="12573" y="348"/>
                    <a:pt x="12225" y="0"/>
                    <a:pt x="11782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705;p68">
              <a:extLst>
                <a:ext uri="{FF2B5EF4-FFF2-40B4-BE49-F238E27FC236}">
                  <a16:creationId xmlns:a16="http://schemas.microsoft.com/office/drawing/2014/main" id="{04D41023-0827-EE31-6535-4ABC24924DC5}"/>
                </a:ext>
              </a:extLst>
            </p:cNvPr>
            <p:cNvSpPr/>
            <p:nvPr/>
          </p:nvSpPr>
          <p:spPr>
            <a:xfrm>
              <a:off x="766275" y="3552253"/>
              <a:ext cx="241902" cy="58915"/>
            </a:xfrm>
            <a:custGeom>
              <a:avLst/>
              <a:gdLst/>
              <a:ahLst/>
              <a:cxnLst/>
              <a:rect l="l" t="t" r="r" b="b"/>
              <a:pathLst>
                <a:path w="14568" h="3548" extrusionOk="0">
                  <a:moveTo>
                    <a:pt x="14568" y="1742"/>
                  </a:moveTo>
                  <a:cubicBezTo>
                    <a:pt x="14568" y="2692"/>
                    <a:pt x="13903" y="3484"/>
                    <a:pt x="13048" y="3484"/>
                  </a:cubicBezTo>
                  <a:lnTo>
                    <a:pt x="1584" y="3547"/>
                  </a:lnTo>
                  <a:cubicBezTo>
                    <a:pt x="729" y="3547"/>
                    <a:pt x="64" y="2819"/>
                    <a:pt x="0" y="1805"/>
                  </a:cubicBezTo>
                  <a:lnTo>
                    <a:pt x="0" y="1805"/>
                  </a:lnTo>
                  <a:cubicBezTo>
                    <a:pt x="0" y="855"/>
                    <a:pt x="697" y="64"/>
                    <a:pt x="1552" y="64"/>
                  </a:cubicBezTo>
                  <a:lnTo>
                    <a:pt x="12984" y="0"/>
                  </a:lnTo>
                  <a:cubicBezTo>
                    <a:pt x="13871" y="0"/>
                    <a:pt x="14568" y="760"/>
                    <a:pt x="14568" y="17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5" name="Google Shape;1706;p68">
            <a:extLst>
              <a:ext uri="{FF2B5EF4-FFF2-40B4-BE49-F238E27FC236}">
                <a16:creationId xmlns:a16="http://schemas.microsoft.com/office/drawing/2014/main" id="{CB432FAC-2E30-19E0-350B-76448B339729}"/>
              </a:ext>
            </a:extLst>
          </p:cNvPr>
          <p:cNvGrpSpPr/>
          <p:nvPr/>
        </p:nvGrpSpPr>
        <p:grpSpPr>
          <a:xfrm>
            <a:off x="4070869" y="293454"/>
            <a:ext cx="1633977" cy="708157"/>
            <a:chOff x="1831079" y="3457081"/>
            <a:chExt cx="2350106" cy="1018524"/>
          </a:xfrm>
        </p:grpSpPr>
        <p:sp>
          <p:nvSpPr>
            <p:cNvPr id="1386" name="Google Shape;1707;p68">
              <a:extLst>
                <a:ext uri="{FF2B5EF4-FFF2-40B4-BE49-F238E27FC236}">
                  <a16:creationId xmlns:a16="http://schemas.microsoft.com/office/drawing/2014/main" id="{2FCF6919-AA9F-EFA5-D148-961575EA9BD5}"/>
                </a:ext>
              </a:extLst>
            </p:cNvPr>
            <p:cNvSpPr/>
            <p:nvPr/>
          </p:nvSpPr>
          <p:spPr>
            <a:xfrm>
              <a:off x="1831079" y="3457081"/>
              <a:ext cx="2350106" cy="922906"/>
            </a:xfrm>
            <a:custGeom>
              <a:avLst/>
              <a:gdLst/>
              <a:ahLst/>
              <a:cxnLst/>
              <a:rect l="l" t="t" r="r" b="b"/>
              <a:pathLst>
                <a:path w="141530" h="55580" extrusionOk="0">
                  <a:moveTo>
                    <a:pt x="141529" y="55104"/>
                  </a:moveTo>
                  <a:lnTo>
                    <a:pt x="222" y="55579"/>
                  </a:lnTo>
                  <a:lnTo>
                    <a:pt x="0" y="2059"/>
                  </a:lnTo>
                  <a:cubicBezTo>
                    <a:pt x="0" y="1172"/>
                    <a:pt x="728" y="475"/>
                    <a:pt x="1583" y="475"/>
                  </a:cubicBezTo>
                  <a:lnTo>
                    <a:pt x="139724" y="0"/>
                  </a:lnTo>
                  <a:cubicBezTo>
                    <a:pt x="140579" y="0"/>
                    <a:pt x="141307" y="697"/>
                    <a:pt x="141307" y="15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708;p68">
              <a:extLst>
                <a:ext uri="{FF2B5EF4-FFF2-40B4-BE49-F238E27FC236}">
                  <a16:creationId xmlns:a16="http://schemas.microsoft.com/office/drawing/2014/main" id="{EEE4903C-D1C7-6565-B0C3-6FF5A12CC0CC}"/>
                </a:ext>
              </a:extLst>
            </p:cNvPr>
            <p:cNvSpPr/>
            <p:nvPr/>
          </p:nvSpPr>
          <p:spPr>
            <a:xfrm>
              <a:off x="1888910" y="3562232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66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709;p68">
              <a:extLst>
                <a:ext uri="{FF2B5EF4-FFF2-40B4-BE49-F238E27FC236}">
                  <a16:creationId xmlns:a16="http://schemas.microsoft.com/office/drawing/2014/main" id="{56BC3783-DB83-5B49-17A7-8F2BF4CADF39}"/>
                </a:ext>
              </a:extLst>
            </p:cNvPr>
            <p:cNvSpPr/>
            <p:nvPr/>
          </p:nvSpPr>
          <p:spPr>
            <a:xfrm>
              <a:off x="2049286" y="3562232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5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5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710;p68">
              <a:extLst>
                <a:ext uri="{FF2B5EF4-FFF2-40B4-BE49-F238E27FC236}">
                  <a16:creationId xmlns:a16="http://schemas.microsoft.com/office/drawing/2014/main" id="{97C5F80A-FE1A-7122-DC41-CACCEF879DC9}"/>
                </a:ext>
              </a:extLst>
            </p:cNvPr>
            <p:cNvSpPr/>
            <p:nvPr/>
          </p:nvSpPr>
          <p:spPr>
            <a:xfrm>
              <a:off x="2209663" y="3561186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35" y="7063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711;p68">
              <a:extLst>
                <a:ext uri="{FF2B5EF4-FFF2-40B4-BE49-F238E27FC236}">
                  <a16:creationId xmlns:a16="http://schemas.microsoft.com/office/drawing/2014/main" id="{EBE3E8AB-E70E-6B0F-73DA-024CF75C4F00}"/>
                </a:ext>
              </a:extLst>
            </p:cNvPr>
            <p:cNvSpPr/>
            <p:nvPr/>
          </p:nvSpPr>
          <p:spPr>
            <a:xfrm>
              <a:off x="2369524" y="3560655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712;p68">
              <a:extLst>
                <a:ext uri="{FF2B5EF4-FFF2-40B4-BE49-F238E27FC236}">
                  <a16:creationId xmlns:a16="http://schemas.microsoft.com/office/drawing/2014/main" id="{700291F7-FACB-0A53-F5F3-4FB918D5F3E0}"/>
                </a:ext>
              </a:extLst>
            </p:cNvPr>
            <p:cNvSpPr/>
            <p:nvPr/>
          </p:nvSpPr>
          <p:spPr>
            <a:xfrm>
              <a:off x="2529901" y="3560140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2" y="6334"/>
                    <a:pt x="7062" y="5447"/>
                  </a:cubicBezTo>
                  <a:lnTo>
                    <a:pt x="7062" y="1552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713;p68">
              <a:extLst>
                <a:ext uri="{FF2B5EF4-FFF2-40B4-BE49-F238E27FC236}">
                  <a16:creationId xmlns:a16="http://schemas.microsoft.com/office/drawing/2014/main" id="{89C22E5C-15D7-305B-FED5-745FC09CF475}"/>
                </a:ext>
              </a:extLst>
            </p:cNvPr>
            <p:cNvSpPr/>
            <p:nvPr/>
          </p:nvSpPr>
          <p:spPr>
            <a:xfrm>
              <a:off x="2690277" y="3559609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2" y="6334"/>
                    <a:pt x="7062" y="5448"/>
                  </a:cubicBezTo>
                  <a:lnTo>
                    <a:pt x="7062" y="1521"/>
                  </a:lnTo>
                  <a:cubicBezTo>
                    <a:pt x="7062" y="697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714;p68">
              <a:extLst>
                <a:ext uri="{FF2B5EF4-FFF2-40B4-BE49-F238E27FC236}">
                  <a16:creationId xmlns:a16="http://schemas.microsoft.com/office/drawing/2014/main" id="{63EACD90-10E5-DFA8-58EB-393714991D76}"/>
                </a:ext>
              </a:extLst>
            </p:cNvPr>
            <p:cNvSpPr/>
            <p:nvPr/>
          </p:nvSpPr>
          <p:spPr>
            <a:xfrm>
              <a:off x="2850122" y="355856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97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715;p68">
              <a:extLst>
                <a:ext uri="{FF2B5EF4-FFF2-40B4-BE49-F238E27FC236}">
                  <a16:creationId xmlns:a16="http://schemas.microsoft.com/office/drawing/2014/main" id="{3FC3F39A-B88A-53A1-0EAD-D7FEE77C4179}"/>
                </a:ext>
              </a:extLst>
            </p:cNvPr>
            <p:cNvSpPr/>
            <p:nvPr/>
          </p:nvSpPr>
          <p:spPr>
            <a:xfrm>
              <a:off x="3010499" y="355856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716;p68">
              <a:extLst>
                <a:ext uri="{FF2B5EF4-FFF2-40B4-BE49-F238E27FC236}">
                  <a16:creationId xmlns:a16="http://schemas.microsoft.com/office/drawing/2014/main" id="{DAA3AD0C-AD39-55C0-943C-906C2786294F}"/>
                </a:ext>
              </a:extLst>
            </p:cNvPr>
            <p:cNvSpPr/>
            <p:nvPr/>
          </p:nvSpPr>
          <p:spPr>
            <a:xfrm>
              <a:off x="3170875" y="3558031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717;p68">
              <a:extLst>
                <a:ext uri="{FF2B5EF4-FFF2-40B4-BE49-F238E27FC236}">
                  <a16:creationId xmlns:a16="http://schemas.microsoft.com/office/drawing/2014/main" id="{2C37A9B6-E3FD-4223-00F0-3DCCEC36DF56}"/>
                </a:ext>
              </a:extLst>
            </p:cNvPr>
            <p:cNvSpPr/>
            <p:nvPr/>
          </p:nvSpPr>
          <p:spPr>
            <a:xfrm>
              <a:off x="3331252" y="3557500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718;p68">
              <a:extLst>
                <a:ext uri="{FF2B5EF4-FFF2-40B4-BE49-F238E27FC236}">
                  <a16:creationId xmlns:a16="http://schemas.microsoft.com/office/drawing/2014/main" id="{75198883-F5EC-B0C7-1FC9-B8FA6EDD5D8A}"/>
                </a:ext>
              </a:extLst>
            </p:cNvPr>
            <p:cNvSpPr/>
            <p:nvPr/>
          </p:nvSpPr>
          <p:spPr>
            <a:xfrm>
              <a:off x="3491113" y="355698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2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719;p68">
              <a:extLst>
                <a:ext uri="{FF2B5EF4-FFF2-40B4-BE49-F238E27FC236}">
                  <a16:creationId xmlns:a16="http://schemas.microsoft.com/office/drawing/2014/main" id="{8D3B4402-615A-D8CD-75E7-F9D1394B752B}"/>
                </a:ext>
              </a:extLst>
            </p:cNvPr>
            <p:cNvSpPr/>
            <p:nvPr/>
          </p:nvSpPr>
          <p:spPr>
            <a:xfrm>
              <a:off x="2137104" y="3718937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1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03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720;p68">
              <a:extLst>
                <a:ext uri="{FF2B5EF4-FFF2-40B4-BE49-F238E27FC236}">
                  <a16:creationId xmlns:a16="http://schemas.microsoft.com/office/drawing/2014/main" id="{6EA8B7D6-BB4C-6EAF-3E4B-7E7304039CDE}"/>
                </a:ext>
              </a:extLst>
            </p:cNvPr>
            <p:cNvSpPr/>
            <p:nvPr/>
          </p:nvSpPr>
          <p:spPr>
            <a:xfrm>
              <a:off x="2297480" y="3718406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34" y="7063"/>
                    <a:pt x="7031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721;p68">
              <a:extLst>
                <a:ext uri="{FF2B5EF4-FFF2-40B4-BE49-F238E27FC236}">
                  <a16:creationId xmlns:a16="http://schemas.microsoft.com/office/drawing/2014/main" id="{5689F874-7631-4171-5BB0-8B5F9DDAE630}"/>
                </a:ext>
              </a:extLst>
            </p:cNvPr>
            <p:cNvSpPr/>
            <p:nvPr/>
          </p:nvSpPr>
          <p:spPr>
            <a:xfrm>
              <a:off x="2456811" y="3718406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6999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722;p68">
              <a:extLst>
                <a:ext uri="{FF2B5EF4-FFF2-40B4-BE49-F238E27FC236}">
                  <a16:creationId xmlns:a16="http://schemas.microsoft.com/office/drawing/2014/main" id="{718BB079-AA66-E82D-C976-C3778817D81D}"/>
                </a:ext>
              </a:extLst>
            </p:cNvPr>
            <p:cNvSpPr/>
            <p:nvPr/>
          </p:nvSpPr>
          <p:spPr>
            <a:xfrm>
              <a:off x="2617187" y="3717874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723;p68">
              <a:extLst>
                <a:ext uri="{FF2B5EF4-FFF2-40B4-BE49-F238E27FC236}">
                  <a16:creationId xmlns:a16="http://schemas.microsoft.com/office/drawing/2014/main" id="{6BE96D25-5B23-FA35-394F-012638A0D33B}"/>
                </a:ext>
              </a:extLst>
            </p:cNvPr>
            <p:cNvSpPr/>
            <p:nvPr/>
          </p:nvSpPr>
          <p:spPr>
            <a:xfrm>
              <a:off x="2777564" y="3717360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724;p68">
              <a:extLst>
                <a:ext uri="{FF2B5EF4-FFF2-40B4-BE49-F238E27FC236}">
                  <a16:creationId xmlns:a16="http://schemas.microsoft.com/office/drawing/2014/main" id="{5A4EAC50-A13F-D54B-1F67-8DE57A463641}"/>
                </a:ext>
              </a:extLst>
            </p:cNvPr>
            <p:cNvSpPr/>
            <p:nvPr/>
          </p:nvSpPr>
          <p:spPr>
            <a:xfrm>
              <a:off x="2937409" y="3716297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725;p68">
              <a:extLst>
                <a:ext uri="{FF2B5EF4-FFF2-40B4-BE49-F238E27FC236}">
                  <a16:creationId xmlns:a16="http://schemas.microsoft.com/office/drawing/2014/main" id="{ADB1D01F-D90C-73FA-2000-50CFB50F4F6A}"/>
                </a:ext>
              </a:extLst>
            </p:cNvPr>
            <p:cNvSpPr/>
            <p:nvPr/>
          </p:nvSpPr>
          <p:spPr>
            <a:xfrm>
              <a:off x="3097785" y="3715782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726;p68">
              <a:extLst>
                <a:ext uri="{FF2B5EF4-FFF2-40B4-BE49-F238E27FC236}">
                  <a16:creationId xmlns:a16="http://schemas.microsoft.com/office/drawing/2014/main" id="{B533D120-AE4B-14D0-685C-414D23C739C4}"/>
                </a:ext>
              </a:extLst>
            </p:cNvPr>
            <p:cNvSpPr/>
            <p:nvPr/>
          </p:nvSpPr>
          <p:spPr>
            <a:xfrm>
              <a:off x="3258161" y="3715251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66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727;p68">
              <a:extLst>
                <a:ext uri="{FF2B5EF4-FFF2-40B4-BE49-F238E27FC236}">
                  <a16:creationId xmlns:a16="http://schemas.microsoft.com/office/drawing/2014/main" id="{6F6F51AE-2F18-3E96-EDB2-DB51EA0B2028}"/>
                </a:ext>
              </a:extLst>
            </p:cNvPr>
            <p:cNvSpPr/>
            <p:nvPr/>
          </p:nvSpPr>
          <p:spPr>
            <a:xfrm>
              <a:off x="3418538" y="3715251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6999"/>
                    <a:pt x="7031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728;p68">
              <a:extLst>
                <a:ext uri="{FF2B5EF4-FFF2-40B4-BE49-F238E27FC236}">
                  <a16:creationId xmlns:a16="http://schemas.microsoft.com/office/drawing/2014/main" id="{7C3629EC-0036-FCA9-5F1D-EE00EB90871A}"/>
                </a:ext>
              </a:extLst>
            </p:cNvPr>
            <p:cNvSpPr/>
            <p:nvPr/>
          </p:nvSpPr>
          <p:spPr>
            <a:xfrm>
              <a:off x="3578400" y="3714720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729;p68">
              <a:extLst>
                <a:ext uri="{FF2B5EF4-FFF2-40B4-BE49-F238E27FC236}">
                  <a16:creationId xmlns:a16="http://schemas.microsoft.com/office/drawing/2014/main" id="{F9365D5B-F38E-EEFF-FC58-27A732068F8A}"/>
                </a:ext>
              </a:extLst>
            </p:cNvPr>
            <p:cNvSpPr/>
            <p:nvPr/>
          </p:nvSpPr>
          <p:spPr>
            <a:xfrm>
              <a:off x="3738776" y="3713674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730;p68">
              <a:extLst>
                <a:ext uri="{FF2B5EF4-FFF2-40B4-BE49-F238E27FC236}">
                  <a16:creationId xmlns:a16="http://schemas.microsoft.com/office/drawing/2014/main" id="{FD53E586-695F-D5E5-26F7-740A084C6D45}"/>
                </a:ext>
              </a:extLst>
            </p:cNvPr>
            <p:cNvSpPr/>
            <p:nvPr/>
          </p:nvSpPr>
          <p:spPr>
            <a:xfrm>
              <a:off x="3651490" y="3555923"/>
              <a:ext cx="116750" cy="117298"/>
            </a:xfrm>
            <a:custGeom>
              <a:avLst/>
              <a:gdLst/>
              <a:ahLst/>
              <a:cxnLst/>
              <a:rect l="l" t="t" r="r" b="b"/>
              <a:pathLst>
                <a:path w="7031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731;p68">
              <a:extLst>
                <a:ext uri="{FF2B5EF4-FFF2-40B4-BE49-F238E27FC236}">
                  <a16:creationId xmlns:a16="http://schemas.microsoft.com/office/drawing/2014/main" id="{A15E20A2-01AB-F6A2-2D87-22EA261AA16F}"/>
                </a:ext>
              </a:extLst>
            </p:cNvPr>
            <p:cNvSpPr/>
            <p:nvPr/>
          </p:nvSpPr>
          <p:spPr>
            <a:xfrm>
              <a:off x="2232277" y="3874048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732;p68">
              <a:extLst>
                <a:ext uri="{FF2B5EF4-FFF2-40B4-BE49-F238E27FC236}">
                  <a16:creationId xmlns:a16="http://schemas.microsoft.com/office/drawing/2014/main" id="{37EE1D24-C934-862C-47C0-EC9E259CD1ED}"/>
                </a:ext>
              </a:extLst>
            </p:cNvPr>
            <p:cNvSpPr/>
            <p:nvPr/>
          </p:nvSpPr>
          <p:spPr>
            <a:xfrm>
              <a:off x="2392653" y="3873517"/>
              <a:ext cx="116766" cy="117298"/>
            </a:xfrm>
            <a:custGeom>
              <a:avLst/>
              <a:gdLst/>
              <a:ahLst/>
              <a:cxnLst/>
              <a:rect l="l" t="t" r="r" b="b"/>
              <a:pathLst>
                <a:path w="7032" h="7064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34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733;p68">
              <a:extLst>
                <a:ext uri="{FF2B5EF4-FFF2-40B4-BE49-F238E27FC236}">
                  <a16:creationId xmlns:a16="http://schemas.microsoft.com/office/drawing/2014/main" id="{F5C4F58C-59B5-49D6-08F3-E8AF389F3EF2}"/>
                </a:ext>
              </a:extLst>
            </p:cNvPr>
            <p:cNvSpPr/>
            <p:nvPr/>
          </p:nvSpPr>
          <p:spPr>
            <a:xfrm>
              <a:off x="2552499" y="3873002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21" y="0"/>
                  </a:moveTo>
                  <a:cubicBezTo>
                    <a:pt x="698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480" y="7031"/>
                  </a:lnTo>
                  <a:cubicBezTo>
                    <a:pt x="6366" y="7031"/>
                    <a:pt x="7063" y="6366"/>
                    <a:pt x="7032" y="5447"/>
                  </a:cubicBezTo>
                  <a:lnTo>
                    <a:pt x="7032" y="1552"/>
                  </a:lnTo>
                  <a:cubicBezTo>
                    <a:pt x="7032" y="697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734;p68">
              <a:extLst>
                <a:ext uri="{FF2B5EF4-FFF2-40B4-BE49-F238E27FC236}">
                  <a16:creationId xmlns:a16="http://schemas.microsoft.com/office/drawing/2014/main" id="{2833C2FB-1A87-BD90-43D1-8EE8355DB2A5}"/>
                </a:ext>
              </a:extLst>
            </p:cNvPr>
            <p:cNvSpPr/>
            <p:nvPr/>
          </p:nvSpPr>
          <p:spPr>
            <a:xfrm>
              <a:off x="2712892" y="3873002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735;p68">
              <a:extLst>
                <a:ext uri="{FF2B5EF4-FFF2-40B4-BE49-F238E27FC236}">
                  <a16:creationId xmlns:a16="http://schemas.microsoft.com/office/drawing/2014/main" id="{20271F9D-0F48-EB4D-88DF-46E689D7CDB8}"/>
                </a:ext>
              </a:extLst>
            </p:cNvPr>
            <p:cNvSpPr/>
            <p:nvPr/>
          </p:nvSpPr>
          <p:spPr>
            <a:xfrm>
              <a:off x="2873268" y="3872470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0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34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02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736;p68">
              <a:extLst>
                <a:ext uri="{FF2B5EF4-FFF2-40B4-BE49-F238E27FC236}">
                  <a16:creationId xmlns:a16="http://schemas.microsoft.com/office/drawing/2014/main" id="{B7354B04-9EA4-AF6B-D8CF-F279E6B7C456}"/>
                </a:ext>
              </a:extLst>
            </p:cNvPr>
            <p:cNvSpPr/>
            <p:nvPr/>
          </p:nvSpPr>
          <p:spPr>
            <a:xfrm>
              <a:off x="3032582" y="387142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98" y="7062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737;p68">
              <a:extLst>
                <a:ext uri="{FF2B5EF4-FFF2-40B4-BE49-F238E27FC236}">
                  <a16:creationId xmlns:a16="http://schemas.microsoft.com/office/drawing/2014/main" id="{418885D8-6992-D84F-0ED5-0667BF6B61E5}"/>
                </a:ext>
              </a:extLst>
            </p:cNvPr>
            <p:cNvSpPr/>
            <p:nvPr/>
          </p:nvSpPr>
          <p:spPr>
            <a:xfrm>
              <a:off x="3192958" y="387089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8" y="7063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738;p68">
              <a:extLst>
                <a:ext uri="{FF2B5EF4-FFF2-40B4-BE49-F238E27FC236}">
                  <a16:creationId xmlns:a16="http://schemas.microsoft.com/office/drawing/2014/main" id="{2D067139-B42A-FECC-3921-0588CDCA902A}"/>
                </a:ext>
              </a:extLst>
            </p:cNvPr>
            <p:cNvSpPr/>
            <p:nvPr/>
          </p:nvSpPr>
          <p:spPr>
            <a:xfrm>
              <a:off x="3353335" y="3870362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739;p68">
              <a:extLst>
                <a:ext uri="{FF2B5EF4-FFF2-40B4-BE49-F238E27FC236}">
                  <a16:creationId xmlns:a16="http://schemas.microsoft.com/office/drawing/2014/main" id="{DF1AC1C9-E34E-970B-4B39-8E534B0C68BD}"/>
                </a:ext>
              </a:extLst>
            </p:cNvPr>
            <p:cNvSpPr/>
            <p:nvPr/>
          </p:nvSpPr>
          <p:spPr>
            <a:xfrm>
              <a:off x="3513196" y="3869847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66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740;p68">
              <a:extLst>
                <a:ext uri="{FF2B5EF4-FFF2-40B4-BE49-F238E27FC236}">
                  <a16:creationId xmlns:a16="http://schemas.microsoft.com/office/drawing/2014/main" id="{5F0A6D85-DB17-EC4F-487A-815A6F8CD4B7}"/>
                </a:ext>
              </a:extLst>
            </p:cNvPr>
            <p:cNvSpPr/>
            <p:nvPr/>
          </p:nvSpPr>
          <p:spPr>
            <a:xfrm>
              <a:off x="3673573" y="3869847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741;p68">
              <a:extLst>
                <a:ext uri="{FF2B5EF4-FFF2-40B4-BE49-F238E27FC236}">
                  <a16:creationId xmlns:a16="http://schemas.microsoft.com/office/drawing/2014/main" id="{D5249E26-4A41-AD6E-BC3A-77E3120EA09F}"/>
                </a:ext>
              </a:extLst>
            </p:cNvPr>
            <p:cNvSpPr/>
            <p:nvPr/>
          </p:nvSpPr>
          <p:spPr>
            <a:xfrm>
              <a:off x="1891018" y="4036531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6999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742;p68">
              <a:extLst>
                <a:ext uri="{FF2B5EF4-FFF2-40B4-BE49-F238E27FC236}">
                  <a16:creationId xmlns:a16="http://schemas.microsoft.com/office/drawing/2014/main" id="{0FBC4FE9-EA4E-9553-7BDE-4D55EB513ADE}"/>
                </a:ext>
              </a:extLst>
            </p:cNvPr>
            <p:cNvSpPr/>
            <p:nvPr/>
          </p:nvSpPr>
          <p:spPr>
            <a:xfrm>
              <a:off x="2050864" y="4035999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743;p68">
              <a:extLst>
                <a:ext uri="{FF2B5EF4-FFF2-40B4-BE49-F238E27FC236}">
                  <a16:creationId xmlns:a16="http://schemas.microsoft.com/office/drawing/2014/main" id="{93FE6CC7-6443-09F5-DDB5-B5DBED115629}"/>
                </a:ext>
              </a:extLst>
            </p:cNvPr>
            <p:cNvSpPr/>
            <p:nvPr/>
          </p:nvSpPr>
          <p:spPr>
            <a:xfrm>
              <a:off x="2211240" y="403546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697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744;p68">
              <a:extLst>
                <a:ext uri="{FF2B5EF4-FFF2-40B4-BE49-F238E27FC236}">
                  <a16:creationId xmlns:a16="http://schemas.microsoft.com/office/drawing/2014/main" id="{2B6BDEA6-17AA-64C2-AA5C-FB53B82ED145}"/>
                </a:ext>
              </a:extLst>
            </p:cNvPr>
            <p:cNvSpPr/>
            <p:nvPr/>
          </p:nvSpPr>
          <p:spPr>
            <a:xfrm>
              <a:off x="2371616" y="4034422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745;p68">
              <a:extLst>
                <a:ext uri="{FF2B5EF4-FFF2-40B4-BE49-F238E27FC236}">
                  <a16:creationId xmlns:a16="http://schemas.microsoft.com/office/drawing/2014/main" id="{06F4106F-C2F3-A200-A2F6-4D2942307DC3}"/>
                </a:ext>
              </a:extLst>
            </p:cNvPr>
            <p:cNvSpPr/>
            <p:nvPr/>
          </p:nvSpPr>
          <p:spPr>
            <a:xfrm>
              <a:off x="1891018" y="4186910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746;p68">
              <a:extLst>
                <a:ext uri="{FF2B5EF4-FFF2-40B4-BE49-F238E27FC236}">
                  <a16:creationId xmlns:a16="http://schemas.microsoft.com/office/drawing/2014/main" id="{BE26E608-85EE-55F8-50A2-58F1CFCC4C9A}"/>
                </a:ext>
              </a:extLst>
            </p:cNvPr>
            <p:cNvSpPr/>
            <p:nvPr/>
          </p:nvSpPr>
          <p:spPr>
            <a:xfrm>
              <a:off x="2051395" y="4186378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747;p68">
              <a:extLst>
                <a:ext uri="{FF2B5EF4-FFF2-40B4-BE49-F238E27FC236}">
                  <a16:creationId xmlns:a16="http://schemas.microsoft.com/office/drawing/2014/main" id="{D1208913-BF62-9C80-C711-B4B636F13178}"/>
                </a:ext>
              </a:extLst>
            </p:cNvPr>
            <p:cNvSpPr/>
            <p:nvPr/>
          </p:nvSpPr>
          <p:spPr>
            <a:xfrm>
              <a:off x="2211771" y="4185864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748;p68">
              <a:extLst>
                <a:ext uri="{FF2B5EF4-FFF2-40B4-BE49-F238E27FC236}">
                  <a16:creationId xmlns:a16="http://schemas.microsoft.com/office/drawing/2014/main" id="{ACC5160A-0DED-0A00-CB7B-48F4046C4A53}"/>
                </a:ext>
              </a:extLst>
            </p:cNvPr>
            <p:cNvSpPr/>
            <p:nvPr/>
          </p:nvSpPr>
          <p:spPr>
            <a:xfrm>
              <a:off x="2372148" y="4185332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4" y="7031"/>
                    <a:pt x="7063" y="6366"/>
                    <a:pt x="7063" y="5448"/>
                  </a:cubicBezTo>
                  <a:lnTo>
                    <a:pt x="7063" y="1521"/>
                  </a:lnTo>
                  <a:cubicBezTo>
                    <a:pt x="7063" y="697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749;p68">
              <a:extLst>
                <a:ext uri="{FF2B5EF4-FFF2-40B4-BE49-F238E27FC236}">
                  <a16:creationId xmlns:a16="http://schemas.microsoft.com/office/drawing/2014/main" id="{3AE159DC-EFE3-2B50-2245-F33D7AE9D189}"/>
                </a:ext>
              </a:extLst>
            </p:cNvPr>
            <p:cNvSpPr/>
            <p:nvPr/>
          </p:nvSpPr>
          <p:spPr>
            <a:xfrm>
              <a:off x="3333360" y="4181646"/>
              <a:ext cx="116766" cy="117298"/>
            </a:xfrm>
            <a:custGeom>
              <a:avLst/>
              <a:gdLst/>
              <a:ahLst/>
              <a:cxnLst/>
              <a:rect l="l" t="t" r="r" b="b"/>
              <a:pathLst>
                <a:path w="7032" h="7064" extrusionOk="0">
                  <a:moveTo>
                    <a:pt x="1521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98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750;p68">
              <a:extLst>
                <a:ext uri="{FF2B5EF4-FFF2-40B4-BE49-F238E27FC236}">
                  <a16:creationId xmlns:a16="http://schemas.microsoft.com/office/drawing/2014/main" id="{1FAC7EEE-8A33-31B9-2EE6-B4BF3245BEED}"/>
                </a:ext>
              </a:extLst>
            </p:cNvPr>
            <p:cNvSpPr/>
            <p:nvPr/>
          </p:nvSpPr>
          <p:spPr>
            <a:xfrm>
              <a:off x="3492691" y="4181646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94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751;p68">
              <a:extLst>
                <a:ext uri="{FF2B5EF4-FFF2-40B4-BE49-F238E27FC236}">
                  <a16:creationId xmlns:a16="http://schemas.microsoft.com/office/drawing/2014/main" id="{8EBE4251-3A0B-F24B-FCB9-DCA73850383C}"/>
                </a:ext>
              </a:extLst>
            </p:cNvPr>
            <p:cNvSpPr/>
            <p:nvPr/>
          </p:nvSpPr>
          <p:spPr>
            <a:xfrm>
              <a:off x="2531478" y="4033891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2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02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752;p68">
              <a:extLst>
                <a:ext uri="{FF2B5EF4-FFF2-40B4-BE49-F238E27FC236}">
                  <a16:creationId xmlns:a16="http://schemas.microsoft.com/office/drawing/2014/main" id="{7CCCF007-D997-F8DF-58EB-3E6DF4EBA932}"/>
                </a:ext>
              </a:extLst>
            </p:cNvPr>
            <p:cNvSpPr/>
            <p:nvPr/>
          </p:nvSpPr>
          <p:spPr>
            <a:xfrm>
              <a:off x="2691855" y="4033376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2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753;p68">
              <a:extLst>
                <a:ext uri="{FF2B5EF4-FFF2-40B4-BE49-F238E27FC236}">
                  <a16:creationId xmlns:a16="http://schemas.microsoft.com/office/drawing/2014/main" id="{BC784C48-BB0F-60E9-5A88-4F025F2D2618}"/>
                </a:ext>
              </a:extLst>
            </p:cNvPr>
            <p:cNvSpPr/>
            <p:nvPr/>
          </p:nvSpPr>
          <p:spPr>
            <a:xfrm>
              <a:off x="2852231" y="4033376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6999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03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754;p68">
              <a:extLst>
                <a:ext uri="{FF2B5EF4-FFF2-40B4-BE49-F238E27FC236}">
                  <a16:creationId xmlns:a16="http://schemas.microsoft.com/office/drawing/2014/main" id="{179D1138-5DC5-53B9-C710-341CFCFF4096}"/>
                </a:ext>
              </a:extLst>
            </p:cNvPr>
            <p:cNvSpPr/>
            <p:nvPr/>
          </p:nvSpPr>
          <p:spPr>
            <a:xfrm>
              <a:off x="3012607" y="4032845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1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34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755;p68">
              <a:extLst>
                <a:ext uri="{FF2B5EF4-FFF2-40B4-BE49-F238E27FC236}">
                  <a16:creationId xmlns:a16="http://schemas.microsoft.com/office/drawing/2014/main" id="{55FFB49B-7CD0-4B74-B41C-226C6D18C2E9}"/>
                </a:ext>
              </a:extLst>
            </p:cNvPr>
            <p:cNvSpPr/>
            <p:nvPr/>
          </p:nvSpPr>
          <p:spPr>
            <a:xfrm>
              <a:off x="3171938" y="4031799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97" y="7062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756;p68">
              <a:extLst>
                <a:ext uri="{FF2B5EF4-FFF2-40B4-BE49-F238E27FC236}">
                  <a16:creationId xmlns:a16="http://schemas.microsoft.com/office/drawing/2014/main" id="{40E359AD-825A-2986-2C98-1FA1F7ED2743}"/>
                </a:ext>
              </a:extLst>
            </p:cNvPr>
            <p:cNvSpPr/>
            <p:nvPr/>
          </p:nvSpPr>
          <p:spPr>
            <a:xfrm>
              <a:off x="3332314" y="4031267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62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757;p68">
              <a:extLst>
                <a:ext uri="{FF2B5EF4-FFF2-40B4-BE49-F238E27FC236}">
                  <a16:creationId xmlns:a16="http://schemas.microsoft.com/office/drawing/2014/main" id="{8939F0F2-B150-439B-55C5-891C928E3325}"/>
                </a:ext>
              </a:extLst>
            </p:cNvPr>
            <p:cNvSpPr/>
            <p:nvPr/>
          </p:nvSpPr>
          <p:spPr>
            <a:xfrm>
              <a:off x="3492691" y="4030736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758;p68">
              <a:extLst>
                <a:ext uri="{FF2B5EF4-FFF2-40B4-BE49-F238E27FC236}">
                  <a16:creationId xmlns:a16="http://schemas.microsoft.com/office/drawing/2014/main" id="{9DCFDF53-8C1F-787F-6CCE-7E259DEE2438}"/>
                </a:ext>
              </a:extLst>
            </p:cNvPr>
            <p:cNvSpPr/>
            <p:nvPr/>
          </p:nvSpPr>
          <p:spPr>
            <a:xfrm>
              <a:off x="3833949" y="3868784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52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63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759;p68">
              <a:extLst>
                <a:ext uri="{FF2B5EF4-FFF2-40B4-BE49-F238E27FC236}">
                  <a16:creationId xmlns:a16="http://schemas.microsoft.com/office/drawing/2014/main" id="{A1EC5C72-EA94-9173-7B1F-58048AA15388}"/>
                </a:ext>
              </a:extLst>
            </p:cNvPr>
            <p:cNvSpPr/>
            <p:nvPr/>
          </p:nvSpPr>
          <p:spPr>
            <a:xfrm>
              <a:off x="3805557" y="3554877"/>
              <a:ext cx="283979" cy="118344"/>
            </a:xfrm>
            <a:custGeom>
              <a:avLst/>
              <a:gdLst/>
              <a:ahLst/>
              <a:cxnLst/>
              <a:rect l="l" t="t" r="r" b="b"/>
              <a:pathLst>
                <a:path w="17102" h="7127" extrusionOk="0">
                  <a:moveTo>
                    <a:pt x="15360" y="1"/>
                  </a:moveTo>
                  <a:lnTo>
                    <a:pt x="1742" y="32"/>
                  </a:lnTo>
                  <a:cubicBezTo>
                    <a:pt x="792" y="32"/>
                    <a:pt x="0" y="824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15360" y="7063"/>
                  </a:lnTo>
                  <a:cubicBezTo>
                    <a:pt x="16310" y="7063"/>
                    <a:pt x="17102" y="6271"/>
                    <a:pt x="17102" y="5353"/>
                  </a:cubicBezTo>
                  <a:lnTo>
                    <a:pt x="17102" y="1742"/>
                  </a:lnTo>
                  <a:cubicBezTo>
                    <a:pt x="17070" y="792"/>
                    <a:pt x="16310" y="1"/>
                    <a:pt x="15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760;p68">
              <a:extLst>
                <a:ext uri="{FF2B5EF4-FFF2-40B4-BE49-F238E27FC236}">
                  <a16:creationId xmlns:a16="http://schemas.microsoft.com/office/drawing/2014/main" id="{DE243571-A3D1-4DCF-FD7B-AF528D862D3D}"/>
                </a:ext>
              </a:extLst>
            </p:cNvPr>
            <p:cNvSpPr/>
            <p:nvPr/>
          </p:nvSpPr>
          <p:spPr>
            <a:xfrm>
              <a:off x="1888910" y="3719452"/>
              <a:ext cx="199841" cy="117812"/>
            </a:xfrm>
            <a:custGeom>
              <a:avLst/>
              <a:gdLst/>
              <a:ahLst/>
              <a:cxnLst/>
              <a:rect l="l" t="t" r="r" b="b"/>
              <a:pathLst>
                <a:path w="12035" h="7095" extrusionOk="0">
                  <a:moveTo>
                    <a:pt x="10103" y="1"/>
                  </a:moveTo>
                  <a:lnTo>
                    <a:pt x="1869" y="64"/>
                  </a:lnTo>
                  <a:cubicBezTo>
                    <a:pt x="824" y="64"/>
                    <a:pt x="1" y="919"/>
                    <a:pt x="1" y="1964"/>
                  </a:cubicBezTo>
                  <a:lnTo>
                    <a:pt x="1" y="5258"/>
                  </a:lnTo>
                  <a:cubicBezTo>
                    <a:pt x="1" y="6271"/>
                    <a:pt x="887" y="7095"/>
                    <a:pt x="1901" y="7095"/>
                  </a:cubicBezTo>
                  <a:lnTo>
                    <a:pt x="10135" y="7063"/>
                  </a:lnTo>
                  <a:cubicBezTo>
                    <a:pt x="11211" y="7063"/>
                    <a:pt x="12035" y="6240"/>
                    <a:pt x="12003" y="5163"/>
                  </a:cubicBezTo>
                  <a:lnTo>
                    <a:pt x="12003" y="1869"/>
                  </a:lnTo>
                  <a:cubicBezTo>
                    <a:pt x="12003" y="856"/>
                    <a:pt x="11116" y="1"/>
                    <a:pt x="10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761;p68">
              <a:extLst>
                <a:ext uri="{FF2B5EF4-FFF2-40B4-BE49-F238E27FC236}">
                  <a16:creationId xmlns:a16="http://schemas.microsoft.com/office/drawing/2014/main" id="{3494E47B-FF88-0107-5F8E-36EC3C54B0A7}"/>
                </a:ext>
              </a:extLst>
            </p:cNvPr>
            <p:cNvSpPr/>
            <p:nvPr/>
          </p:nvSpPr>
          <p:spPr>
            <a:xfrm>
              <a:off x="3901261" y="3713142"/>
              <a:ext cx="189330" cy="272953"/>
            </a:xfrm>
            <a:custGeom>
              <a:avLst/>
              <a:gdLst/>
              <a:ahLst/>
              <a:cxnLst/>
              <a:rect l="l" t="t" r="r" b="b"/>
              <a:pathLst>
                <a:path w="11402" h="16438" extrusionOk="0">
                  <a:moveTo>
                    <a:pt x="9216" y="1"/>
                  </a:moveTo>
                  <a:lnTo>
                    <a:pt x="1457" y="33"/>
                  </a:lnTo>
                  <a:cubicBezTo>
                    <a:pt x="1438" y="32"/>
                    <a:pt x="1419" y="31"/>
                    <a:pt x="1400" y="31"/>
                  </a:cubicBezTo>
                  <a:cubicBezTo>
                    <a:pt x="634" y="31"/>
                    <a:pt x="0" y="654"/>
                    <a:pt x="0" y="1458"/>
                  </a:cubicBezTo>
                  <a:lnTo>
                    <a:pt x="0" y="5638"/>
                  </a:lnTo>
                  <a:cubicBezTo>
                    <a:pt x="0" y="6430"/>
                    <a:pt x="665" y="7095"/>
                    <a:pt x="1457" y="7095"/>
                  </a:cubicBezTo>
                  <a:lnTo>
                    <a:pt x="5859" y="7095"/>
                  </a:lnTo>
                  <a:lnTo>
                    <a:pt x="5891" y="15297"/>
                  </a:lnTo>
                  <a:cubicBezTo>
                    <a:pt x="5891" y="15930"/>
                    <a:pt x="6397" y="16437"/>
                    <a:pt x="7031" y="16437"/>
                  </a:cubicBezTo>
                  <a:lnTo>
                    <a:pt x="10229" y="16437"/>
                  </a:lnTo>
                  <a:cubicBezTo>
                    <a:pt x="10863" y="16437"/>
                    <a:pt x="11401" y="15899"/>
                    <a:pt x="11401" y="15297"/>
                  </a:cubicBezTo>
                  <a:lnTo>
                    <a:pt x="11338" y="2154"/>
                  </a:lnTo>
                  <a:cubicBezTo>
                    <a:pt x="11338" y="951"/>
                    <a:pt x="10388" y="1"/>
                    <a:pt x="9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762;p68">
              <a:extLst>
                <a:ext uri="{FF2B5EF4-FFF2-40B4-BE49-F238E27FC236}">
                  <a16:creationId xmlns:a16="http://schemas.microsoft.com/office/drawing/2014/main" id="{59B7CEEB-27FB-C9CA-52F9-C366BB4F72CA}"/>
                </a:ext>
              </a:extLst>
            </p:cNvPr>
            <p:cNvSpPr/>
            <p:nvPr/>
          </p:nvSpPr>
          <p:spPr>
            <a:xfrm>
              <a:off x="1890487" y="3874579"/>
              <a:ext cx="305549" cy="117812"/>
            </a:xfrm>
            <a:custGeom>
              <a:avLst/>
              <a:gdLst/>
              <a:ahLst/>
              <a:cxnLst/>
              <a:rect l="l" t="t" r="r" b="b"/>
              <a:pathLst>
                <a:path w="18401" h="7095" extrusionOk="0">
                  <a:moveTo>
                    <a:pt x="17165" y="0"/>
                  </a:moveTo>
                  <a:lnTo>
                    <a:pt x="1204" y="64"/>
                  </a:lnTo>
                  <a:cubicBezTo>
                    <a:pt x="539" y="64"/>
                    <a:pt x="1" y="602"/>
                    <a:pt x="1" y="1267"/>
                  </a:cubicBezTo>
                  <a:lnTo>
                    <a:pt x="1" y="5891"/>
                  </a:lnTo>
                  <a:cubicBezTo>
                    <a:pt x="1" y="6556"/>
                    <a:pt x="539" y="7094"/>
                    <a:pt x="1204" y="7094"/>
                  </a:cubicBezTo>
                  <a:lnTo>
                    <a:pt x="17165" y="7062"/>
                  </a:lnTo>
                  <a:cubicBezTo>
                    <a:pt x="17862" y="7062"/>
                    <a:pt x="18400" y="6524"/>
                    <a:pt x="18400" y="5827"/>
                  </a:cubicBezTo>
                  <a:lnTo>
                    <a:pt x="18400" y="1235"/>
                  </a:lnTo>
                  <a:cubicBezTo>
                    <a:pt x="18400" y="570"/>
                    <a:pt x="17862" y="0"/>
                    <a:pt x="17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763;p68">
              <a:extLst>
                <a:ext uri="{FF2B5EF4-FFF2-40B4-BE49-F238E27FC236}">
                  <a16:creationId xmlns:a16="http://schemas.microsoft.com/office/drawing/2014/main" id="{15AE4F4F-4D57-0D01-8520-FB1FAF5E6C79}"/>
                </a:ext>
              </a:extLst>
            </p:cNvPr>
            <p:cNvSpPr/>
            <p:nvPr/>
          </p:nvSpPr>
          <p:spPr>
            <a:xfrm>
              <a:off x="3652536" y="4028113"/>
              <a:ext cx="439119" cy="120967"/>
            </a:xfrm>
            <a:custGeom>
              <a:avLst/>
              <a:gdLst/>
              <a:ahLst/>
              <a:cxnLst/>
              <a:rect l="l" t="t" r="r" b="b"/>
              <a:pathLst>
                <a:path w="26445" h="7285" extrusionOk="0">
                  <a:moveTo>
                    <a:pt x="25051" y="1"/>
                  </a:moveTo>
                  <a:lnTo>
                    <a:pt x="1426" y="64"/>
                  </a:lnTo>
                  <a:cubicBezTo>
                    <a:pt x="666" y="64"/>
                    <a:pt x="32" y="697"/>
                    <a:pt x="32" y="1457"/>
                  </a:cubicBezTo>
                  <a:lnTo>
                    <a:pt x="32" y="5891"/>
                  </a:lnTo>
                  <a:cubicBezTo>
                    <a:pt x="1" y="6651"/>
                    <a:pt x="634" y="7284"/>
                    <a:pt x="1426" y="7284"/>
                  </a:cubicBezTo>
                  <a:lnTo>
                    <a:pt x="25051" y="7189"/>
                  </a:lnTo>
                  <a:cubicBezTo>
                    <a:pt x="25811" y="7189"/>
                    <a:pt x="26444" y="6556"/>
                    <a:pt x="26444" y="5828"/>
                  </a:cubicBezTo>
                  <a:lnTo>
                    <a:pt x="26444" y="1394"/>
                  </a:lnTo>
                  <a:cubicBezTo>
                    <a:pt x="26444" y="634"/>
                    <a:pt x="25811" y="1"/>
                    <a:pt x="25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764;p68">
              <a:extLst>
                <a:ext uri="{FF2B5EF4-FFF2-40B4-BE49-F238E27FC236}">
                  <a16:creationId xmlns:a16="http://schemas.microsoft.com/office/drawing/2014/main" id="{DE584E22-9F26-0458-0D47-19EE9A651FEB}"/>
                </a:ext>
              </a:extLst>
            </p:cNvPr>
            <p:cNvSpPr/>
            <p:nvPr/>
          </p:nvSpPr>
          <p:spPr>
            <a:xfrm>
              <a:off x="2553030" y="4182709"/>
              <a:ext cx="736764" cy="119905"/>
            </a:xfrm>
            <a:custGeom>
              <a:avLst/>
              <a:gdLst/>
              <a:ahLst/>
              <a:cxnLst/>
              <a:rect l="l" t="t" r="r" b="b"/>
              <a:pathLst>
                <a:path w="44370" h="7221" extrusionOk="0">
                  <a:moveTo>
                    <a:pt x="43356" y="0"/>
                  </a:moveTo>
                  <a:lnTo>
                    <a:pt x="1014" y="159"/>
                  </a:lnTo>
                  <a:cubicBezTo>
                    <a:pt x="476" y="159"/>
                    <a:pt x="1" y="634"/>
                    <a:pt x="1" y="1172"/>
                  </a:cubicBezTo>
                  <a:lnTo>
                    <a:pt x="1" y="6207"/>
                  </a:lnTo>
                  <a:cubicBezTo>
                    <a:pt x="1" y="6746"/>
                    <a:pt x="476" y="7221"/>
                    <a:pt x="1014" y="7221"/>
                  </a:cubicBezTo>
                  <a:lnTo>
                    <a:pt x="43324" y="7062"/>
                  </a:lnTo>
                  <a:cubicBezTo>
                    <a:pt x="43894" y="7062"/>
                    <a:pt x="44369" y="6587"/>
                    <a:pt x="44369" y="6049"/>
                  </a:cubicBezTo>
                  <a:lnTo>
                    <a:pt x="44369" y="1014"/>
                  </a:lnTo>
                  <a:cubicBezTo>
                    <a:pt x="44369" y="412"/>
                    <a:pt x="43894" y="0"/>
                    <a:pt x="433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765;p68">
              <a:extLst>
                <a:ext uri="{FF2B5EF4-FFF2-40B4-BE49-F238E27FC236}">
                  <a16:creationId xmlns:a16="http://schemas.microsoft.com/office/drawing/2014/main" id="{A019699A-000D-90B2-533A-18DAC72157A8}"/>
                </a:ext>
              </a:extLst>
            </p:cNvPr>
            <p:cNvSpPr/>
            <p:nvPr/>
          </p:nvSpPr>
          <p:spPr>
            <a:xfrm>
              <a:off x="3653598" y="4247380"/>
              <a:ext cx="121482" cy="51559"/>
            </a:xfrm>
            <a:custGeom>
              <a:avLst/>
              <a:gdLst/>
              <a:ahLst/>
              <a:cxnLst/>
              <a:rect l="l" t="t" r="r" b="b"/>
              <a:pathLst>
                <a:path w="7316" h="3105" extrusionOk="0">
                  <a:moveTo>
                    <a:pt x="6746" y="1"/>
                  </a:moveTo>
                  <a:lnTo>
                    <a:pt x="570" y="64"/>
                  </a:lnTo>
                  <a:cubicBezTo>
                    <a:pt x="253" y="64"/>
                    <a:pt x="0" y="286"/>
                    <a:pt x="0" y="602"/>
                  </a:cubicBezTo>
                  <a:lnTo>
                    <a:pt x="0" y="2534"/>
                  </a:lnTo>
                  <a:cubicBezTo>
                    <a:pt x="0" y="2851"/>
                    <a:pt x="253" y="3104"/>
                    <a:pt x="570" y="3104"/>
                  </a:cubicBezTo>
                  <a:lnTo>
                    <a:pt x="6746" y="3072"/>
                  </a:lnTo>
                  <a:cubicBezTo>
                    <a:pt x="7062" y="3072"/>
                    <a:pt x="7316" y="2787"/>
                    <a:pt x="7284" y="2502"/>
                  </a:cubicBezTo>
                  <a:lnTo>
                    <a:pt x="7284" y="571"/>
                  </a:lnTo>
                  <a:cubicBezTo>
                    <a:pt x="7284" y="254"/>
                    <a:pt x="7062" y="1"/>
                    <a:pt x="6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766;p68">
              <a:extLst>
                <a:ext uri="{FF2B5EF4-FFF2-40B4-BE49-F238E27FC236}">
                  <a16:creationId xmlns:a16="http://schemas.microsoft.com/office/drawing/2014/main" id="{91073021-F583-10B2-936C-05FC7A54799A}"/>
                </a:ext>
              </a:extLst>
            </p:cNvPr>
            <p:cNvSpPr/>
            <p:nvPr/>
          </p:nvSpPr>
          <p:spPr>
            <a:xfrm>
              <a:off x="3812397" y="4246849"/>
              <a:ext cx="120951" cy="51559"/>
            </a:xfrm>
            <a:custGeom>
              <a:avLst/>
              <a:gdLst/>
              <a:ahLst/>
              <a:cxnLst/>
              <a:rect l="l" t="t" r="r" b="b"/>
              <a:pathLst>
                <a:path w="7284" h="3105" extrusionOk="0">
                  <a:moveTo>
                    <a:pt x="6714" y="1"/>
                  </a:moveTo>
                  <a:lnTo>
                    <a:pt x="538" y="33"/>
                  </a:lnTo>
                  <a:cubicBezTo>
                    <a:pt x="222" y="33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22" y="3104"/>
                    <a:pt x="538" y="3104"/>
                  </a:cubicBezTo>
                  <a:lnTo>
                    <a:pt x="6714" y="3041"/>
                  </a:lnTo>
                  <a:cubicBezTo>
                    <a:pt x="7031" y="3041"/>
                    <a:pt x="7284" y="2788"/>
                    <a:pt x="7284" y="2503"/>
                  </a:cubicBezTo>
                  <a:lnTo>
                    <a:pt x="7284" y="571"/>
                  </a:lnTo>
                  <a:cubicBezTo>
                    <a:pt x="7284" y="254"/>
                    <a:pt x="7031" y="1"/>
                    <a:pt x="67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767;p68">
              <a:extLst>
                <a:ext uri="{FF2B5EF4-FFF2-40B4-BE49-F238E27FC236}">
                  <a16:creationId xmlns:a16="http://schemas.microsoft.com/office/drawing/2014/main" id="{EACA81E7-60C1-C3CE-D1A1-D57BA6DD9E04}"/>
                </a:ext>
              </a:extLst>
            </p:cNvPr>
            <p:cNvSpPr/>
            <p:nvPr/>
          </p:nvSpPr>
          <p:spPr>
            <a:xfrm>
              <a:off x="3811335" y="4170090"/>
              <a:ext cx="122014" cy="51027"/>
            </a:xfrm>
            <a:custGeom>
              <a:avLst/>
              <a:gdLst/>
              <a:ahLst/>
              <a:cxnLst/>
              <a:rect l="l" t="t" r="r" b="b"/>
              <a:pathLst>
                <a:path w="7348" h="3073" extrusionOk="0">
                  <a:moveTo>
                    <a:pt x="6746" y="0"/>
                  </a:moveTo>
                  <a:lnTo>
                    <a:pt x="571" y="32"/>
                  </a:lnTo>
                  <a:cubicBezTo>
                    <a:pt x="254" y="32"/>
                    <a:pt x="1" y="285"/>
                    <a:pt x="1" y="602"/>
                  </a:cubicBezTo>
                  <a:lnTo>
                    <a:pt x="1" y="2534"/>
                  </a:lnTo>
                  <a:cubicBezTo>
                    <a:pt x="1" y="2850"/>
                    <a:pt x="254" y="3072"/>
                    <a:pt x="571" y="3072"/>
                  </a:cubicBezTo>
                  <a:lnTo>
                    <a:pt x="6746" y="3040"/>
                  </a:lnTo>
                  <a:cubicBezTo>
                    <a:pt x="7063" y="3040"/>
                    <a:pt x="7348" y="2819"/>
                    <a:pt x="7285" y="2502"/>
                  </a:cubicBezTo>
                  <a:lnTo>
                    <a:pt x="7285" y="539"/>
                  </a:lnTo>
                  <a:cubicBezTo>
                    <a:pt x="7285" y="222"/>
                    <a:pt x="7063" y="0"/>
                    <a:pt x="6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768;p68">
              <a:extLst>
                <a:ext uri="{FF2B5EF4-FFF2-40B4-BE49-F238E27FC236}">
                  <a16:creationId xmlns:a16="http://schemas.microsoft.com/office/drawing/2014/main" id="{61493F17-1B16-D66A-C769-BD251B5DDE32}"/>
                </a:ext>
              </a:extLst>
            </p:cNvPr>
            <p:cNvSpPr/>
            <p:nvPr/>
          </p:nvSpPr>
          <p:spPr>
            <a:xfrm>
              <a:off x="3970665" y="4246334"/>
              <a:ext cx="120967" cy="51027"/>
            </a:xfrm>
            <a:custGeom>
              <a:avLst/>
              <a:gdLst/>
              <a:ahLst/>
              <a:cxnLst/>
              <a:rect l="l" t="t" r="r" b="b"/>
              <a:pathLst>
                <a:path w="7285" h="3073" extrusionOk="0">
                  <a:moveTo>
                    <a:pt x="6746" y="0"/>
                  </a:moveTo>
                  <a:lnTo>
                    <a:pt x="571" y="32"/>
                  </a:lnTo>
                  <a:cubicBezTo>
                    <a:pt x="254" y="32"/>
                    <a:pt x="0" y="285"/>
                    <a:pt x="0" y="602"/>
                  </a:cubicBezTo>
                  <a:lnTo>
                    <a:pt x="0" y="2534"/>
                  </a:lnTo>
                  <a:cubicBezTo>
                    <a:pt x="0" y="2850"/>
                    <a:pt x="254" y="3072"/>
                    <a:pt x="571" y="3072"/>
                  </a:cubicBezTo>
                  <a:lnTo>
                    <a:pt x="6746" y="3040"/>
                  </a:lnTo>
                  <a:cubicBezTo>
                    <a:pt x="7031" y="3040"/>
                    <a:pt x="7284" y="2819"/>
                    <a:pt x="7284" y="2502"/>
                  </a:cubicBezTo>
                  <a:lnTo>
                    <a:pt x="7284" y="539"/>
                  </a:lnTo>
                  <a:cubicBezTo>
                    <a:pt x="7284" y="222"/>
                    <a:pt x="7031" y="0"/>
                    <a:pt x="6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769;p68">
              <a:extLst>
                <a:ext uri="{FF2B5EF4-FFF2-40B4-BE49-F238E27FC236}">
                  <a16:creationId xmlns:a16="http://schemas.microsoft.com/office/drawing/2014/main" id="{84E9FCF0-BE14-8ADC-668F-2766DDB4F242}"/>
                </a:ext>
              </a:extLst>
            </p:cNvPr>
            <p:cNvSpPr/>
            <p:nvPr/>
          </p:nvSpPr>
          <p:spPr>
            <a:xfrm>
              <a:off x="1898374" y="3558031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770;p68">
              <a:extLst>
                <a:ext uri="{FF2B5EF4-FFF2-40B4-BE49-F238E27FC236}">
                  <a16:creationId xmlns:a16="http://schemas.microsoft.com/office/drawing/2014/main" id="{AE0D0514-D681-F3BC-6C59-C92E97F726C8}"/>
                </a:ext>
              </a:extLst>
            </p:cNvPr>
            <p:cNvSpPr/>
            <p:nvPr/>
          </p:nvSpPr>
          <p:spPr>
            <a:xfrm>
              <a:off x="2058750" y="3558031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6999"/>
                    <a:pt x="7095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771;p68">
              <a:extLst>
                <a:ext uri="{FF2B5EF4-FFF2-40B4-BE49-F238E27FC236}">
                  <a16:creationId xmlns:a16="http://schemas.microsoft.com/office/drawing/2014/main" id="{ED28D64D-C166-6055-57A7-5CEE1727C3C3}"/>
                </a:ext>
              </a:extLst>
            </p:cNvPr>
            <p:cNvSpPr/>
            <p:nvPr/>
          </p:nvSpPr>
          <p:spPr>
            <a:xfrm>
              <a:off x="2219127" y="3557500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772;p68">
              <a:extLst>
                <a:ext uri="{FF2B5EF4-FFF2-40B4-BE49-F238E27FC236}">
                  <a16:creationId xmlns:a16="http://schemas.microsoft.com/office/drawing/2014/main" id="{7F4A002F-74D3-8D0D-A863-976987E0A328}"/>
                </a:ext>
              </a:extLst>
            </p:cNvPr>
            <p:cNvSpPr/>
            <p:nvPr/>
          </p:nvSpPr>
          <p:spPr>
            <a:xfrm>
              <a:off x="2379503" y="3556985"/>
              <a:ext cx="116766" cy="116750"/>
            </a:xfrm>
            <a:custGeom>
              <a:avLst/>
              <a:gdLst/>
              <a:ahLst/>
              <a:cxnLst/>
              <a:rect l="l" t="t" r="r" b="b"/>
              <a:pathLst>
                <a:path w="7032" h="7031" extrusionOk="0">
                  <a:moveTo>
                    <a:pt x="1553" y="0"/>
                  </a:moveTo>
                  <a:cubicBezTo>
                    <a:pt x="698" y="0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31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773;p68">
              <a:extLst>
                <a:ext uri="{FF2B5EF4-FFF2-40B4-BE49-F238E27FC236}">
                  <a16:creationId xmlns:a16="http://schemas.microsoft.com/office/drawing/2014/main" id="{5BC21460-466A-A51D-D7DC-7E9777598C2D}"/>
                </a:ext>
              </a:extLst>
            </p:cNvPr>
            <p:cNvSpPr/>
            <p:nvPr/>
          </p:nvSpPr>
          <p:spPr>
            <a:xfrm>
              <a:off x="2539365" y="3555923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2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774;p68">
              <a:extLst>
                <a:ext uri="{FF2B5EF4-FFF2-40B4-BE49-F238E27FC236}">
                  <a16:creationId xmlns:a16="http://schemas.microsoft.com/office/drawing/2014/main" id="{FD1ABFFE-26A0-0F04-CBFC-DA9592FBB7D0}"/>
                </a:ext>
              </a:extLst>
            </p:cNvPr>
            <p:cNvSpPr/>
            <p:nvPr/>
          </p:nvSpPr>
          <p:spPr>
            <a:xfrm>
              <a:off x="2699741" y="355540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775;p68">
              <a:extLst>
                <a:ext uri="{FF2B5EF4-FFF2-40B4-BE49-F238E27FC236}">
                  <a16:creationId xmlns:a16="http://schemas.microsoft.com/office/drawing/2014/main" id="{CD2908AB-FB92-EABE-64AB-05D2B9142087}"/>
                </a:ext>
              </a:extLst>
            </p:cNvPr>
            <p:cNvSpPr/>
            <p:nvPr/>
          </p:nvSpPr>
          <p:spPr>
            <a:xfrm>
              <a:off x="2699741" y="355540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776;p68">
              <a:extLst>
                <a:ext uri="{FF2B5EF4-FFF2-40B4-BE49-F238E27FC236}">
                  <a16:creationId xmlns:a16="http://schemas.microsoft.com/office/drawing/2014/main" id="{9B8B0FC2-E2AD-C72F-667F-0A9F20E46764}"/>
                </a:ext>
              </a:extLst>
            </p:cNvPr>
            <p:cNvSpPr/>
            <p:nvPr/>
          </p:nvSpPr>
          <p:spPr>
            <a:xfrm>
              <a:off x="2860118" y="3554877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1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66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03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777;p68">
              <a:extLst>
                <a:ext uri="{FF2B5EF4-FFF2-40B4-BE49-F238E27FC236}">
                  <a16:creationId xmlns:a16="http://schemas.microsoft.com/office/drawing/2014/main" id="{D1670B55-6215-3EEE-4357-BAB56C5C5158}"/>
                </a:ext>
              </a:extLst>
            </p:cNvPr>
            <p:cNvSpPr/>
            <p:nvPr/>
          </p:nvSpPr>
          <p:spPr>
            <a:xfrm>
              <a:off x="3019448" y="3554877"/>
              <a:ext cx="117796" cy="116766"/>
            </a:xfrm>
            <a:custGeom>
              <a:avLst/>
              <a:gdLst/>
              <a:ahLst/>
              <a:cxnLst/>
              <a:rect l="l" t="t" r="r" b="b"/>
              <a:pathLst>
                <a:path w="7094" h="7032" extrusionOk="0">
                  <a:moveTo>
                    <a:pt x="1552" y="1"/>
                  </a:moveTo>
                  <a:cubicBezTo>
                    <a:pt x="729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6999"/>
                    <a:pt x="7094" y="6334"/>
                    <a:pt x="7062" y="5448"/>
                  </a:cubicBezTo>
                  <a:lnTo>
                    <a:pt x="7062" y="1552"/>
                  </a:lnTo>
                  <a:cubicBezTo>
                    <a:pt x="7062" y="697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778;p68">
              <a:extLst>
                <a:ext uri="{FF2B5EF4-FFF2-40B4-BE49-F238E27FC236}">
                  <a16:creationId xmlns:a16="http://schemas.microsoft.com/office/drawing/2014/main" id="{3B7A46D7-84C3-6AC3-FD53-56FD068293F3}"/>
                </a:ext>
              </a:extLst>
            </p:cNvPr>
            <p:cNvSpPr/>
            <p:nvPr/>
          </p:nvSpPr>
          <p:spPr>
            <a:xfrm>
              <a:off x="3179825" y="3554345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94" y="6303"/>
                    <a:pt x="7062" y="5448"/>
                  </a:cubicBezTo>
                  <a:lnTo>
                    <a:pt x="7062" y="1521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779;p68">
              <a:extLst>
                <a:ext uri="{FF2B5EF4-FFF2-40B4-BE49-F238E27FC236}">
                  <a16:creationId xmlns:a16="http://schemas.microsoft.com/office/drawing/2014/main" id="{FA3CD861-89D9-7364-29FD-9841326EF578}"/>
                </a:ext>
              </a:extLst>
            </p:cNvPr>
            <p:cNvSpPr/>
            <p:nvPr/>
          </p:nvSpPr>
          <p:spPr>
            <a:xfrm>
              <a:off x="3340201" y="3553299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62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780;p68">
              <a:extLst>
                <a:ext uri="{FF2B5EF4-FFF2-40B4-BE49-F238E27FC236}">
                  <a16:creationId xmlns:a16="http://schemas.microsoft.com/office/drawing/2014/main" id="{D25CB7F4-7C8D-E88D-14F8-E567A0C9A35A}"/>
                </a:ext>
              </a:extLst>
            </p:cNvPr>
            <p:cNvSpPr/>
            <p:nvPr/>
          </p:nvSpPr>
          <p:spPr>
            <a:xfrm>
              <a:off x="3500046" y="3552768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781;p68">
              <a:extLst>
                <a:ext uri="{FF2B5EF4-FFF2-40B4-BE49-F238E27FC236}">
                  <a16:creationId xmlns:a16="http://schemas.microsoft.com/office/drawing/2014/main" id="{20B8F14B-1F68-90B0-7965-47A7C4B18861}"/>
                </a:ext>
              </a:extLst>
            </p:cNvPr>
            <p:cNvSpPr/>
            <p:nvPr/>
          </p:nvSpPr>
          <p:spPr>
            <a:xfrm>
              <a:off x="2146037" y="3715251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782;p68">
              <a:extLst>
                <a:ext uri="{FF2B5EF4-FFF2-40B4-BE49-F238E27FC236}">
                  <a16:creationId xmlns:a16="http://schemas.microsoft.com/office/drawing/2014/main" id="{F096C263-7DE6-92E8-D3B9-69927F488662}"/>
                </a:ext>
              </a:extLst>
            </p:cNvPr>
            <p:cNvSpPr/>
            <p:nvPr/>
          </p:nvSpPr>
          <p:spPr>
            <a:xfrm>
              <a:off x="2306413" y="3714720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35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783;p68">
              <a:extLst>
                <a:ext uri="{FF2B5EF4-FFF2-40B4-BE49-F238E27FC236}">
                  <a16:creationId xmlns:a16="http://schemas.microsoft.com/office/drawing/2014/main" id="{EC714FA4-EDBA-A857-634E-B04BE9A09114}"/>
                </a:ext>
              </a:extLst>
            </p:cNvPr>
            <p:cNvSpPr/>
            <p:nvPr/>
          </p:nvSpPr>
          <p:spPr>
            <a:xfrm>
              <a:off x="2466790" y="3713674"/>
              <a:ext cx="117298" cy="117281"/>
            </a:xfrm>
            <a:custGeom>
              <a:avLst/>
              <a:gdLst/>
              <a:ahLst/>
              <a:cxnLst/>
              <a:rect l="l" t="t" r="r" b="b"/>
              <a:pathLst>
                <a:path w="7064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35" y="7063"/>
                    <a:pt x="7063" y="6398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784;p68">
              <a:extLst>
                <a:ext uri="{FF2B5EF4-FFF2-40B4-BE49-F238E27FC236}">
                  <a16:creationId xmlns:a16="http://schemas.microsoft.com/office/drawing/2014/main" id="{FE975328-B408-7F31-0E48-8CC5BC3A72CF}"/>
                </a:ext>
              </a:extLst>
            </p:cNvPr>
            <p:cNvSpPr/>
            <p:nvPr/>
          </p:nvSpPr>
          <p:spPr>
            <a:xfrm>
              <a:off x="2626651" y="371367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785;p68">
              <a:extLst>
                <a:ext uri="{FF2B5EF4-FFF2-40B4-BE49-F238E27FC236}">
                  <a16:creationId xmlns:a16="http://schemas.microsoft.com/office/drawing/2014/main" id="{DB8718CF-234C-DC9F-EC8A-0908E91D2BBE}"/>
                </a:ext>
              </a:extLst>
            </p:cNvPr>
            <p:cNvSpPr/>
            <p:nvPr/>
          </p:nvSpPr>
          <p:spPr>
            <a:xfrm>
              <a:off x="2787028" y="3713142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786;p68">
              <a:extLst>
                <a:ext uri="{FF2B5EF4-FFF2-40B4-BE49-F238E27FC236}">
                  <a16:creationId xmlns:a16="http://schemas.microsoft.com/office/drawing/2014/main" id="{962D98DF-6993-BB35-5365-84F855C8206A}"/>
                </a:ext>
              </a:extLst>
            </p:cNvPr>
            <p:cNvSpPr/>
            <p:nvPr/>
          </p:nvSpPr>
          <p:spPr>
            <a:xfrm>
              <a:off x="2947404" y="371262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787;p68">
              <a:extLst>
                <a:ext uri="{FF2B5EF4-FFF2-40B4-BE49-F238E27FC236}">
                  <a16:creationId xmlns:a16="http://schemas.microsoft.com/office/drawing/2014/main" id="{A54159E2-1BE4-8C3A-43A4-486DB8819BAE}"/>
                </a:ext>
              </a:extLst>
            </p:cNvPr>
            <p:cNvSpPr/>
            <p:nvPr/>
          </p:nvSpPr>
          <p:spPr>
            <a:xfrm>
              <a:off x="3107249" y="3712096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21" y="1"/>
                  </a:moveTo>
                  <a:cubicBezTo>
                    <a:pt x="698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03"/>
                    <a:pt x="698" y="7031"/>
                    <a:pt x="1584" y="7031"/>
                  </a:cubicBezTo>
                  <a:lnTo>
                    <a:pt x="5480" y="7031"/>
                  </a:lnTo>
                  <a:cubicBezTo>
                    <a:pt x="6366" y="7031"/>
                    <a:pt x="7063" y="6303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788;p68">
              <a:extLst>
                <a:ext uri="{FF2B5EF4-FFF2-40B4-BE49-F238E27FC236}">
                  <a16:creationId xmlns:a16="http://schemas.microsoft.com/office/drawing/2014/main" id="{FA4BD4DA-D33E-6861-6009-E6F19A29BDAB}"/>
                </a:ext>
              </a:extLst>
            </p:cNvPr>
            <p:cNvSpPr/>
            <p:nvPr/>
          </p:nvSpPr>
          <p:spPr>
            <a:xfrm>
              <a:off x="3267626" y="3711050"/>
              <a:ext cx="117298" cy="117281"/>
            </a:xfrm>
            <a:custGeom>
              <a:avLst/>
              <a:gdLst/>
              <a:ahLst/>
              <a:cxnLst/>
              <a:rect l="l" t="t" r="r" b="b"/>
              <a:pathLst>
                <a:path w="7064" h="7063" extrusionOk="0">
                  <a:moveTo>
                    <a:pt x="1521" y="0"/>
                  </a:moveTo>
                  <a:cubicBezTo>
                    <a:pt x="698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2"/>
                    <a:pt x="1584" y="7062"/>
                  </a:cubicBezTo>
                  <a:lnTo>
                    <a:pt x="5480" y="7062"/>
                  </a:lnTo>
                  <a:cubicBezTo>
                    <a:pt x="6366" y="7062"/>
                    <a:pt x="7063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789;p68">
              <a:extLst>
                <a:ext uri="{FF2B5EF4-FFF2-40B4-BE49-F238E27FC236}">
                  <a16:creationId xmlns:a16="http://schemas.microsoft.com/office/drawing/2014/main" id="{1AB2D33D-9FD1-60BD-A262-F5783D1E756A}"/>
                </a:ext>
              </a:extLst>
            </p:cNvPr>
            <p:cNvSpPr/>
            <p:nvPr/>
          </p:nvSpPr>
          <p:spPr>
            <a:xfrm>
              <a:off x="3428002" y="3710519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480" y="7063"/>
                  </a:lnTo>
                  <a:cubicBezTo>
                    <a:pt x="6366" y="7063"/>
                    <a:pt x="7032" y="6366"/>
                    <a:pt x="7032" y="5479"/>
                  </a:cubicBezTo>
                  <a:lnTo>
                    <a:pt x="7032" y="1552"/>
                  </a:lnTo>
                  <a:cubicBezTo>
                    <a:pt x="7032" y="729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790;p68">
              <a:extLst>
                <a:ext uri="{FF2B5EF4-FFF2-40B4-BE49-F238E27FC236}">
                  <a16:creationId xmlns:a16="http://schemas.microsoft.com/office/drawing/2014/main" id="{2D71D217-1BE1-7BE4-3276-C1AA77D1ACE3}"/>
                </a:ext>
              </a:extLst>
            </p:cNvPr>
            <p:cNvSpPr/>
            <p:nvPr/>
          </p:nvSpPr>
          <p:spPr>
            <a:xfrm>
              <a:off x="3587332" y="3710519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791;p68">
              <a:extLst>
                <a:ext uri="{FF2B5EF4-FFF2-40B4-BE49-F238E27FC236}">
                  <a16:creationId xmlns:a16="http://schemas.microsoft.com/office/drawing/2014/main" id="{8B9F0499-4D10-AD7C-6A8B-F9F8F6678022}"/>
                </a:ext>
              </a:extLst>
            </p:cNvPr>
            <p:cNvSpPr/>
            <p:nvPr/>
          </p:nvSpPr>
          <p:spPr>
            <a:xfrm>
              <a:off x="3747709" y="370998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792;p68">
              <a:extLst>
                <a:ext uri="{FF2B5EF4-FFF2-40B4-BE49-F238E27FC236}">
                  <a16:creationId xmlns:a16="http://schemas.microsoft.com/office/drawing/2014/main" id="{28AF848B-8E15-3EF8-F19C-C03FE40BD314}"/>
                </a:ext>
              </a:extLst>
            </p:cNvPr>
            <p:cNvSpPr/>
            <p:nvPr/>
          </p:nvSpPr>
          <p:spPr>
            <a:xfrm>
              <a:off x="3747709" y="370998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793;p68">
              <a:extLst>
                <a:ext uri="{FF2B5EF4-FFF2-40B4-BE49-F238E27FC236}">
                  <a16:creationId xmlns:a16="http://schemas.microsoft.com/office/drawing/2014/main" id="{90C53F00-766B-A66C-1524-3F86E2056EAE}"/>
                </a:ext>
              </a:extLst>
            </p:cNvPr>
            <p:cNvSpPr/>
            <p:nvPr/>
          </p:nvSpPr>
          <p:spPr>
            <a:xfrm>
              <a:off x="3660423" y="3552253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5" y="0"/>
                    <a:pt x="5479" y="0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794;p68">
              <a:extLst>
                <a:ext uri="{FF2B5EF4-FFF2-40B4-BE49-F238E27FC236}">
                  <a16:creationId xmlns:a16="http://schemas.microsoft.com/office/drawing/2014/main" id="{A8020BB4-FCF9-BDFE-C1B9-8450C3799639}"/>
                </a:ext>
              </a:extLst>
            </p:cNvPr>
            <p:cNvSpPr/>
            <p:nvPr/>
          </p:nvSpPr>
          <p:spPr>
            <a:xfrm>
              <a:off x="3660423" y="3552253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5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795;p68">
              <a:extLst>
                <a:ext uri="{FF2B5EF4-FFF2-40B4-BE49-F238E27FC236}">
                  <a16:creationId xmlns:a16="http://schemas.microsoft.com/office/drawing/2014/main" id="{16703CF0-B5F1-37F8-D77A-2358116572A9}"/>
                </a:ext>
              </a:extLst>
            </p:cNvPr>
            <p:cNvSpPr/>
            <p:nvPr/>
          </p:nvSpPr>
          <p:spPr>
            <a:xfrm>
              <a:off x="2241210" y="3870362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796;p68">
              <a:extLst>
                <a:ext uri="{FF2B5EF4-FFF2-40B4-BE49-F238E27FC236}">
                  <a16:creationId xmlns:a16="http://schemas.microsoft.com/office/drawing/2014/main" id="{2C3332AC-A84F-107F-3967-554C7249CE83}"/>
                </a:ext>
              </a:extLst>
            </p:cNvPr>
            <p:cNvSpPr/>
            <p:nvPr/>
          </p:nvSpPr>
          <p:spPr>
            <a:xfrm>
              <a:off x="2401586" y="3869847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5" y="0"/>
                    <a:pt x="54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797;p68">
              <a:extLst>
                <a:ext uri="{FF2B5EF4-FFF2-40B4-BE49-F238E27FC236}">
                  <a16:creationId xmlns:a16="http://schemas.microsoft.com/office/drawing/2014/main" id="{5166985E-6C40-1955-337E-00871BF542FA}"/>
                </a:ext>
              </a:extLst>
            </p:cNvPr>
            <p:cNvSpPr/>
            <p:nvPr/>
          </p:nvSpPr>
          <p:spPr>
            <a:xfrm>
              <a:off x="2561979" y="3868784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52" y="1"/>
                  </a:moveTo>
                  <a:cubicBezTo>
                    <a:pt x="728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8" y="7063"/>
                    <a:pt x="1583" y="7063"/>
                  </a:cubicBezTo>
                  <a:lnTo>
                    <a:pt x="5510" y="7063"/>
                  </a:lnTo>
                  <a:cubicBezTo>
                    <a:pt x="6334" y="7063"/>
                    <a:pt x="7062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798;p68">
              <a:extLst>
                <a:ext uri="{FF2B5EF4-FFF2-40B4-BE49-F238E27FC236}">
                  <a16:creationId xmlns:a16="http://schemas.microsoft.com/office/drawing/2014/main" id="{5C4150EF-0574-6F55-6B0D-C5E21D4E4AB5}"/>
                </a:ext>
              </a:extLst>
            </p:cNvPr>
            <p:cNvSpPr/>
            <p:nvPr/>
          </p:nvSpPr>
          <p:spPr>
            <a:xfrm>
              <a:off x="2721824" y="3868270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4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799;p68">
              <a:extLst>
                <a:ext uri="{FF2B5EF4-FFF2-40B4-BE49-F238E27FC236}">
                  <a16:creationId xmlns:a16="http://schemas.microsoft.com/office/drawing/2014/main" id="{3ECD2734-6355-467E-4946-FAB05BC3E874}"/>
                </a:ext>
              </a:extLst>
            </p:cNvPr>
            <p:cNvSpPr/>
            <p:nvPr/>
          </p:nvSpPr>
          <p:spPr>
            <a:xfrm>
              <a:off x="2882201" y="3868270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800;p68">
              <a:extLst>
                <a:ext uri="{FF2B5EF4-FFF2-40B4-BE49-F238E27FC236}">
                  <a16:creationId xmlns:a16="http://schemas.microsoft.com/office/drawing/2014/main" id="{815A401A-11FB-86DB-F61D-6B1D330DCA03}"/>
                </a:ext>
              </a:extLst>
            </p:cNvPr>
            <p:cNvSpPr/>
            <p:nvPr/>
          </p:nvSpPr>
          <p:spPr>
            <a:xfrm>
              <a:off x="3042577" y="3867738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4" y="7031"/>
                    <a:pt x="7063" y="6334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801;p68">
              <a:extLst>
                <a:ext uri="{FF2B5EF4-FFF2-40B4-BE49-F238E27FC236}">
                  <a16:creationId xmlns:a16="http://schemas.microsoft.com/office/drawing/2014/main" id="{B5F9E7B8-D622-00A8-497F-C0BD101CABFD}"/>
                </a:ext>
              </a:extLst>
            </p:cNvPr>
            <p:cNvSpPr/>
            <p:nvPr/>
          </p:nvSpPr>
          <p:spPr>
            <a:xfrm>
              <a:off x="3202422" y="3867207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802;p68">
              <a:extLst>
                <a:ext uri="{FF2B5EF4-FFF2-40B4-BE49-F238E27FC236}">
                  <a16:creationId xmlns:a16="http://schemas.microsoft.com/office/drawing/2014/main" id="{6FA3FB69-E0A1-7709-1F7E-4047D81E9675}"/>
                </a:ext>
              </a:extLst>
            </p:cNvPr>
            <p:cNvSpPr/>
            <p:nvPr/>
          </p:nvSpPr>
          <p:spPr>
            <a:xfrm>
              <a:off x="3362815" y="3866161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3" y="7063"/>
                  </a:cubicBezTo>
                  <a:lnTo>
                    <a:pt x="5510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803;p68">
              <a:extLst>
                <a:ext uri="{FF2B5EF4-FFF2-40B4-BE49-F238E27FC236}">
                  <a16:creationId xmlns:a16="http://schemas.microsoft.com/office/drawing/2014/main" id="{CAF4D8D4-7EFF-7F71-A8C8-020E2DDF5DAA}"/>
                </a:ext>
              </a:extLst>
            </p:cNvPr>
            <p:cNvSpPr/>
            <p:nvPr/>
          </p:nvSpPr>
          <p:spPr>
            <a:xfrm>
              <a:off x="3523192" y="3865630"/>
              <a:ext cx="116750" cy="117298"/>
            </a:xfrm>
            <a:custGeom>
              <a:avLst/>
              <a:gdLst/>
              <a:ahLst/>
              <a:cxnLst/>
              <a:rect l="l" t="t" r="r" b="b"/>
              <a:pathLst>
                <a:path w="7031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804;p68">
              <a:extLst>
                <a:ext uri="{FF2B5EF4-FFF2-40B4-BE49-F238E27FC236}">
                  <a16:creationId xmlns:a16="http://schemas.microsoft.com/office/drawing/2014/main" id="{C912B80F-14BD-912A-43E4-D6FE22DEC978}"/>
                </a:ext>
              </a:extLst>
            </p:cNvPr>
            <p:cNvSpPr/>
            <p:nvPr/>
          </p:nvSpPr>
          <p:spPr>
            <a:xfrm>
              <a:off x="3683037" y="386511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805;p68">
              <a:extLst>
                <a:ext uri="{FF2B5EF4-FFF2-40B4-BE49-F238E27FC236}">
                  <a16:creationId xmlns:a16="http://schemas.microsoft.com/office/drawing/2014/main" id="{7CFA41C8-7C5C-C152-F90A-7674A81B86DC}"/>
                </a:ext>
              </a:extLst>
            </p:cNvPr>
            <p:cNvSpPr/>
            <p:nvPr/>
          </p:nvSpPr>
          <p:spPr>
            <a:xfrm>
              <a:off x="1900483" y="4031799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97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02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806;p68">
              <a:extLst>
                <a:ext uri="{FF2B5EF4-FFF2-40B4-BE49-F238E27FC236}">
                  <a16:creationId xmlns:a16="http://schemas.microsoft.com/office/drawing/2014/main" id="{6E1038BC-4BDE-ABFB-12A2-C485F0D43C32}"/>
                </a:ext>
              </a:extLst>
            </p:cNvPr>
            <p:cNvSpPr/>
            <p:nvPr/>
          </p:nvSpPr>
          <p:spPr>
            <a:xfrm>
              <a:off x="2060859" y="4031799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1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34" y="7062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807;p68">
              <a:extLst>
                <a:ext uri="{FF2B5EF4-FFF2-40B4-BE49-F238E27FC236}">
                  <a16:creationId xmlns:a16="http://schemas.microsoft.com/office/drawing/2014/main" id="{3D897C47-73BA-AD47-FD7C-871F3EB9F18B}"/>
                </a:ext>
              </a:extLst>
            </p:cNvPr>
            <p:cNvSpPr/>
            <p:nvPr/>
          </p:nvSpPr>
          <p:spPr>
            <a:xfrm>
              <a:off x="2220189" y="4031267"/>
              <a:ext cx="117796" cy="117281"/>
            </a:xfrm>
            <a:custGeom>
              <a:avLst/>
              <a:gdLst/>
              <a:ahLst/>
              <a:cxnLst/>
              <a:rect l="l" t="t" r="r" b="b"/>
              <a:pathLst>
                <a:path w="7094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808;p68">
              <a:extLst>
                <a:ext uri="{FF2B5EF4-FFF2-40B4-BE49-F238E27FC236}">
                  <a16:creationId xmlns:a16="http://schemas.microsoft.com/office/drawing/2014/main" id="{91761541-EE76-FD7A-521B-F327C77A91FB}"/>
                </a:ext>
              </a:extLst>
            </p:cNvPr>
            <p:cNvSpPr/>
            <p:nvPr/>
          </p:nvSpPr>
          <p:spPr>
            <a:xfrm>
              <a:off x="2380566" y="4030736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809;p68">
              <a:extLst>
                <a:ext uri="{FF2B5EF4-FFF2-40B4-BE49-F238E27FC236}">
                  <a16:creationId xmlns:a16="http://schemas.microsoft.com/office/drawing/2014/main" id="{D6765F73-7A7D-6E41-9B42-D6E5CF2E88FF}"/>
                </a:ext>
              </a:extLst>
            </p:cNvPr>
            <p:cNvSpPr/>
            <p:nvPr/>
          </p:nvSpPr>
          <p:spPr>
            <a:xfrm>
              <a:off x="1901014" y="4183224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31"/>
                    <a:pt x="1583" y="7031"/>
                  </a:cubicBezTo>
                  <a:lnTo>
                    <a:pt x="5510" y="7031"/>
                  </a:lnTo>
                  <a:cubicBezTo>
                    <a:pt x="6365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810;p68">
              <a:extLst>
                <a:ext uri="{FF2B5EF4-FFF2-40B4-BE49-F238E27FC236}">
                  <a16:creationId xmlns:a16="http://schemas.microsoft.com/office/drawing/2014/main" id="{876AD302-BFC8-29E4-674F-E282A6058B89}"/>
                </a:ext>
              </a:extLst>
            </p:cNvPr>
            <p:cNvSpPr/>
            <p:nvPr/>
          </p:nvSpPr>
          <p:spPr>
            <a:xfrm>
              <a:off x="2060859" y="4182709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811;p68">
              <a:extLst>
                <a:ext uri="{FF2B5EF4-FFF2-40B4-BE49-F238E27FC236}">
                  <a16:creationId xmlns:a16="http://schemas.microsoft.com/office/drawing/2014/main" id="{D3E650C6-4F3F-CD0B-11B2-18A1B2781590}"/>
                </a:ext>
              </a:extLst>
            </p:cNvPr>
            <p:cNvSpPr/>
            <p:nvPr/>
          </p:nvSpPr>
          <p:spPr>
            <a:xfrm>
              <a:off x="2221235" y="4181646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1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3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03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812;p68">
              <a:extLst>
                <a:ext uri="{FF2B5EF4-FFF2-40B4-BE49-F238E27FC236}">
                  <a16:creationId xmlns:a16="http://schemas.microsoft.com/office/drawing/2014/main" id="{299B3257-2C8B-F5F0-9D17-140C9FBE543D}"/>
                </a:ext>
              </a:extLst>
            </p:cNvPr>
            <p:cNvSpPr/>
            <p:nvPr/>
          </p:nvSpPr>
          <p:spPr>
            <a:xfrm>
              <a:off x="2381612" y="4181132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813;p68">
              <a:extLst>
                <a:ext uri="{FF2B5EF4-FFF2-40B4-BE49-F238E27FC236}">
                  <a16:creationId xmlns:a16="http://schemas.microsoft.com/office/drawing/2014/main" id="{2AAF5209-B53D-BD7A-CED5-4DB9757C1ECF}"/>
                </a:ext>
              </a:extLst>
            </p:cNvPr>
            <p:cNvSpPr/>
            <p:nvPr/>
          </p:nvSpPr>
          <p:spPr>
            <a:xfrm>
              <a:off x="3342293" y="4177977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814;p68">
              <a:extLst>
                <a:ext uri="{FF2B5EF4-FFF2-40B4-BE49-F238E27FC236}">
                  <a16:creationId xmlns:a16="http://schemas.microsoft.com/office/drawing/2014/main" id="{6340E429-7D05-FA8B-BC23-62658A2BC298}"/>
                </a:ext>
              </a:extLst>
            </p:cNvPr>
            <p:cNvSpPr/>
            <p:nvPr/>
          </p:nvSpPr>
          <p:spPr>
            <a:xfrm>
              <a:off x="3502686" y="4177977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8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8" y="7031"/>
                    <a:pt x="1583" y="7031"/>
                  </a:cubicBezTo>
                  <a:lnTo>
                    <a:pt x="5510" y="7031"/>
                  </a:lnTo>
                  <a:cubicBezTo>
                    <a:pt x="6365" y="6999"/>
                    <a:pt x="7062" y="6334"/>
                    <a:pt x="7062" y="5447"/>
                  </a:cubicBezTo>
                  <a:lnTo>
                    <a:pt x="7062" y="1552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815;p68">
              <a:extLst>
                <a:ext uri="{FF2B5EF4-FFF2-40B4-BE49-F238E27FC236}">
                  <a16:creationId xmlns:a16="http://schemas.microsoft.com/office/drawing/2014/main" id="{BB5EC8A3-E290-63D6-D627-0AE1CBFAB957}"/>
                </a:ext>
              </a:extLst>
            </p:cNvPr>
            <p:cNvSpPr/>
            <p:nvPr/>
          </p:nvSpPr>
          <p:spPr>
            <a:xfrm>
              <a:off x="2540942" y="4030221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4"/>
                    <a:pt x="7062" y="5447"/>
                  </a:cubicBezTo>
                  <a:lnTo>
                    <a:pt x="7062" y="1520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816;p68">
              <a:extLst>
                <a:ext uri="{FF2B5EF4-FFF2-40B4-BE49-F238E27FC236}">
                  <a16:creationId xmlns:a16="http://schemas.microsoft.com/office/drawing/2014/main" id="{E9D71001-5CD5-075A-F661-57B8403340A4}"/>
                </a:ext>
              </a:extLst>
            </p:cNvPr>
            <p:cNvSpPr/>
            <p:nvPr/>
          </p:nvSpPr>
          <p:spPr>
            <a:xfrm>
              <a:off x="2700787" y="4029159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817;p68">
              <a:extLst>
                <a:ext uri="{FF2B5EF4-FFF2-40B4-BE49-F238E27FC236}">
                  <a16:creationId xmlns:a16="http://schemas.microsoft.com/office/drawing/2014/main" id="{E2F5B125-8A8B-68B4-C5F9-CED8EA5B1CA0}"/>
                </a:ext>
              </a:extLst>
            </p:cNvPr>
            <p:cNvSpPr/>
            <p:nvPr/>
          </p:nvSpPr>
          <p:spPr>
            <a:xfrm>
              <a:off x="2861164" y="402864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66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818;p68">
              <a:extLst>
                <a:ext uri="{FF2B5EF4-FFF2-40B4-BE49-F238E27FC236}">
                  <a16:creationId xmlns:a16="http://schemas.microsoft.com/office/drawing/2014/main" id="{521E0C06-1DCC-FE65-16CB-9F00CA31BD5A}"/>
                </a:ext>
              </a:extLst>
            </p:cNvPr>
            <p:cNvSpPr/>
            <p:nvPr/>
          </p:nvSpPr>
          <p:spPr>
            <a:xfrm>
              <a:off x="3021540" y="4028644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819;p68">
              <a:extLst>
                <a:ext uri="{FF2B5EF4-FFF2-40B4-BE49-F238E27FC236}">
                  <a16:creationId xmlns:a16="http://schemas.microsoft.com/office/drawing/2014/main" id="{B35B27C9-3BC3-D1A9-8175-3A62568C9B61}"/>
                </a:ext>
              </a:extLst>
            </p:cNvPr>
            <p:cNvSpPr/>
            <p:nvPr/>
          </p:nvSpPr>
          <p:spPr>
            <a:xfrm>
              <a:off x="3181917" y="4028113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63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820;p68">
              <a:extLst>
                <a:ext uri="{FF2B5EF4-FFF2-40B4-BE49-F238E27FC236}">
                  <a16:creationId xmlns:a16="http://schemas.microsoft.com/office/drawing/2014/main" id="{D14FA792-B867-0CF5-8506-A40525D3776A}"/>
                </a:ext>
              </a:extLst>
            </p:cNvPr>
            <p:cNvSpPr/>
            <p:nvPr/>
          </p:nvSpPr>
          <p:spPr>
            <a:xfrm>
              <a:off x="3341778" y="4027581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821;p68">
              <a:extLst>
                <a:ext uri="{FF2B5EF4-FFF2-40B4-BE49-F238E27FC236}">
                  <a16:creationId xmlns:a16="http://schemas.microsoft.com/office/drawing/2014/main" id="{F7462412-AD3D-067D-654C-42897C4C2956}"/>
                </a:ext>
              </a:extLst>
            </p:cNvPr>
            <p:cNvSpPr/>
            <p:nvPr/>
          </p:nvSpPr>
          <p:spPr>
            <a:xfrm>
              <a:off x="3502155" y="4026535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822;p68">
              <a:extLst>
                <a:ext uri="{FF2B5EF4-FFF2-40B4-BE49-F238E27FC236}">
                  <a16:creationId xmlns:a16="http://schemas.microsoft.com/office/drawing/2014/main" id="{7E172EF4-0C32-42BE-48BC-A33A1DA0AB1E}"/>
                </a:ext>
              </a:extLst>
            </p:cNvPr>
            <p:cNvSpPr/>
            <p:nvPr/>
          </p:nvSpPr>
          <p:spPr>
            <a:xfrm>
              <a:off x="3843413" y="386511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823;p68">
              <a:extLst>
                <a:ext uri="{FF2B5EF4-FFF2-40B4-BE49-F238E27FC236}">
                  <a16:creationId xmlns:a16="http://schemas.microsoft.com/office/drawing/2014/main" id="{8AD43B77-B92D-00E9-602C-9C2D62BAFBD0}"/>
                </a:ext>
              </a:extLst>
            </p:cNvPr>
            <p:cNvSpPr/>
            <p:nvPr/>
          </p:nvSpPr>
          <p:spPr>
            <a:xfrm>
              <a:off x="3815021" y="3550676"/>
              <a:ext cx="283979" cy="118327"/>
            </a:xfrm>
            <a:custGeom>
              <a:avLst/>
              <a:gdLst/>
              <a:ahLst/>
              <a:cxnLst/>
              <a:rect l="l" t="t" r="r" b="b"/>
              <a:pathLst>
                <a:path w="17102" h="7126" extrusionOk="0">
                  <a:moveTo>
                    <a:pt x="15360" y="0"/>
                  </a:moveTo>
                  <a:lnTo>
                    <a:pt x="1742" y="64"/>
                  </a:lnTo>
                  <a:cubicBezTo>
                    <a:pt x="792" y="64"/>
                    <a:pt x="0" y="855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15360" y="7094"/>
                  </a:lnTo>
                  <a:cubicBezTo>
                    <a:pt x="16310" y="7094"/>
                    <a:pt x="17102" y="6302"/>
                    <a:pt x="17102" y="5352"/>
                  </a:cubicBezTo>
                  <a:lnTo>
                    <a:pt x="17102" y="1742"/>
                  </a:lnTo>
                  <a:cubicBezTo>
                    <a:pt x="17102" y="792"/>
                    <a:pt x="16310" y="0"/>
                    <a:pt x="153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824;p68">
              <a:extLst>
                <a:ext uri="{FF2B5EF4-FFF2-40B4-BE49-F238E27FC236}">
                  <a16:creationId xmlns:a16="http://schemas.microsoft.com/office/drawing/2014/main" id="{C5457B12-E486-1989-54DE-628096C34B0A}"/>
                </a:ext>
              </a:extLst>
            </p:cNvPr>
            <p:cNvSpPr/>
            <p:nvPr/>
          </p:nvSpPr>
          <p:spPr>
            <a:xfrm>
              <a:off x="1898905" y="3715782"/>
              <a:ext cx="199310" cy="117812"/>
            </a:xfrm>
            <a:custGeom>
              <a:avLst/>
              <a:gdLst/>
              <a:ahLst/>
              <a:cxnLst/>
              <a:rect l="l" t="t" r="r" b="b"/>
              <a:pathLst>
                <a:path w="12003" h="7095" extrusionOk="0">
                  <a:moveTo>
                    <a:pt x="10134" y="7062"/>
                  </a:moveTo>
                  <a:lnTo>
                    <a:pt x="1900" y="7094"/>
                  </a:lnTo>
                  <a:cubicBezTo>
                    <a:pt x="855" y="7094"/>
                    <a:pt x="0" y="6271"/>
                    <a:pt x="0" y="5226"/>
                  </a:cubicBezTo>
                  <a:lnTo>
                    <a:pt x="0" y="1932"/>
                  </a:lnTo>
                  <a:cubicBezTo>
                    <a:pt x="0" y="919"/>
                    <a:pt x="824" y="32"/>
                    <a:pt x="1869" y="32"/>
                  </a:cubicBezTo>
                  <a:lnTo>
                    <a:pt x="10103" y="0"/>
                  </a:lnTo>
                  <a:cubicBezTo>
                    <a:pt x="11116" y="0"/>
                    <a:pt x="12003" y="824"/>
                    <a:pt x="12003" y="1869"/>
                  </a:cubicBezTo>
                  <a:lnTo>
                    <a:pt x="12003" y="5162"/>
                  </a:lnTo>
                  <a:cubicBezTo>
                    <a:pt x="12003" y="6207"/>
                    <a:pt x="11180" y="7062"/>
                    <a:pt x="10134" y="706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825;p68">
              <a:extLst>
                <a:ext uri="{FF2B5EF4-FFF2-40B4-BE49-F238E27FC236}">
                  <a16:creationId xmlns:a16="http://schemas.microsoft.com/office/drawing/2014/main" id="{EB687FD9-E264-7FBF-9EFF-7A231CB25FA0}"/>
                </a:ext>
              </a:extLst>
            </p:cNvPr>
            <p:cNvSpPr/>
            <p:nvPr/>
          </p:nvSpPr>
          <p:spPr>
            <a:xfrm>
              <a:off x="3910725" y="3709473"/>
              <a:ext cx="189330" cy="272405"/>
            </a:xfrm>
            <a:custGeom>
              <a:avLst/>
              <a:gdLst/>
              <a:ahLst/>
              <a:cxnLst/>
              <a:rect l="l" t="t" r="r" b="b"/>
              <a:pathLst>
                <a:path w="11402" h="16405" extrusionOk="0">
                  <a:moveTo>
                    <a:pt x="0" y="1457"/>
                  </a:moveTo>
                  <a:lnTo>
                    <a:pt x="0" y="5606"/>
                  </a:lnTo>
                  <a:cubicBezTo>
                    <a:pt x="0" y="6397"/>
                    <a:pt x="697" y="7062"/>
                    <a:pt x="1489" y="7062"/>
                  </a:cubicBezTo>
                  <a:lnTo>
                    <a:pt x="5859" y="7062"/>
                  </a:lnTo>
                  <a:lnTo>
                    <a:pt x="5922" y="15265"/>
                  </a:lnTo>
                  <a:cubicBezTo>
                    <a:pt x="5922" y="15898"/>
                    <a:pt x="6429" y="16405"/>
                    <a:pt x="7062" y="16405"/>
                  </a:cubicBezTo>
                  <a:lnTo>
                    <a:pt x="10261" y="16405"/>
                  </a:lnTo>
                  <a:cubicBezTo>
                    <a:pt x="10894" y="16405"/>
                    <a:pt x="11401" y="15898"/>
                    <a:pt x="11401" y="15265"/>
                  </a:cubicBezTo>
                  <a:lnTo>
                    <a:pt x="11369" y="2122"/>
                  </a:lnTo>
                  <a:cubicBezTo>
                    <a:pt x="11369" y="919"/>
                    <a:pt x="10419" y="0"/>
                    <a:pt x="9248" y="0"/>
                  </a:cubicBezTo>
                  <a:lnTo>
                    <a:pt x="1489" y="32"/>
                  </a:lnTo>
                  <a:cubicBezTo>
                    <a:pt x="634" y="0"/>
                    <a:pt x="0" y="634"/>
                    <a:pt x="0" y="145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826;p68">
              <a:extLst>
                <a:ext uri="{FF2B5EF4-FFF2-40B4-BE49-F238E27FC236}">
                  <a16:creationId xmlns:a16="http://schemas.microsoft.com/office/drawing/2014/main" id="{80292A93-7E06-25D6-0E91-A8BF54C717EB}"/>
                </a:ext>
              </a:extLst>
            </p:cNvPr>
            <p:cNvSpPr/>
            <p:nvPr/>
          </p:nvSpPr>
          <p:spPr>
            <a:xfrm>
              <a:off x="1899437" y="3870893"/>
              <a:ext cx="306063" cy="117812"/>
            </a:xfrm>
            <a:custGeom>
              <a:avLst/>
              <a:gdLst/>
              <a:ahLst/>
              <a:cxnLst/>
              <a:rect l="l" t="t" r="r" b="b"/>
              <a:pathLst>
                <a:path w="18432" h="7095" extrusionOk="0">
                  <a:moveTo>
                    <a:pt x="17196" y="7063"/>
                  </a:moveTo>
                  <a:lnTo>
                    <a:pt x="1235" y="7094"/>
                  </a:lnTo>
                  <a:cubicBezTo>
                    <a:pt x="570" y="7094"/>
                    <a:pt x="0" y="6524"/>
                    <a:pt x="0" y="5859"/>
                  </a:cubicBezTo>
                  <a:lnTo>
                    <a:pt x="0" y="1267"/>
                  </a:lnTo>
                  <a:cubicBezTo>
                    <a:pt x="0" y="602"/>
                    <a:pt x="570" y="32"/>
                    <a:pt x="1235" y="32"/>
                  </a:cubicBezTo>
                  <a:lnTo>
                    <a:pt x="17196" y="1"/>
                  </a:lnTo>
                  <a:cubicBezTo>
                    <a:pt x="17861" y="1"/>
                    <a:pt x="18431" y="539"/>
                    <a:pt x="18431" y="1236"/>
                  </a:cubicBezTo>
                  <a:lnTo>
                    <a:pt x="18431" y="5828"/>
                  </a:lnTo>
                  <a:cubicBezTo>
                    <a:pt x="18431" y="6493"/>
                    <a:pt x="17861" y="7063"/>
                    <a:pt x="17196" y="70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827;p68">
              <a:extLst>
                <a:ext uri="{FF2B5EF4-FFF2-40B4-BE49-F238E27FC236}">
                  <a16:creationId xmlns:a16="http://schemas.microsoft.com/office/drawing/2014/main" id="{DDC9DA69-46E0-8E6D-8AD2-240E87FF90DD}"/>
                </a:ext>
              </a:extLst>
            </p:cNvPr>
            <p:cNvSpPr/>
            <p:nvPr/>
          </p:nvSpPr>
          <p:spPr>
            <a:xfrm>
              <a:off x="3662531" y="4023912"/>
              <a:ext cx="438588" cy="120967"/>
            </a:xfrm>
            <a:custGeom>
              <a:avLst/>
              <a:gdLst/>
              <a:ahLst/>
              <a:cxnLst/>
              <a:rect l="l" t="t" r="r" b="b"/>
              <a:pathLst>
                <a:path w="26413" h="7285" extrusionOk="0">
                  <a:moveTo>
                    <a:pt x="25019" y="0"/>
                  </a:moveTo>
                  <a:lnTo>
                    <a:pt x="1394" y="95"/>
                  </a:lnTo>
                  <a:cubicBezTo>
                    <a:pt x="634" y="95"/>
                    <a:pt x="0" y="729"/>
                    <a:pt x="0" y="1489"/>
                  </a:cubicBezTo>
                  <a:lnTo>
                    <a:pt x="0" y="5922"/>
                  </a:lnTo>
                  <a:cubicBezTo>
                    <a:pt x="0" y="6651"/>
                    <a:pt x="602" y="7284"/>
                    <a:pt x="1394" y="7284"/>
                  </a:cubicBezTo>
                  <a:lnTo>
                    <a:pt x="25019" y="7221"/>
                  </a:lnTo>
                  <a:cubicBezTo>
                    <a:pt x="25779" y="7221"/>
                    <a:pt x="26412" y="6587"/>
                    <a:pt x="26412" y="5827"/>
                  </a:cubicBezTo>
                  <a:lnTo>
                    <a:pt x="26412" y="1394"/>
                  </a:lnTo>
                  <a:cubicBezTo>
                    <a:pt x="26412" y="634"/>
                    <a:pt x="25779" y="0"/>
                    <a:pt x="2501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828;p68">
              <a:extLst>
                <a:ext uri="{FF2B5EF4-FFF2-40B4-BE49-F238E27FC236}">
                  <a16:creationId xmlns:a16="http://schemas.microsoft.com/office/drawing/2014/main" id="{D35A882A-3147-EED4-5870-5392C1BA86D7}"/>
                </a:ext>
              </a:extLst>
            </p:cNvPr>
            <p:cNvSpPr/>
            <p:nvPr/>
          </p:nvSpPr>
          <p:spPr>
            <a:xfrm>
              <a:off x="2561979" y="4178492"/>
              <a:ext cx="737279" cy="120453"/>
            </a:xfrm>
            <a:custGeom>
              <a:avLst/>
              <a:gdLst/>
              <a:ahLst/>
              <a:cxnLst/>
              <a:rect l="l" t="t" r="r" b="b"/>
              <a:pathLst>
                <a:path w="44401" h="7254" extrusionOk="0">
                  <a:moveTo>
                    <a:pt x="43355" y="1"/>
                  </a:moveTo>
                  <a:lnTo>
                    <a:pt x="1045" y="159"/>
                  </a:lnTo>
                  <a:cubicBezTo>
                    <a:pt x="475" y="159"/>
                    <a:pt x="0" y="634"/>
                    <a:pt x="0" y="1204"/>
                  </a:cubicBezTo>
                  <a:lnTo>
                    <a:pt x="0" y="6208"/>
                  </a:lnTo>
                  <a:cubicBezTo>
                    <a:pt x="0" y="6778"/>
                    <a:pt x="475" y="7253"/>
                    <a:pt x="1045" y="7253"/>
                  </a:cubicBezTo>
                  <a:lnTo>
                    <a:pt x="43355" y="7095"/>
                  </a:lnTo>
                  <a:cubicBezTo>
                    <a:pt x="43893" y="7095"/>
                    <a:pt x="44368" y="6620"/>
                    <a:pt x="44368" y="6050"/>
                  </a:cubicBezTo>
                  <a:lnTo>
                    <a:pt x="44368" y="1046"/>
                  </a:lnTo>
                  <a:cubicBezTo>
                    <a:pt x="44400" y="444"/>
                    <a:pt x="43957" y="1"/>
                    <a:pt x="4335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829;p68">
              <a:extLst>
                <a:ext uri="{FF2B5EF4-FFF2-40B4-BE49-F238E27FC236}">
                  <a16:creationId xmlns:a16="http://schemas.microsoft.com/office/drawing/2014/main" id="{0A0A0FEC-4FE1-F452-EB54-7B6FC8EC3D32}"/>
                </a:ext>
              </a:extLst>
            </p:cNvPr>
            <p:cNvSpPr/>
            <p:nvPr/>
          </p:nvSpPr>
          <p:spPr>
            <a:xfrm>
              <a:off x="3663063" y="4243694"/>
              <a:ext cx="120951" cy="51027"/>
            </a:xfrm>
            <a:custGeom>
              <a:avLst/>
              <a:gdLst/>
              <a:ahLst/>
              <a:cxnLst/>
              <a:rect l="l" t="t" r="r" b="b"/>
              <a:pathLst>
                <a:path w="7284" h="3073" extrusionOk="0">
                  <a:moveTo>
                    <a:pt x="6746" y="1"/>
                  </a:moveTo>
                  <a:lnTo>
                    <a:pt x="570" y="33"/>
                  </a:lnTo>
                  <a:cubicBezTo>
                    <a:pt x="253" y="33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53" y="3073"/>
                    <a:pt x="570" y="3073"/>
                  </a:cubicBezTo>
                  <a:lnTo>
                    <a:pt x="6746" y="3041"/>
                  </a:lnTo>
                  <a:cubicBezTo>
                    <a:pt x="7062" y="3041"/>
                    <a:pt x="7284" y="2756"/>
                    <a:pt x="7284" y="2503"/>
                  </a:cubicBezTo>
                  <a:lnTo>
                    <a:pt x="7284" y="539"/>
                  </a:lnTo>
                  <a:cubicBezTo>
                    <a:pt x="7284" y="223"/>
                    <a:pt x="7062" y="1"/>
                    <a:pt x="67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830;p68">
              <a:extLst>
                <a:ext uri="{FF2B5EF4-FFF2-40B4-BE49-F238E27FC236}">
                  <a16:creationId xmlns:a16="http://schemas.microsoft.com/office/drawing/2014/main" id="{DE8E0B09-9C8D-CDD1-5997-C2CB9497F7AD}"/>
                </a:ext>
              </a:extLst>
            </p:cNvPr>
            <p:cNvSpPr/>
            <p:nvPr/>
          </p:nvSpPr>
          <p:spPr>
            <a:xfrm>
              <a:off x="3821330" y="4243179"/>
              <a:ext cx="120967" cy="51027"/>
            </a:xfrm>
            <a:custGeom>
              <a:avLst/>
              <a:gdLst/>
              <a:ahLst/>
              <a:cxnLst/>
              <a:rect l="l" t="t" r="r" b="b"/>
              <a:pathLst>
                <a:path w="7285" h="3073" extrusionOk="0">
                  <a:moveTo>
                    <a:pt x="6746" y="0"/>
                  </a:moveTo>
                  <a:lnTo>
                    <a:pt x="570" y="32"/>
                  </a:lnTo>
                  <a:cubicBezTo>
                    <a:pt x="254" y="32"/>
                    <a:pt x="0" y="254"/>
                    <a:pt x="0" y="570"/>
                  </a:cubicBezTo>
                  <a:lnTo>
                    <a:pt x="0" y="2534"/>
                  </a:lnTo>
                  <a:cubicBezTo>
                    <a:pt x="0" y="2850"/>
                    <a:pt x="254" y="3072"/>
                    <a:pt x="570" y="3072"/>
                  </a:cubicBezTo>
                  <a:lnTo>
                    <a:pt x="6746" y="3040"/>
                  </a:lnTo>
                  <a:cubicBezTo>
                    <a:pt x="7063" y="3040"/>
                    <a:pt x="7284" y="2755"/>
                    <a:pt x="7284" y="2470"/>
                  </a:cubicBezTo>
                  <a:lnTo>
                    <a:pt x="7284" y="539"/>
                  </a:lnTo>
                  <a:cubicBezTo>
                    <a:pt x="7284" y="222"/>
                    <a:pt x="7063" y="0"/>
                    <a:pt x="67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831;p68">
              <a:extLst>
                <a:ext uri="{FF2B5EF4-FFF2-40B4-BE49-F238E27FC236}">
                  <a16:creationId xmlns:a16="http://schemas.microsoft.com/office/drawing/2014/main" id="{52C45211-FD87-004D-1404-5B68AB25B09B}"/>
                </a:ext>
              </a:extLst>
            </p:cNvPr>
            <p:cNvSpPr/>
            <p:nvPr/>
          </p:nvSpPr>
          <p:spPr>
            <a:xfrm>
              <a:off x="3821330" y="4165873"/>
              <a:ext cx="120967" cy="51559"/>
            </a:xfrm>
            <a:custGeom>
              <a:avLst/>
              <a:gdLst/>
              <a:ahLst/>
              <a:cxnLst/>
              <a:rect l="l" t="t" r="r" b="b"/>
              <a:pathLst>
                <a:path w="7285" h="3105" extrusionOk="0">
                  <a:moveTo>
                    <a:pt x="6746" y="1"/>
                  </a:moveTo>
                  <a:lnTo>
                    <a:pt x="570" y="64"/>
                  </a:lnTo>
                  <a:cubicBezTo>
                    <a:pt x="254" y="64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54" y="3104"/>
                    <a:pt x="570" y="3104"/>
                  </a:cubicBezTo>
                  <a:lnTo>
                    <a:pt x="6746" y="3073"/>
                  </a:lnTo>
                  <a:cubicBezTo>
                    <a:pt x="7063" y="3073"/>
                    <a:pt x="7284" y="2819"/>
                    <a:pt x="7284" y="2503"/>
                  </a:cubicBezTo>
                  <a:lnTo>
                    <a:pt x="7284" y="571"/>
                  </a:lnTo>
                  <a:cubicBezTo>
                    <a:pt x="7284" y="254"/>
                    <a:pt x="7063" y="1"/>
                    <a:pt x="67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832;p68">
              <a:extLst>
                <a:ext uri="{FF2B5EF4-FFF2-40B4-BE49-F238E27FC236}">
                  <a16:creationId xmlns:a16="http://schemas.microsoft.com/office/drawing/2014/main" id="{10177BBC-3D4D-A6BB-DF19-E956CC1066AA}"/>
                </a:ext>
              </a:extLst>
            </p:cNvPr>
            <p:cNvSpPr/>
            <p:nvPr/>
          </p:nvSpPr>
          <p:spPr>
            <a:xfrm>
              <a:off x="3980129" y="4242117"/>
              <a:ext cx="121499" cy="51559"/>
            </a:xfrm>
            <a:custGeom>
              <a:avLst/>
              <a:gdLst/>
              <a:ahLst/>
              <a:cxnLst/>
              <a:rect l="l" t="t" r="r" b="b"/>
              <a:pathLst>
                <a:path w="7317" h="3105" extrusionOk="0">
                  <a:moveTo>
                    <a:pt x="6714" y="1"/>
                  </a:moveTo>
                  <a:lnTo>
                    <a:pt x="539" y="64"/>
                  </a:lnTo>
                  <a:cubicBezTo>
                    <a:pt x="222" y="64"/>
                    <a:pt x="1" y="286"/>
                    <a:pt x="1" y="603"/>
                  </a:cubicBezTo>
                  <a:lnTo>
                    <a:pt x="1" y="2534"/>
                  </a:lnTo>
                  <a:cubicBezTo>
                    <a:pt x="1" y="2851"/>
                    <a:pt x="222" y="3104"/>
                    <a:pt x="539" y="3104"/>
                  </a:cubicBezTo>
                  <a:lnTo>
                    <a:pt x="6714" y="3073"/>
                  </a:lnTo>
                  <a:cubicBezTo>
                    <a:pt x="7031" y="3073"/>
                    <a:pt x="7316" y="2788"/>
                    <a:pt x="7253" y="2503"/>
                  </a:cubicBezTo>
                  <a:lnTo>
                    <a:pt x="7253" y="571"/>
                  </a:lnTo>
                  <a:cubicBezTo>
                    <a:pt x="7253" y="254"/>
                    <a:pt x="7031" y="1"/>
                    <a:pt x="671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833;p68">
              <a:extLst>
                <a:ext uri="{FF2B5EF4-FFF2-40B4-BE49-F238E27FC236}">
                  <a16:creationId xmlns:a16="http://schemas.microsoft.com/office/drawing/2014/main" id="{1A4AD821-6C42-CC90-9A43-ED91545F2203}"/>
                </a:ext>
              </a:extLst>
            </p:cNvPr>
            <p:cNvSpPr/>
            <p:nvPr/>
          </p:nvSpPr>
          <p:spPr>
            <a:xfrm>
              <a:off x="1834233" y="4372007"/>
              <a:ext cx="2346951" cy="103599"/>
            </a:xfrm>
            <a:custGeom>
              <a:avLst/>
              <a:gdLst/>
              <a:ahLst/>
              <a:cxnLst/>
              <a:rect l="l" t="t" r="r" b="b"/>
              <a:pathLst>
                <a:path w="141340" h="6239" extrusionOk="0">
                  <a:moveTo>
                    <a:pt x="141339" y="0"/>
                  </a:moveTo>
                  <a:lnTo>
                    <a:pt x="0" y="475"/>
                  </a:lnTo>
                  <a:lnTo>
                    <a:pt x="0" y="3579"/>
                  </a:lnTo>
                  <a:cubicBezTo>
                    <a:pt x="63" y="5067"/>
                    <a:pt x="1235" y="6239"/>
                    <a:pt x="2692" y="6239"/>
                  </a:cubicBezTo>
                  <a:lnTo>
                    <a:pt x="138679" y="5764"/>
                  </a:lnTo>
                  <a:cubicBezTo>
                    <a:pt x="140167" y="5764"/>
                    <a:pt x="141339" y="4592"/>
                    <a:pt x="141339" y="3104"/>
                  </a:cubicBezTo>
                  <a:lnTo>
                    <a:pt x="14133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834;p68">
              <a:extLst>
                <a:ext uri="{FF2B5EF4-FFF2-40B4-BE49-F238E27FC236}">
                  <a16:creationId xmlns:a16="http://schemas.microsoft.com/office/drawing/2014/main" id="{4378C54C-024B-2387-3848-EA0847D60C1A}"/>
                </a:ext>
              </a:extLst>
            </p:cNvPr>
            <p:cNvSpPr/>
            <p:nvPr/>
          </p:nvSpPr>
          <p:spPr>
            <a:xfrm>
              <a:off x="1834748" y="4423528"/>
              <a:ext cx="2346436" cy="7904"/>
            </a:xfrm>
            <a:custGeom>
              <a:avLst/>
              <a:gdLst/>
              <a:ahLst/>
              <a:cxnLst/>
              <a:rect l="l" t="t" r="r" b="b"/>
              <a:pathLst>
                <a:path w="141309" h="476" fill="none" extrusionOk="0">
                  <a:moveTo>
                    <a:pt x="1" y="476"/>
                  </a:moveTo>
                  <a:lnTo>
                    <a:pt x="14130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4250" cap="flat" cmpd="sng">
              <a:solidFill>
                <a:schemeClr val="dk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835;p68">
              <a:extLst>
                <a:ext uri="{FF2B5EF4-FFF2-40B4-BE49-F238E27FC236}">
                  <a16:creationId xmlns:a16="http://schemas.microsoft.com/office/drawing/2014/main" id="{B5515608-8810-DD37-7FFF-CEE1662238BB}"/>
                </a:ext>
              </a:extLst>
            </p:cNvPr>
            <p:cNvSpPr/>
            <p:nvPr/>
          </p:nvSpPr>
          <p:spPr>
            <a:xfrm>
              <a:off x="1831079" y="3512288"/>
              <a:ext cx="2346951" cy="17"/>
            </a:xfrm>
            <a:custGeom>
              <a:avLst/>
              <a:gdLst/>
              <a:ahLst/>
              <a:cxnLst/>
              <a:rect l="l" t="t" r="r" b="b"/>
              <a:pathLst>
                <a:path w="141340" h="1" fill="none" extrusionOk="0">
                  <a:moveTo>
                    <a:pt x="0" y="0"/>
                  </a:moveTo>
                  <a:lnTo>
                    <a:pt x="14133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4250" cap="flat" cmpd="sng">
              <a:solidFill>
                <a:schemeClr val="lt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836;p68">
              <a:extLst>
                <a:ext uri="{FF2B5EF4-FFF2-40B4-BE49-F238E27FC236}">
                  <a16:creationId xmlns:a16="http://schemas.microsoft.com/office/drawing/2014/main" id="{6823CFE6-FA29-0C0E-B110-6C8579DC8E86}"/>
                </a:ext>
              </a:extLst>
            </p:cNvPr>
            <p:cNvSpPr/>
            <p:nvPr/>
          </p:nvSpPr>
          <p:spPr>
            <a:xfrm>
              <a:off x="2059282" y="3557500"/>
              <a:ext cx="92573" cy="98883"/>
            </a:xfrm>
            <a:custGeom>
              <a:avLst/>
              <a:gdLst/>
              <a:ahLst/>
              <a:cxnLst/>
              <a:rect l="l" t="t" r="r" b="b"/>
              <a:pathLst>
                <a:path w="5575" h="5955" extrusionOk="0">
                  <a:moveTo>
                    <a:pt x="1552" y="1"/>
                  </a:moveTo>
                  <a:cubicBezTo>
                    <a:pt x="665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5638"/>
                    <a:pt x="32" y="5796"/>
                    <a:pt x="95" y="5955"/>
                  </a:cubicBezTo>
                  <a:cubicBezTo>
                    <a:pt x="2217" y="4435"/>
                    <a:pt x="4117" y="2091"/>
                    <a:pt x="557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837;p68">
              <a:extLst>
                <a:ext uri="{FF2B5EF4-FFF2-40B4-BE49-F238E27FC236}">
                  <a16:creationId xmlns:a16="http://schemas.microsoft.com/office/drawing/2014/main" id="{599DF475-FF9A-5EAC-6DDF-5A51EE6B7219}"/>
                </a:ext>
              </a:extLst>
            </p:cNvPr>
            <p:cNvSpPr/>
            <p:nvPr/>
          </p:nvSpPr>
          <p:spPr>
            <a:xfrm>
              <a:off x="2219127" y="3556454"/>
              <a:ext cx="76267" cy="107816"/>
            </a:xfrm>
            <a:custGeom>
              <a:avLst/>
              <a:gdLst/>
              <a:ahLst/>
              <a:cxnLst/>
              <a:rect l="l" t="t" r="r" b="b"/>
              <a:pathLst>
                <a:path w="4593" h="6493" extrusionOk="0">
                  <a:moveTo>
                    <a:pt x="4593" y="1"/>
                  </a:moveTo>
                  <a:lnTo>
                    <a:pt x="1553" y="64"/>
                  </a:lnTo>
                  <a:cubicBezTo>
                    <a:pt x="666" y="64"/>
                    <a:pt x="1" y="761"/>
                    <a:pt x="1" y="1647"/>
                  </a:cubicBezTo>
                  <a:lnTo>
                    <a:pt x="1" y="5543"/>
                  </a:lnTo>
                  <a:cubicBezTo>
                    <a:pt x="1" y="5923"/>
                    <a:pt x="127" y="6271"/>
                    <a:pt x="349" y="6493"/>
                  </a:cubicBezTo>
                  <a:cubicBezTo>
                    <a:pt x="1901" y="4593"/>
                    <a:pt x="3674" y="1647"/>
                    <a:pt x="459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838;p68">
              <a:extLst>
                <a:ext uri="{FF2B5EF4-FFF2-40B4-BE49-F238E27FC236}">
                  <a16:creationId xmlns:a16="http://schemas.microsoft.com/office/drawing/2014/main" id="{1BC4641C-D910-80A5-6F4F-7AF88D24453E}"/>
                </a:ext>
              </a:extLst>
            </p:cNvPr>
            <p:cNvSpPr/>
            <p:nvPr/>
          </p:nvSpPr>
          <p:spPr>
            <a:xfrm>
              <a:off x="2379503" y="3556454"/>
              <a:ext cx="87840" cy="114126"/>
            </a:xfrm>
            <a:custGeom>
              <a:avLst/>
              <a:gdLst/>
              <a:ahLst/>
              <a:cxnLst/>
              <a:rect l="l" t="t" r="r" b="b"/>
              <a:pathLst>
                <a:path w="5290" h="6873" extrusionOk="0">
                  <a:moveTo>
                    <a:pt x="5290" y="1"/>
                  </a:moveTo>
                  <a:lnTo>
                    <a:pt x="1553" y="32"/>
                  </a:lnTo>
                  <a:cubicBezTo>
                    <a:pt x="666" y="32"/>
                    <a:pt x="1" y="729"/>
                    <a:pt x="1" y="1616"/>
                  </a:cubicBezTo>
                  <a:lnTo>
                    <a:pt x="1" y="5511"/>
                  </a:lnTo>
                  <a:cubicBezTo>
                    <a:pt x="1" y="6081"/>
                    <a:pt x="318" y="6588"/>
                    <a:pt x="761" y="6873"/>
                  </a:cubicBezTo>
                  <a:cubicBezTo>
                    <a:pt x="2376" y="5004"/>
                    <a:pt x="4308" y="1774"/>
                    <a:pt x="52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839;p68">
              <a:extLst>
                <a:ext uri="{FF2B5EF4-FFF2-40B4-BE49-F238E27FC236}">
                  <a16:creationId xmlns:a16="http://schemas.microsoft.com/office/drawing/2014/main" id="{2FD63966-3953-4584-0828-31332CC1EFA5}"/>
                </a:ext>
              </a:extLst>
            </p:cNvPr>
            <p:cNvSpPr/>
            <p:nvPr/>
          </p:nvSpPr>
          <p:spPr>
            <a:xfrm>
              <a:off x="2539365" y="3555923"/>
              <a:ext cx="76267" cy="107833"/>
            </a:xfrm>
            <a:custGeom>
              <a:avLst/>
              <a:gdLst/>
              <a:ahLst/>
              <a:cxnLst/>
              <a:rect l="l" t="t" r="r" b="b"/>
              <a:pathLst>
                <a:path w="4593" h="6494" extrusionOk="0">
                  <a:moveTo>
                    <a:pt x="1520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5891"/>
                    <a:pt x="159" y="6208"/>
                    <a:pt x="349" y="6493"/>
                  </a:cubicBezTo>
                  <a:cubicBezTo>
                    <a:pt x="1932" y="4593"/>
                    <a:pt x="3674" y="1584"/>
                    <a:pt x="459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840;p68">
              <a:extLst>
                <a:ext uri="{FF2B5EF4-FFF2-40B4-BE49-F238E27FC236}">
                  <a16:creationId xmlns:a16="http://schemas.microsoft.com/office/drawing/2014/main" id="{19E12C13-B381-92EE-190E-6352D7CAF885}"/>
                </a:ext>
              </a:extLst>
            </p:cNvPr>
            <p:cNvSpPr/>
            <p:nvPr/>
          </p:nvSpPr>
          <p:spPr>
            <a:xfrm>
              <a:off x="2699741" y="3554877"/>
              <a:ext cx="88355" cy="114126"/>
            </a:xfrm>
            <a:custGeom>
              <a:avLst/>
              <a:gdLst/>
              <a:ahLst/>
              <a:cxnLst/>
              <a:rect l="l" t="t" r="r" b="b"/>
              <a:pathLst>
                <a:path w="5321" h="6873" extrusionOk="0">
                  <a:moveTo>
                    <a:pt x="5321" y="1"/>
                  </a:moveTo>
                  <a:lnTo>
                    <a:pt x="1520" y="32"/>
                  </a:lnTo>
                  <a:cubicBezTo>
                    <a:pt x="665" y="32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4"/>
                    <a:pt x="317" y="6619"/>
                    <a:pt x="792" y="6873"/>
                  </a:cubicBezTo>
                  <a:cubicBezTo>
                    <a:pt x="2407" y="4973"/>
                    <a:pt x="4371" y="1679"/>
                    <a:pt x="532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841;p68">
              <a:extLst>
                <a:ext uri="{FF2B5EF4-FFF2-40B4-BE49-F238E27FC236}">
                  <a16:creationId xmlns:a16="http://schemas.microsoft.com/office/drawing/2014/main" id="{69A86433-C7D8-8A82-58C1-5A08DF594E8D}"/>
                </a:ext>
              </a:extLst>
            </p:cNvPr>
            <p:cNvSpPr/>
            <p:nvPr/>
          </p:nvSpPr>
          <p:spPr>
            <a:xfrm>
              <a:off x="2860118" y="3553831"/>
              <a:ext cx="89418" cy="114658"/>
            </a:xfrm>
            <a:custGeom>
              <a:avLst/>
              <a:gdLst/>
              <a:ahLst/>
              <a:cxnLst/>
              <a:rect l="l" t="t" r="r" b="b"/>
              <a:pathLst>
                <a:path w="5385" h="6905" extrusionOk="0">
                  <a:moveTo>
                    <a:pt x="5384" y="0"/>
                  </a:moveTo>
                  <a:lnTo>
                    <a:pt x="1521" y="64"/>
                  </a:lnTo>
                  <a:cubicBezTo>
                    <a:pt x="665" y="64"/>
                    <a:pt x="0" y="760"/>
                    <a:pt x="0" y="1647"/>
                  </a:cubicBezTo>
                  <a:lnTo>
                    <a:pt x="0" y="5542"/>
                  </a:lnTo>
                  <a:cubicBezTo>
                    <a:pt x="0" y="6144"/>
                    <a:pt x="317" y="6682"/>
                    <a:pt x="824" y="6904"/>
                  </a:cubicBezTo>
                  <a:cubicBezTo>
                    <a:pt x="2471" y="5004"/>
                    <a:pt x="4434" y="1710"/>
                    <a:pt x="53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842;p68">
              <a:extLst>
                <a:ext uri="{FF2B5EF4-FFF2-40B4-BE49-F238E27FC236}">
                  <a16:creationId xmlns:a16="http://schemas.microsoft.com/office/drawing/2014/main" id="{E8C3D2B1-43D3-2D53-9616-F6B4803A4FE3}"/>
                </a:ext>
              </a:extLst>
            </p:cNvPr>
            <p:cNvSpPr/>
            <p:nvPr/>
          </p:nvSpPr>
          <p:spPr>
            <a:xfrm>
              <a:off x="3020494" y="3554345"/>
              <a:ext cx="97820" cy="116766"/>
            </a:xfrm>
            <a:custGeom>
              <a:avLst/>
              <a:gdLst/>
              <a:ahLst/>
              <a:cxnLst/>
              <a:rect l="l" t="t" r="r" b="b"/>
              <a:pathLst>
                <a:path w="5891" h="7032" extrusionOk="0">
                  <a:moveTo>
                    <a:pt x="1521" y="1"/>
                  </a:moveTo>
                  <a:cubicBezTo>
                    <a:pt x="666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240"/>
                    <a:pt x="539" y="6873"/>
                    <a:pt x="1267" y="7031"/>
                  </a:cubicBezTo>
                  <a:cubicBezTo>
                    <a:pt x="2882" y="5163"/>
                    <a:pt x="4909" y="1774"/>
                    <a:pt x="5891" y="64"/>
                  </a:cubicBezTo>
                  <a:cubicBezTo>
                    <a:pt x="5764" y="33"/>
                    <a:pt x="5606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843;p68">
              <a:extLst>
                <a:ext uri="{FF2B5EF4-FFF2-40B4-BE49-F238E27FC236}">
                  <a16:creationId xmlns:a16="http://schemas.microsoft.com/office/drawing/2014/main" id="{F09F9AAE-71C6-64E8-C999-44C4538A16DD}"/>
                </a:ext>
              </a:extLst>
            </p:cNvPr>
            <p:cNvSpPr/>
            <p:nvPr/>
          </p:nvSpPr>
          <p:spPr>
            <a:xfrm>
              <a:off x="3180871" y="3553299"/>
              <a:ext cx="97820" cy="117281"/>
            </a:xfrm>
            <a:custGeom>
              <a:avLst/>
              <a:gdLst/>
              <a:ahLst/>
              <a:cxnLst/>
              <a:rect l="l" t="t" r="r" b="b"/>
              <a:pathLst>
                <a:path w="5891" h="7063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71"/>
                    <a:pt x="539" y="6904"/>
                    <a:pt x="1299" y="7063"/>
                  </a:cubicBezTo>
                  <a:cubicBezTo>
                    <a:pt x="2914" y="5194"/>
                    <a:pt x="4909" y="1806"/>
                    <a:pt x="5891" y="96"/>
                  </a:cubicBezTo>
                  <a:cubicBezTo>
                    <a:pt x="5733" y="32"/>
                    <a:pt x="5606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844;p68">
              <a:extLst>
                <a:ext uri="{FF2B5EF4-FFF2-40B4-BE49-F238E27FC236}">
                  <a16:creationId xmlns:a16="http://schemas.microsoft.com/office/drawing/2014/main" id="{3A02668E-335A-B756-7DFB-62A4FF628B5C}"/>
                </a:ext>
              </a:extLst>
            </p:cNvPr>
            <p:cNvSpPr/>
            <p:nvPr/>
          </p:nvSpPr>
          <p:spPr>
            <a:xfrm>
              <a:off x="3340201" y="3552768"/>
              <a:ext cx="89933" cy="115189"/>
            </a:xfrm>
            <a:custGeom>
              <a:avLst/>
              <a:gdLst/>
              <a:ahLst/>
              <a:cxnLst/>
              <a:rect l="l" t="t" r="r" b="b"/>
              <a:pathLst>
                <a:path w="5416" h="6937" extrusionOk="0">
                  <a:moveTo>
                    <a:pt x="5416" y="1"/>
                  </a:moveTo>
                  <a:lnTo>
                    <a:pt x="1552" y="33"/>
                  </a:lnTo>
                  <a:cubicBezTo>
                    <a:pt x="697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76"/>
                    <a:pt x="380" y="6683"/>
                    <a:pt x="887" y="6936"/>
                  </a:cubicBezTo>
                  <a:cubicBezTo>
                    <a:pt x="2534" y="5005"/>
                    <a:pt x="4529" y="1616"/>
                    <a:pt x="541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845;p68">
              <a:extLst>
                <a:ext uri="{FF2B5EF4-FFF2-40B4-BE49-F238E27FC236}">
                  <a16:creationId xmlns:a16="http://schemas.microsoft.com/office/drawing/2014/main" id="{DC928659-9605-ACE2-3D59-7E60CB3ED42E}"/>
                </a:ext>
              </a:extLst>
            </p:cNvPr>
            <p:cNvSpPr/>
            <p:nvPr/>
          </p:nvSpPr>
          <p:spPr>
            <a:xfrm>
              <a:off x="3500046" y="3552253"/>
              <a:ext cx="90464" cy="114658"/>
            </a:xfrm>
            <a:custGeom>
              <a:avLst/>
              <a:gdLst/>
              <a:ahLst/>
              <a:cxnLst/>
              <a:rect l="l" t="t" r="r" b="b"/>
              <a:pathLst>
                <a:path w="5448" h="6905" extrusionOk="0">
                  <a:moveTo>
                    <a:pt x="5448" y="0"/>
                  </a:moveTo>
                  <a:lnTo>
                    <a:pt x="1552" y="32"/>
                  </a:lnTo>
                  <a:cubicBezTo>
                    <a:pt x="666" y="32"/>
                    <a:pt x="1" y="760"/>
                    <a:pt x="1" y="1615"/>
                  </a:cubicBezTo>
                  <a:lnTo>
                    <a:pt x="1" y="5542"/>
                  </a:lnTo>
                  <a:cubicBezTo>
                    <a:pt x="1" y="6176"/>
                    <a:pt x="349" y="6682"/>
                    <a:pt x="919" y="6904"/>
                  </a:cubicBezTo>
                  <a:cubicBezTo>
                    <a:pt x="2566" y="4941"/>
                    <a:pt x="4561" y="1615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846;p68">
              <a:extLst>
                <a:ext uri="{FF2B5EF4-FFF2-40B4-BE49-F238E27FC236}">
                  <a16:creationId xmlns:a16="http://schemas.microsoft.com/office/drawing/2014/main" id="{595D6471-DF3B-97D5-B50E-21D46D81E976}"/>
                </a:ext>
              </a:extLst>
            </p:cNvPr>
            <p:cNvSpPr/>
            <p:nvPr/>
          </p:nvSpPr>
          <p:spPr>
            <a:xfrm>
              <a:off x="3660423" y="3551722"/>
              <a:ext cx="78907" cy="110456"/>
            </a:xfrm>
            <a:custGeom>
              <a:avLst/>
              <a:gdLst/>
              <a:ahLst/>
              <a:cxnLst/>
              <a:rect l="l" t="t" r="r" b="b"/>
              <a:pathLst>
                <a:path w="4752" h="6652" extrusionOk="0">
                  <a:moveTo>
                    <a:pt x="4751" y="1"/>
                  </a:moveTo>
                  <a:lnTo>
                    <a:pt x="1553" y="32"/>
                  </a:lnTo>
                  <a:cubicBezTo>
                    <a:pt x="666" y="32"/>
                    <a:pt x="1" y="729"/>
                    <a:pt x="1" y="1616"/>
                  </a:cubicBezTo>
                  <a:lnTo>
                    <a:pt x="1" y="5543"/>
                  </a:lnTo>
                  <a:cubicBezTo>
                    <a:pt x="1" y="5954"/>
                    <a:pt x="191" y="6366"/>
                    <a:pt x="476" y="6651"/>
                  </a:cubicBezTo>
                  <a:cubicBezTo>
                    <a:pt x="2091" y="4624"/>
                    <a:pt x="3928" y="1521"/>
                    <a:pt x="475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847;p68">
              <a:extLst>
                <a:ext uri="{FF2B5EF4-FFF2-40B4-BE49-F238E27FC236}">
                  <a16:creationId xmlns:a16="http://schemas.microsoft.com/office/drawing/2014/main" id="{1D97315E-9F69-1A0F-6367-66AF0EFBA9F3}"/>
                </a:ext>
              </a:extLst>
            </p:cNvPr>
            <p:cNvSpPr/>
            <p:nvPr/>
          </p:nvSpPr>
          <p:spPr>
            <a:xfrm>
              <a:off x="2146037" y="3715251"/>
              <a:ext cx="86263" cy="113611"/>
            </a:xfrm>
            <a:custGeom>
              <a:avLst/>
              <a:gdLst/>
              <a:ahLst/>
              <a:cxnLst/>
              <a:rect l="l" t="t" r="r" b="b"/>
              <a:pathLst>
                <a:path w="5195" h="6842" extrusionOk="0">
                  <a:moveTo>
                    <a:pt x="1553" y="1"/>
                  </a:moveTo>
                  <a:cubicBezTo>
                    <a:pt x="666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049"/>
                    <a:pt x="317" y="6556"/>
                    <a:pt x="761" y="6841"/>
                  </a:cubicBezTo>
                  <a:cubicBezTo>
                    <a:pt x="2471" y="4783"/>
                    <a:pt x="4371" y="1489"/>
                    <a:pt x="519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848;p68">
              <a:extLst>
                <a:ext uri="{FF2B5EF4-FFF2-40B4-BE49-F238E27FC236}">
                  <a16:creationId xmlns:a16="http://schemas.microsoft.com/office/drawing/2014/main" id="{79F03ED1-5E9D-9356-8141-C5B0EC5417B0}"/>
                </a:ext>
              </a:extLst>
            </p:cNvPr>
            <p:cNvSpPr/>
            <p:nvPr/>
          </p:nvSpPr>
          <p:spPr>
            <a:xfrm>
              <a:off x="2306413" y="3713674"/>
              <a:ext cx="84685" cy="112549"/>
            </a:xfrm>
            <a:custGeom>
              <a:avLst/>
              <a:gdLst/>
              <a:ahLst/>
              <a:cxnLst/>
              <a:rect l="l" t="t" r="r" b="b"/>
              <a:pathLst>
                <a:path w="5100" h="6778" extrusionOk="0">
                  <a:moveTo>
                    <a:pt x="5100" y="1"/>
                  </a:moveTo>
                  <a:lnTo>
                    <a:pt x="1553" y="64"/>
                  </a:lnTo>
                  <a:cubicBezTo>
                    <a:pt x="666" y="64"/>
                    <a:pt x="1" y="761"/>
                    <a:pt x="1" y="1647"/>
                  </a:cubicBezTo>
                  <a:lnTo>
                    <a:pt x="1" y="5543"/>
                  </a:lnTo>
                  <a:cubicBezTo>
                    <a:pt x="1" y="6081"/>
                    <a:pt x="254" y="6493"/>
                    <a:pt x="634" y="6778"/>
                  </a:cubicBezTo>
                  <a:cubicBezTo>
                    <a:pt x="2249" y="4909"/>
                    <a:pt x="4118" y="1742"/>
                    <a:pt x="510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849;p68">
              <a:extLst>
                <a:ext uri="{FF2B5EF4-FFF2-40B4-BE49-F238E27FC236}">
                  <a16:creationId xmlns:a16="http://schemas.microsoft.com/office/drawing/2014/main" id="{D8724F61-982F-654E-2187-D64BCED76DAE}"/>
                </a:ext>
              </a:extLst>
            </p:cNvPr>
            <p:cNvSpPr/>
            <p:nvPr/>
          </p:nvSpPr>
          <p:spPr>
            <a:xfrm>
              <a:off x="2466790" y="3713142"/>
              <a:ext cx="89949" cy="115189"/>
            </a:xfrm>
            <a:custGeom>
              <a:avLst/>
              <a:gdLst/>
              <a:ahLst/>
              <a:cxnLst/>
              <a:rect l="l" t="t" r="r" b="b"/>
              <a:pathLst>
                <a:path w="5417" h="6937" extrusionOk="0">
                  <a:moveTo>
                    <a:pt x="5416" y="1"/>
                  </a:moveTo>
                  <a:lnTo>
                    <a:pt x="1553" y="33"/>
                  </a:lnTo>
                  <a:cubicBezTo>
                    <a:pt x="666" y="33"/>
                    <a:pt x="1" y="761"/>
                    <a:pt x="1" y="1616"/>
                  </a:cubicBezTo>
                  <a:lnTo>
                    <a:pt x="1" y="5543"/>
                  </a:lnTo>
                  <a:cubicBezTo>
                    <a:pt x="1" y="6176"/>
                    <a:pt x="349" y="6683"/>
                    <a:pt x="888" y="6936"/>
                  </a:cubicBezTo>
                  <a:cubicBezTo>
                    <a:pt x="2534" y="5036"/>
                    <a:pt x="4466" y="1711"/>
                    <a:pt x="541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850;p68">
              <a:extLst>
                <a:ext uri="{FF2B5EF4-FFF2-40B4-BE49-F238E27FC236}">
                  <a16:creationId xmlns:a16="http://schemas.microsoft.com/office/drawing/2014/main" id="{F88FA843-CE0A-C562-6EE9-B909A3917636}"/>
                </a:ext>
              </a:extLst>
            </p:cNvPr>
            <p:cNvSpPr/>
            <p:nvPr/>
          </p:nvSpPr>
          <p:spPr>
            <a:xfrm>
              <a:off x="2626651" y="3713142"/>
              <a:ext cx="86263" cy="113080"/>
            </a:xfrm>
            <a:custGeom>
              <a:avLst/>
              <a:gdLst/>
              <a:ahLst/>
              <a:cxnLst/>
              <a:rect l="l" t="t" r="r" b="b"/>
              <a:pathLst>
                <a:path w="5195" h="6810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50"/>
                    <a:pt x="285" y="6525"/>
                    <a:pt x="697" y="6810"/>
                  </a:cubicBezTo>
                  <a:cubicBezTo>
                    <a:pt x="2376" y="4878"/>
                    <a:pt x="4276" y="1616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851;p68">
              <a:extLst>
                <a:ext uri="{FF2B5EF4-FFF2-40B4-BE49-F238E27FC236}">
                  <a16:creationId xmlns:a16="http://schemas.microsoft.com/office/drawing/2014/main" id="{476541BE-C5E9-6D24-22FA-9613BE2BC030}"/>
                </a:ext>
              </a:extLst>
            </p:cNvPr>
            <p:cNvSpPr/>
            <p:nvPr/>
          </p:nvSpPr>
          <p:spPr>
            <a:xfrm>
              <a:off x="2787028" y="3713142"/>
              <a:ext cx="84685" cy="112565"/>
            </a:xfrm>
            <a:custGeom>
              <a:avLst/>
              <a:gdLst/>
              <a:ahLst/>
              <a:cxnLst/>
              <a:rect l="l" t="t" r="r" b="b"/>
              <a:pathLst>
                <a:path w="5100" h="6779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18"/>
                    <a:pt x="285" y="6493"/>
                    <a:pt x="665" y="6778"/>
                  </a:cubicBezTo>
                  <a:cubicBezTo>
                    <a:pt x="2344" y="4783"/>
                    <a:pt x="4181" y="1584"/>
                    <a:pt x="509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852;p68">
              <a:extLst>
                <a:ext uri="{FF2B5EF4-FFF2-40B4-BE49-F238E27FC236}">
                  <a16:creationId xmlns:a16="http://schemas.microsoft.com/office/drawing/2014/main" id="{02D484FE-CD99-1539-5BC5-93E7B9F62356}"/>
                </a:ext>
              </a:extLst>
            </p:cNvPr>
            <p:cNvSpPr/>
            <p:nvPr/>
          </p:nvSpPr>
          <p:spPr>
            <a:xfrm>
              <a:off x="2947404" y="3711565"/>
              <a:ext cx="86263" cy="114143"/>
            </a:xfrm>
            <a:custGeom>
              <a:avLst/>
              <a:gdLst/>
              <a:ahLst/>
              <a:cxnLst/>
              <a:rect l="l" t="t" r="r" b="b"/>
              <a:pathLst>
                <a:path w="5195" h="6874" extrusionOk="0">
                  <a:moveTo>
                    <a:pt x="5194" y="1"/>
                  </a:moveTo>
                  <a:lnTo>
                    <a:pt x="1552" y="64"/>
                  </a:lnTo>
                  <a:cubicBezTo>
                    <a:pt x="666" y="64"/>
                    <a:pt x="0" y="761"/>
                    <a:pt x="0" y="1648"/>
                  </a:cubicBezTo>
                  <a:lnTo>
                    <a:pt x="0" y="5543"/>
                  </a:lnTo>
                  <a:cubicBezTo>
                    <a:pt x="0" y="6113"/>
                    <a:pt x="317" y="6620"/>
                    <a:pt x="761" y="6873"/>
                  </a:cubicBezTo>
                  <a:cubicBezTo>
                    <a:pt x="2407" y="4815"/>
                    <a:pt x="4339" y="1521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853;p68">
              <a:extLst>
                <a:ext uri="{FF2B5EF4-FFF2-40B4-BE49-F238E27FC236}">
                  <a16:creationId xmlns:a16="http://schemas.microsoft.com/office/drawing/2014/main" id="{FE1A6D7C-6885-E6EA-E55C-986058B58BD5}"/>
                </a:ext>
              </a:extLst>
            </p:cNvPr>
            <p:cNvSpPr/>
            <p:nvPr/>
          </p:nvSpPr>
          <p:spPr>
            <a:xfrm>
              <a:off x="3107249" y="3711565"/>
              <a:ext cx="85217" cy="113080"/>
            </a:xfrm>
            <a:custGeom>
              <a:avLst/>
              <a:gdLst/>
              <a:ahLst/>
              <a:cxnLst/>
              <a:rect l="l" t="t" r="r" b="b"/>
              <a:pathLst>
                <a:path w="5132" h="6810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081"/>
                    <a:pt x="254" y="6493"/>
                    <a:pt x="666" y="6810"/>
                  </a:cubicBezTo>
                  <a:cubicBezTo>
                    <a:pt x="2281" y="4878"/>
                    <a:pt x="4213" y="1648"/>
                    <a:pt x="513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854;p68">
              <a:extLst>
                <a:ext uri="{FF2B5EF4-FFF2-40B4-BE49-F238E27FC236}">
                  <a16:creationId xmlns:a16="http://schemas.microsoft.com/office/drawing/2014/main" id="{EBD26D04-1683-7780-5CA5-C0814F5CF48D}"/>
                </a:ext>
              </a:extLst>
            </p:cNvPr>
            <p:cNvSpPr/>
            <p:nvPr/>
          </p:nvSpPr>
          <p:spPr>
            <a:xfrm>
              <a:off x="3267626" y="3711050"/>
              <a:ext cx="87840" cy="114658"/>
            </a:xfrm>
            <a:custGeom>
              <a:avLst/>
              <a:gdLst/>
              <a:ahLst/>
              <a:cxnLst/>
              <a:rect l="l" t="t" r="r" b="b"/>
              <a:pathLst>
                <a:path w="5290" h="6905" extrusionOk="0">
                  <a:moveTo>
                    <a:pt x="1521" y="0"/>
                  </a:moveTo>
                  <a:cubicBezTo>
                    <a:pt x="666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112"/>
                    <a:pt x="349" y="6619"/>
                    <a:pt x="824" y="6904"/>
                  </a:cubicBezTo>
                  <a:cubicBezTo>
                    <a:pt x="2534" y="4846"/>
                    <a:pt x="4466" y="1489"/>
                    <a:pt x="529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855;p68">
              <a:extLst>
                <a:ext uri="{FF2B5EF4-FFF2-40B4-BE49-F238E27FC236}">
                  <a16:creationId xmlns:a16="http://schemas.microsoft.com/office/drawing/2014/main" id="{607C9164-0485-1C97-5C9A-2ED9FC16E933}"/>
                </a:ext>
              </a:extLst>
            </p:cNvPr>
            <p:cNvSpPr/>
            <p:nvPr/>
          </p:nvSpPr>
          <p:spPr>
            <a:xfrm>
              <a:off x="3428002" y="3710519"/>
              <a:ext cx="92058" cy="116235"/>
            </a:xfrm>
            <a:custGeom>
              <a:avLst/>
              <a:gdLst/>
              <a:ahLst/>
              <a:cxnLst/>
              <a:rect l="l" t="t" r="r" b="b"/>
              <a:pathLst>
                <a:path w="5544" h="7000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08"/>
                    <a:pt x="476" y="6809"/>
                    <a:pt x="1109" y="6999"/>
                  </a:cubicBezTo>
                  <a:cubicBezTo>
                    <a:pt x="2915" y="4719"/>
                    <a:pt x="4941" y="1109"/>
                    <a:pt x="554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856;p68">
              <a:extLst>
                <a:ext uri="{FF2B5EF4-FFF2-40B4-BE49-F238E27FC236}">
                  <a16:creationId xmlns:a16="http://schemas.microsoft.com/office/drawing/2014/main" id="{8FADA17B-FDEB-F5CA-90F7-FC163C8E869F}"/>
                </a:ext>
              </a:extLst>
            </p:cNvPr>
            <p:cNvSpPr/>
            <p:nvPr/>
          </p:nvSpPr>
          <p:spPr>
            <a:xfrm>
              <a:off x="3587332" y="3709473"/>
              <a:ext cx="85732" cy="113595"/>
            </a:xfrm>
            <a:custGeom>
              <a:avLst/>
              <a:gdLst/>
              <a:ahLst/>
              <a:cxnLst/>
              <a:rect l="l" t="t" r="r" b="b"/>
              <a:pathLst>
                <a:path w="5163" h="6841" extrusionOk="0">
                  <a:moveTo>
                    <a:pt x="5163" y="0"/>
                  </a:moveTo>
                  <a:lnTo>
                    <a:pt x="1553" y="32"/>
                  </a:lnTo>
                  <a:cubicBezTo>
                    <a:pt x="697" y="32"/>
                    <a:pt x="1" y="729"/>
                    <a:pt x="1" y="1615"/>
                  </a:cubicBezTo>
                  <a:lnTo>
                    <a:pt x="1" y="5542"/>
                  </a:lnTo>
                  <a:cubicBezTo>
                    <a:pt x="1" y="6081"/>
                    <a:pt x="286" y="6556"/>
                    <a:pt x="729" y="6841"/>
                  </a:cubicBezTo>
                  <a:cubicBezTo>
                    <a:pt x="2376" y="4814"/>
                    <a:pt x="4339" y="1520"/>
                    <a:pt x="516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857;p68">
              <a:extLst>
                <a:ext uri="{FF2B5EF4-FFF2-40B4-BE49-F238E27FC236}">
                  <a16:creationId xmlns:a16="http://schemas.microsoft.com/office/drawing/2014/main" id="{542945CA-2255-368B-69F2-7F5FAAE492A1}"/>
                </a:ext>
              </a:extLst>
            </p:cNvPr>
            <p:cNvSpPr/>
            <p:nvPr/>
          </p:nvSpPr>
          <p:spPr>
            <a:xfrm>
              <a:off x="3747709" y="3709988"/>
              <a:ext cx="87840" cy="114143"/>
            </a:xfrm>
            <a:custGeom>
              <a:avLst/>
              <a:gdLst/>
              <a:ahLst/>
              <a:cxnLst/>
              <a:rect l="l" t="t" r="r" b="b"/>
              <a:pathLst>
                <a:path w="5290" h="6874" extrusionOk="0">
                  <a:moveTo>
                    <a:pt x="1553" y="1"/>
                  </a:moveTo>
                  <a:cubicBezTo>
                    <a:pt x="666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081"/>
                    <a:pt x="381" y="6620"/>
                    <a:pt x="856" y="6873"/>
                  </a:cubicBezTo>
                  <a:cubicBezTo>
                    <a:pt x="2534" y="4751"/>
                    <a:pt x="4498" y="1426"/>
                    <a:pt x="52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858;p68">
              <a:extLst>
                <a:ext uri="{FF2B5EF4-FFF2-40B4-BE49-F238E27FC236}">
                  <a16:creationId xmlns:a16="http://schemas.microsoft.com/office/drawing/2014/main" id="{64E2F4FE-7F06-B931-1CC2-136A751B1ED1}"/>
                </a:ext>
              </a:extLst>
            </p:cNvPr>
            <p:cNvSpPr/>
            <p:nvPr/>
          </p:nvSpPr>
          <p:spPr>
            <a:xfrm>
              <a:off x="2241210" y="3870362"/>
              <a:ext cx="80999" cy="110456"/>
            </a:xfrm>
            <a:custGeom>
              <a:avLst/>
              <a:gdLst/>
              <a:ahLst/>
              <a:cxnLst/>
              <a:rect l="l" t="t" r="r" b="b"/>
              <a:pathLst>
                <a:path w="4878" h="665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5923"/>
                    <a:pt x="223" y="6335"/>
                    <a:pt x="476" y="6651"/>
                  </a:cubicBezTo>
                  <a:cubicBezTo>
                    <a:pt x="2059" y="4783"/>
                    <a:pt x="3896" y="1679"/>
                    <a:pt x="487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859;p68">
              <a:extLst>
                <a:ext uri="{FF2B5EF4-FFF2-40B4-BE49-F238E27FC236}">
                  <a16:creationId xmlns:a16="http://schemas.microsoft.com/office/drawing/2014/main" id="{DFCD226C-4F55-8E2F-E7A6-BE5DDC889DDA}"/>
                </a:ext>
              </a:extLst>
            </p:cNvPr>
            <p:cNvSpPr/>
            <p:nvPr/>
          </p:nvSpPr>
          <p:spPr>
            <a:xfrm>
              <a:off x="2401586" y="3869316"/>
              <a:ext cx="90481" cy="114658"/>
            </a:xfrm>
            <a:custGeom>
              <a:avLst/>
              <a:gdLst/>
              <a:ahLst/>
              <a:cxnLst/>
              <a:rect l="l" t="t" r="r" b="b"/>
              <a:pathLst>
                <a:path w="5449" h="6905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113"/>
                    <a:pt x="381" y="6619"/>
                    <a:pt x="856" y="6904"/>
                  </a:cubicBezTo>
                  <a:cubicBezTo>
                    <a:pt x="2471" y="5068"/>
                    <a:pt x="4435" y="1742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860;p68">
              <a:extLst>
                <a:ext uri="{FF2B5EF4-FFF2-40B4-BE49-F238E27FC236}">
                  <a16:creationId xmlns:a16="http://schemas.microsoft.com/office/drawing/2014/main" id="{4A428522-D2F6-6F02-9DAD-AA34978F7DBB}"/>
                </a:ext>
              </a:extLst>
            </p:cNvPr>
            <p:cNvSpPr/>
            <p:nvPr/>
          </p:nvSpPr>
          <p:spPr>
            <a:xfrm>
              <a:off x="2561979" y="3868270"/>
              <a:ext cx="94665" cy="115704"/>
            </a:xfrm>
            <a:custGeom>
              <a:avLst/>
              <a:gdLst/>
              <a:ahLst/>
              <a:cxnLst/>
              <a:rect l="l" t="t" r="r" b="b"/>
              <a:pathLst>
                <a:path w="5701" h="6968" extrusionOk="0">
                  <a:moveTo>
                    <a:pt x="1552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176"/>
                    <a:pt x="443" y="6777"/>
                    <a:pt x="1077" y="6967"/>
                  </a:cubicBezTo>
                  <a:cubicBezTo>
                    <a:pt x="2692" y="5194"/>
                    <a:pt x="4719" y="1837"/>
                    <a:pt x="5700" y="32"/>
                  </a:cubicBezTo>
                  <a:cubicBezTo>
                    <a:pt x="5637" y="32"/>
                    <a:pt x="5542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861;p68">
              <a:extLst>
                <a:ext uri="{FF2B5EF4-FFF2-40B4-BE49-F238E27FC236}">
                  <a16:creationId xmlns:a16="http://schemas.microsoft.com/office/drawing/2014/main" id="{CDA87D78-EDF5-8C6A-45AC-70B2031FB896}"/>
                </a:ext>
              </a:extLst>
            </p:cNvPr>
            <p:cNvSpPr/>
            <p:nvPr/>
          </p:nvSpPr>
          <p:spPr>
            <a:xfrm>
              <a:off x="2721824" y="3868270"/>
              <a:ext cx="75221" cy="107285"/>
            </a:xfrm>
            <a:custGeom>
              <a:avLst/>
              <a:gdLst/>
              <a:ahLst/>
              <a:cxnLst/>
              <a:rect l="l" t="t" r="r" b="b"/>
              <a:pathLst>
                <a:path w="4530" h="6461" extrusionOk="0">
                  <a:moveTo>
                    <a:pt x="1552" y="0"/>
                  </a:moveTo>
                  <a:cubicBezTo>
                    <a:pt x="665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5859"/>
                    <a:pt x="127" y="6176"/>
                    <a:pt x="317" y="6461"/>
                  </a:cubicBezTo>
                  <a:cubicBezTo>
                    <a:pt x="1869" y="4561"/>
                    <a:pt x="3611" y="1584"/>
                    <a:pt x="452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862;p68">
              <a:extLst>
                <a:ext uri="{FF2B5EF4-FFF2-40B4-BE49-F238E27FC236}">
                  <a16:creationId xmlns:a16="http://schemas.microsoft.com/office/drawing/2014/main" id="{1B08ABEE-2C87-7255-8F3F-03157633D816}"/>
                </a:ext>
              </a:extLst>
            </p:cNvPr>
            <p:cNvSpPr/>
            <p:nvPr/>
          </p:nvSpPr>
          <p:spPr>
            <a:xfrm>
              <a:off x="2882732" y="3867738"/>
              <a:ext cx="95711" cy="116235"/>
            </a:xfrm>
            <a:custGeom>
              <a:avLst/>
              <a:gdLst/>
              <a:ahLst/>
              <a:cxnLst/>
              <a:rect l="l" t="t" r="r" b="b"/>
              <a:pathLst>
                <a:path w="5764" h="7000" extrusionOk="0">
                  <a:moveTo>
                    <a:pt x="1552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8"/>
                    <a:pt x="475" y="6809"/>
                    <a:pt x="1109" y="6999"/>
                  </a:cubicBezTo>
                  <a:cubicBezTo>
                    <a:pt x="2755" y="5131"/>
                    <a:pt x="4751" y="1774"/>
                    <a:pt x="5764" y="32"/>
                  </a:cubicBezTo>
                  <a:cubicBezTo>
                    <a:pt x="5669" y="32"/>
                    <a:pt x="5542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863;p68">
              <a:extLst>
                <a:ext uri="{FF2B5EF4-FFF2-40B4-BE49-F238E27FC236}">
                  <a16:creationId xmlns:a16="http://schemas.microsoft.com/office/drawing/2014/main" id="{BBB81E83-E875-2658-507D-0606B15C46D1}"/>
                </a:ext>
              </a:extLst>
            </p:cNvPr>
            <p:cNvSpPr/>
            <p:nvPr/>
          </p:nvSpPr>
          <p:spPr>
            <a:xfrm>
              <a:off x="3042577" y="3867738"/>
              <a:ext cx="77844" cy="108348"/>
            </a:xfrm>
            <a:custGeom>
              <a:avLst/>
              <a:gdLst/>
              <a:ahLst/>
              <a:cxnLst/>
              <a:rect l="l" t="t" r="r" b="b"/>
              <a:pathLst>
                <a:path w="4688" h="6525" extrusionOk="0">
                  <a:moveTo>
                    <a:pt x="1552" y="1"/>
                  </a:moveTo>
                  <a:cubicBezTo>
                    <a:pt x="666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5891"/>
                    <a:pt x="159" y="6239"/>
                    <a:pt x="412" y="6524"/>
                  </a:cubicBezTo>
                  <a:cubicBezTo>
                    <a:pt x="1996" y="4593"/>
                    <a:pt x="3769" y="1584"/>
                    <a:pt x="468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864;p68">
              <a:extLst>
                <a:ext uri="{FF2B5EF4-FFF2-40B4-BE49-F238E27FC236}">
                  <a16:creationId xmlns:a16="http://schemas.microsoft.com/office/drawing/2014/main" id="{4DBB68C2-BC79-EA19-696D-DB00D15630B8}"/>
                </a:ext>
              </a:extLst>
            </p:cNvPr>
            <p:cNvSpPr/>
            <p:nvPr/>
          </p:nvSpPr>
          <p:spPr>
            <a:xfrm>
              <a:off x="3202954" y="3867207"/>
              <a:ext cx="96774" cy="116235"/>
            </a:xfrm>
            <a:custGeom>
              <a:avLst/>
              <a:gdLst/>
              <a:ahLst/>
              <a:cxnLst/>
              <a:rect l="l" t="t" r="r" b="b"/>
              <a:pathLst>
                <a:path w="5828" h="7000" extrusionOk="0">
                  <a:moveTo>
                    <a:pt x="1552" y="1"/>
                  </a:moveTo>
                  <a:cubicBezTo>
                    <a:pt x="666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240"/>
                    <a:pt x="507" y="6841"/>
                    <a:pt x="1236" y="7000"/>
                  </a:cubicBezTo>
                  <a:cubicBezTo>
                    <a:pt x="2851" y="5131"/>
                    <a:pt x="4846" y="1711"/>
                    <a:pt x="5828" y="33"/>
                  </a:cubicBezTo>
                  <a:cubicBezTo>
                    <a:pt x="5701" y="1"/>
                    <a:pt x="557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865;p68">
              <a:extLst>
                <a:ext uri="{FF2B5EF4-FFF2-40B4-BE49-F238E27FC236}">
                  <a16:creationId xmlns:a16="http://schemas.microsoft.com/office/drawing/2014/main" id="{9744DC9C-ED62-9BE2-505E-D5F7B7EDAF9A}"/>
                </a:ext>
              </a:extLst>
            </p:cNvPr>
            <p:cNvSpPr/>
            <p:nvPr/>
          </p:nvSpPr>
          <p:spPr>
            <a:xfrm>
              <a:off x="3362815" y="3865630"/>
              <a:ext cx="90464" cy="115189"/>
            </a:xfrm>
            <a:custGeom>
              <a:avLst/>
              <a:gdLst/>
              <a:ahLst/>
              <a:cxnLst/>
              <a:rect l="l" t="t" r="r" b="b"/>
              <a:pathLst>
                <a:path w="5448" h="6937" extrusionOk="0">
                  <a:moveTo>
                    <a:pt x="5447" y="1"/>
                  </a:moveTo>
                  <a:lnTo>
                    <a:pt x="1552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76"/>
                    <a:pt x="348" y="6683"/>
                    <a:pt x="887" y="6936"/>
                  </a:cubicBezTo>
                  <a:cubicBezTo>
                    <a:pt x="2565" y="5005"/>
                    <a:pt x="4560" y="1648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866;p68">
              <a:extLst>
                <a:ext uri="{FF2B5EF4-FFF2-40B4-BE49-F238E27FC236}">
                  <a16:creationId xmlns:a16="http://schemas.microsoft.com/office/drawing/2014/main" id="{64B99090-FDFB-ACE9-109B-570743A5FFCE}"/>
                </a:ext>
              </a:extLst>
            </p:cNvPr>
            <p:cNvSpPr/>
            <p:nvPr/>
          </p:nvSpPr>
          <p:spPr>
            <a:xfrm>
              <a:off x="3523192" y="3865115"/>
              <a:ext cx="83623" cy="112549"/>
            </a:xfrm>
            <a:custGeom>
              <a:avLst/>
              <a:gdLst/>
              <a:ahLst/>
              <a:cxnLst/>
              <a:rect l="l" t="t" r="r" b="b"/>
              <a:pathLst>
                <a:path w="5036" h="6778" extrusionOk="0">
                  <a:moveTo>
                    <a:pt x="5035" y="0"/>
                  </a:moveTo>
                  <a:lnTo>
                    <a:pt x="1520" y="32"/>
                  </a:lnTo>
                  <a:cubicBezTo>
                    <a:pt x="665" y="32"/>
                    <a:pt x="0" y="760"/>
                    <a:pt x="0" y="1615"/>
                  </a:cubicBezTo>
                  <a:lnTo>
                    <a:pt x="0" y="5542"/>
                  </a:lnTo>
                  <a:cubicBezTo>
                    <a:pt x="0" y="6049"/>
                    <a:pt x="222" y="6492"/>
                    <a:pt x="633" y="6777"/>
                  </a:cubicBezTo>
                  <a:cubicBezTo>
                    <a:pt x="2249" y="4782"/>
                    <a:pt x="4149" y="1584"/>
                    <a:pt x="503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867;p68">
              <a:extLst>
                <a:ext uri="{FF2B5EF4-FFF2-40B4-BE49-F238E27FC236}">
                  <a16:creationId xmlns:a16="http://schemas.microsoft.com/office/drawing/2014/main" id="{31CDB9B3-A04A-FFE7-3DDF-BC424DCA0C44}"/>
                </a:ext>
              </a:extLst>
            </p:cNvPr>
            <p:cNvSpPr/>
            <p:nvPr/>
          </p:nvSpPr>
          <p:spPr>
            <a:xfrm>
              <a:off x="3683037" y="3864052"/>
              <a:ext cx="85732" cy="114143"/>
            </a:xfrm>
            <a:custGeom>
              <a:avLst/>
              <a:gdLst/>
              <a:ahLst/>
              <a:cxnLst/>
              <a:rect l="l" t="t" r="r" b="b"/>
              <a:pathLst>
                <a:path w="5163" h="6874" extrusionOk="0">
                  <a:moveTo>
                    <a:pt x="5163" y="1"/>
                  </a:moveTo>
                  <a:lnTo>
                    <a:pt x="1521" y="64"/>
                  </a:lnTo>
                  <a:cubicBezTo>
                    <a:pt x="666" y="64"/>
                    <a:pt x="0" y="761"/>
                    <a:pt x="0" y="1648"/>
                  </a:cubicBezTo>
                  <a:lnTo>
                    <a:pt x="0" y="5575"/>
                  </a:lnTo>
                  <a:cubicBezTo>
                    <a:pt x="0" y="6113"/>
                    <a:pt x="254" y="6588"/>
                    <a:pt x="697" y="6873"/>
                  </a:cubicBezTo>
                  <a:cubicBezTo>
                    <a:pt x="2376" y="4878"/>
                    <a:pt x="4276" y="1584"/>
                    <a:pt x="516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868;p68">
              <a:extLst>
                <a:ext uri="{FF2B5EF4-FFF2-40B4-BE49-F238E27FC236}">
                  <a16:creationId xmlns:a16="http://schemas.microsoft.com/office/drawing/2014/main" id="{79EB5E89-C044-1F4E-1DB2-5020A3B7A717}"/>
                </a:ext>
              </a:extLst>
            </p:cNvPr>
            <p:cNvSpPr/>
            <p:nvPr/>
          </p:nvSpPr>
          <p:spPr>
            <a:xfrm>
              <a:off x="3843413" y="3864052"/>
              <a:ext cx="93088" cy="116235"/>
            </a:xfrm>
            <a:custGeom>
              <a:avLst/>
              <a:gdLst/>
              <a:ahLst/>
              <a:cxnLst/>
              <a:rect l="l" t="t" r="r" b="b"/>
              <a:pathLst>
                <a:path w="5606" h="7000" extrusionOk="0">
                  <a:moveTo>
                    <a:pt x="5606" y="1"/>
                  </a:moveTo>
                  <a:lnTo>
                    <a:pt x="5448" y="33"/>
                  </a:lnTo>
                  <a:lnTo>
                    <a:pt x="1521" y="33"/>
                  </a:lnTo>
                  <a:cubicBezTo>
                    <a:pt x="666" y="33"/>
                    <a:pt x="1" y="729"/>
                    <a:pt x="1" y="1616"/>
                  </a:cubicBezTo>
                  <a:lnTo>
                    <a:pt x="1" y="5511"/>
                  </a:lnTo>
                  <a:cubicBezTo>
                    <a:pt x="1" y="6208"/>
                    <a:pt x="412" y="6778"/>
                    <a:pt x="1014" y="7000"/>
                  </a:cubicBezTo>
                  <a:cubicBezTo>
                    <a:pt x="2724" y="5005"/>
                    <a:pt x="4688" y="1648"/>
                    <a:pt x="560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869;p68">
              <a:extLst>
                <a:ext uri="{FF2B5EF4-FFF2-40B4-BE49-F238E27FC236}">
                  <a16:creationId xmlns:a16="http://schemas.microsoft.com/office/drawing/2014/main" id="{5CFCD864-209C-E9A8-7D7E-1B5D63F6BC88}"/>
                </a:ext>
              </a:extLst>
            </p:cNvPr>
            <p:cNvSpPr/>
            <p:nvPr/>
          </p:nvSpPr>
          <p:spPr>
            <a:xfrm>
              <a:off x="1900483" y="4031799"/>
              <a:ext cx="93619" cy="115704"/>
            </a:xfrm>
            <a:custGeom>
              <a:avLst/>
              <a:gdLst/>
              <a:ahLst/>
              <a:cxnLst/>
              <a:rect l="l" t="t" r="r" b="b"/>
              <a:pathLst>
                <a:path w="5638" h="6968" extrusionOk="0">
                  <a:moveTo>
                    <a:pt x="1520" y="0"/>
                  </a:moveTo>
                  <a:cubicBezTo>
                    <a:pt x="665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176"/>
                    <a:pt x="380" y="6746"/>
                    <a:pt x="982" y="6967"/>
                  </a:cubicBezTo>
                  <a:cubicBezTo>
                    <a:pt x="2597" y="5226"/>
                    <a:pt x="4624" y="1869"/>
                    <a:pt x="563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870;p68">
              <a:extLst>
                <a:ext uri="{FF2B5EF4-FFF2-40B4-BE49-F238E27FC236}">
                  <a16:creationId xmlns:a16="http://schemas.microsoft.com/office/drawing/2014/main" id="{3C3E78EF-CD30-C72B-FFD1-FD050B726C9B}"/>
                </a:ext>
              </a:extLst>
            </p:cNvPr>
            <p:cNvSpPr/>
            <p:nvPr/>
          </p:nvSpPr>
          <p:spPr>
            <a:xfrm>
              <a:off x="2060859" y="4030736"/>
              <a:ext cx="89418" cy="114143"/>
            </a:xfrm>
            <a:custGeom>
              <a:avLst/>
              <a:gdLst/>
              <a:ahLst/>
              <a:cxnLst/>
              <a:rect l="l" t="t" r="r" b="b"/>
              <a:pathLst>
                <a:path w="5385" h="6874" extrusionOk="0">
                  <a:moveTo>
                    <a:pt x="5384" y="1"/>
                  </a:moveTo>
                  <a:lnTo>
                    <a:pt x="1521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5"/>
                    <a:pt x="317" y="6620"/>
                    <a:pt x="792" y="6873"/>
                  </a:cubicBezTo>
                  <a:cubicBezTo>
                    <a:pt x="2407" y="5100"/>
                    <a:pt x="4339" y="1806"/>
                    <a:pt x="538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871;p68">
              <a:extLst>
                <a:ext uri="{FF2B5EF4-FFF2-40B4-BE49-F238E27FC236}">
                  <a16:creationId xmlns:a16="http://schemas.microsoft.com/office/drawing/2014/main" id="{682B6F97-3BBE-8070-01FA-0B4D93337213}"/>
                </a:ext>
              </a:extLst>
            </p:cNvPr>
            <p:cNvSpPr/>
            <p:nvPr/>
          </p:nvSpPr>
          <p:spPr>
            <a:xfrm>
              <a:off x="2220189" y="4031267"/>
              <a:ext cx="88355" cy="113611"/>
            </a:xfrm>
            <a:custGeom>
              <a:avLst/>
              <a:gdLst/>
              <a:ahLst/>
              <a:cxnLst/>
              <a:rect l="l" t="t" r="r" b="b"/>
              <a:pathLst>
                <a:path w="5321" h="6842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49"/>
                    <a:pt x="317" y="6588"/>
                    <a:pt x="760" y="6841"/>
                  </a:cubicBezTo>
                  <a:cubicBezTo>
                    <a:pt x="2375" y="5036"/>
                    <a:pt x="4339" y="1742"/>
                    <a:pt x="532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872;p68">
              <a:extLst>
                <a:ext uri="{FF2B5EF4-FFF2-40B4-BE49-F238E27FC236}">
                  <a16:creationId xmlns:a16="http://schemas.microsoft.com/office/drawing/2014/main" id="{DAD8524F-BB74-4425-E498-A02995781886}"/>
                </a:ext>
              </a:extLst>
            </p:cNvPr>
            <p:cNvSpPr/>
            <p:nvPr/>
          </p:nvSpPr>
          <p:spPr>
            <a:xfrm>
              <a:off x="2380566" y="4029690"/>
              <a:ext cx="86246" cy="113080"/>
            </a:xfrm>
            <a:custGeom>
              <a:avLst/>
              <a:gdLst/>
              <a:ahLst/>
              <a:cxnLst/>
              <a:rect l="l" t="t" r="r" b="b"/>
              <a:pathLst>
                <a:path w="5194" h="6810" extrusionOk="0">
                  <a:moveTo>
                    <a:pt x="5194" y="1"/>
                  </a:moveTo>
                  <a:lnTo>
                    <a:pt x="1552" y="64"/>
                  </a:lnTo>
                  <a:cubicBezTo>
                    <a:pt x="697" y="64"/>
                    <a:pt x="0" y="761"/>
                    <a:pt x="0" y="1647"/>
                  </a:cubicBezTo>
                  <a:lnTo>
                    <a:pt x="0" y="5543"/>
                  </a:lnTo>
                  <a:cubicBezTo>
                    <a:pt x="0" y="6081"/>
                    <a:pt x="285" y="6556"/>
                    <a:pt x="697" y="6809"/>
                  </a:cubicBezTo>
                  <a:cubicBezTo>
                    <a:pt x="2312" y="4973"/>
                    <a:pt x="4212" y="1742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873;p68">
              <a:extLst>
                <a:ext uri="{FF2B5EF4-FFF2-40B4-BE49-F238E27FC236}">
                  <a16:creationId xmlns:a16="http://schemas.microsoft.com/office/drawing/2014/main" id="{582D1BAE-BF61-16C5-2868-CEE61E273BFF}"/>
                </a:ext>
              </a:extLst>
            </p:cNvPr>
            <p:cNvSpPr/>
            <p:nvPr/>
          </p:nvSpPr>
          <p:spPr>
            <a:xfrm>
              <a:off x="2540942" y="4030221"/>
              <a:ext cx="86246" cy="113080"/>
            </a:xfrm>
            <a:custGeom>
              <a:avLst/>
              <a:gdLst/>
              <a:ahLst/>
              <a:cxnLst/>
              <a:rect l="l" t="t" r="r" b="b"/>
              <a:pathLst>
                <a:path w="5194" h="6810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049"/>
                    <a:pt x="285" y="6524"/>
                    <a:pt x="697" y="6809"/>
                  </a:cubicBezTo>
                  <a:cubicBezTo>
                    <a:pt x="2312" y="4941"/>
                    <a:pt x="4212" y="1679"/>
                    <a:pt x="519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874;p68">
              <a:extLst>
                <a:ext uri="{FF2B5EF4-FFF2-40B4-BE49-F238E27FC236}">
                  <a16:creationId xmlns:a16="http://schemas.microsoft.com/office/drawing/2014/main" id="{5AEFDFD0-0A14-BAEA-E4AB-7AD87BB96897}"/>
                </a:ext>
              </a:extLst>
            </p:cNvPr>
            <p:cNvSpPr/>
            <p:nvPr/>
          </p:nvSpPr>
          <p:spPr>
            <a:xfrm>
              <a:off x="2700787" y="4029159"/>
              <a:ext cx="86794" cy="113080"/>
            </a:xfrm>
            <a:custGeom>
              <a:avLst/>
              <a:gdLst/>
              <a:ahLst/>
              <a:cxnLst/>
              <a:rect l="l" t="t" r="r" b="b"/>
              <a:pathLst>
                <a:path w="5227" h="6810" extrusionOk="0">
                  <a:moveTo>
                    <a:pt x="1552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050"/>
                    <a:pt x="286" y="6556"/>
                    <a:pt x="729" y="6810"/>
                  </a:cubicBezTo>
                  <a:cubicBezTo>
                    <a:pt x="2344" y="4973"/>
                    <a:pt x="4276" y="1711"/>
                    <a:pt x="522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875;p68">
              <a:extLst>
                <a:ext uri="{FF2B5EF4-FFF2-40B4-BE49-F238E27FC236}">
                  <a16:creationId xmlns:a16="http://schemas.microsoft.com/office/drawing/2014/main" id="{81D09C8D-B986-7CC8-43E8-38BB8932E044}"/>
                </a:ext>
              </a:extLst>
            </p:cNvPr>
            <p:cNvSpPr/>
            <p:nvPr/>
          </p:nvSpPr>
          <p:spPr>
            <a:xfrm>
              <a:off x="2861164" y="4028113"/>
              <a:ext cx="86794" cy="113611"/>
            </a:xfrm>
            <a:custGeom>
              <a:avLst/>
              <a:gdLst/>
              <a:ahLst/>
              <a:cxnLst/>
              <a:rect l="l" t="t" r="r" b="b"/>
              <a:pathLst>
                <a:path w="5227" h="6842" extrusionOk="0">
                  <a:moveTo>
                    <a:pt x="5226" y="1"/>
                  </a:moveTo>
                  <a:lnTo>
                    <a:pt x="1553" y="32"/>
                  </a:lnTo>
                  <a:cubicBezTo>
                    <a:pt x="666" y="32"/>
                    <a:pt x="1" y="761"/>
                    <a:pt x="1" y="1616"/>
                  </a:cubicBezTo>
                  <a:lnTo>
                    <a:pt x="1" y="5543"/>
                  </a:lnTo>
                  <a:cubicBezTo>
                    <a:pt x="1" y="6081"/>
                    <a:pt x="286" y="6556"/>
                    <a:pt x="729" y="6841"/>
                  </a:cubicBezTo>
                  <a:cubicBezTo>
                    <a:pt x="2344" y="4941"/>
                    <a:pt x="4276" y="1711"/>
                    <a:pt x="522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876;p68">
              <a:extLst>
                <a:ext uri="{FF2B5EF4-FFF2-40B4-BE49-F238E27FC236}">
                  <a16:creationId xmlns:a16="http://schemas.microsoft.com/office/drawing/2014/main" id="{EA415005-1443-D5CC-F84A-F554871262B5}"/>
                </a:ext>
              </a:extLst>
            </p:cNvPr>
            <p:cNvSpPr/>
            <p:nvPr/>
          </p:nvSpPr>
          <p:spPr>
            <a:xfrm>
              <a:off x="3021540" y="4027581"/>
              <a:ext cx="87309" cy="113611"/>
            </a:xfrm>
            <a:custGeom>
              <a:avLst/>
              <a:gdLst/>
              <a:ahLst/>
              <a:cxnLst/>
              <a:rect l="l" t="t" r="r" b="b"/>
              <a:pathLst>
                <a:path w="5258" h="6842" extrusionOk="0">
                  <a:moveTo>
                    <a:pt x="5258" y="1"/>
                  </a:moveTo>
                  <a:lnTo>
                    <a:pt x="1553" y="33"/>
                  </a:lnTo>
                  <a:cubicBezTo>
                    <a:pt x="666" y="33"/>
                    <a:pt x="1" y="729"/>
                    <a:pt x="1" y="1616"/>
                  </a:cubicBezTo>
                  <a:lnTo>
                    <a:pt x="1" y="5543"/>
                  </a:lnTo>
                  <a:cubicBezTo>
                    <a:pt x="1" y="6081"/>
                    <a:pt x="317" y="6588"/>
                    <a:pt x="761" y="6841"/>
                  </a:cubicBezTo>
                  <a:cubicBezTo>
                    <a:pt x="2376" y="4941"/>
                    <a:pt x="4308" y="1648"/>
                    <a:pt x="52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877;p68">
              <a:extLst>
                <a:ext uri="{FF2B5EF4-FFF2-40B4-BE49-F238E27FC236}">
                  <a16:creationId xmlns:a16="http://schemas.microsoft.com/office/drawing/2014/main" id="{26CC8F68-D8A4-8543-1C3D-A213D5A26AB5}"/>
                </a:ext>
              </a:extLst>
            </p:cNvPr>
            <p:cNvSpPr/>
            <p:nvPr/>
          </p:nvSpPr>
          <p:spPr>
            <a:xfrm>
              <a:off x="3181402" y="4028113"/>
              <a:ext cx="87309" cy="113611"/>
            </a:xfrm>
            <a:custGeom>
              <a:avLst/>
              <a:gdLst/>
              <a:ahLst/>
              <a:cxnLst/>
              <a:rect l="l" t="t" r="r" b="b"/>
              <a:pathLst>
                <a:path w="5258" h="6842" extrusionOk="0">
                  <a:moveTo>
                    <a:pt x="1552" y="1"/>
                  </a:moveTo>
                  <a:cubicBezTo>
                    <a:pt x="665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049"/>
                    <a:pt x="317" y="6556"/>
                    <a:pt x="760" y="6841"/>
                  </a:cubicBezTo>
                  <a:cubicBezTo>
                    <a:pt x="2407" y="4909"/>
                    <a:pt x="4307" y="1647"/>
                    <a:pt x="525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878;p68">
              <a:extLst>
                <a:ext uri="{FF2B5EF4-FFF2-40B4-BE49-F238E27FC236}">
                  <a16:creationId xmlns:a16="http://schemas.microsoft.com/office/drawing/2014/main" id="{8FD0302A-294F-3470-E921-34AE22FC5B5F}"/>
                </a:ext>
              </a:extLst>
            </p:cNvPr>
            <p:cNvSpPr/>
            <p:nvPr/>
          </p:nvSpPr>
          <p:spPr>
            <a:xfrm>
              <a:off x="3341778" y="4027067"/>
              <a:ext cx="87824" cy="114126"/>
            </a:xfrm>
            <a:custGeom>
              <a:avLst/>
              <a:gdLst/>
              <a:ahLst/>
              <a:cxnLst/>
              <a:rect l="l" t="t" r="r" b="b"/>
              <a:pathLst>
                <a:path w="5289" h="6873" extrusionOk="0">
                  <a:moveTo>
                    <a:pt x="5289" y="0"/>
                  </a:moveTo>
                  <a:lnTo>
                    <a:pt x="1552" y="32"/>
                  </a:lnTo>
                  <a:cubicBezTo>
                    <a:pt x="665" y="32"/>
                    <a:pt x="0" y="729"/>
                    <a:pt x="0" y="1615"/>
                  </a:cubicBezTo>
                  <a:lnTo>
                    <a:pt x="0" y="5511"/>
                  </a:lnTo>
                  <a:cubicBezTo>
                    <a:pt x="0" y="6112"/>
                    <a:pt x="317" y="6587"/>
                    <a:pt x="792" y="6872"/>
                  </a:cubicBezTo>
                  <a:cubicBezTo>
                    <a:pt x="2439" y="4909"/>
                    <a:pt x="4402" y="1647"/>
                    <a:pt x="528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879;p68">
              <a:extLst>
                <a:ext uri="{FF2B5EF4-FFF2-40B4-BE49-F238E27FC236}">
                  <a16:creationId xmlns:a16="http://schemas.microsoft.com/office/drawing/2014/main" id="{635BE9B6-DF56-E412-7DDA-ECFFC817C976}"/>
                </a:ext>
              </a:extLst>
            </p:cNvPr>
            <p:cNvSpPr/>
            <p:nvPr/>
          </p:nvSpPr>
          <p:spPr>
            <a:xfrm>
              <a:off x="3502155" y="4026004"/>
              <a:ext cx="87840" cy="114658"/>
            </a:xfrm>
            <a:custGeom>
              <a:avLst/>
              <a:gdLst/>
              <a:ahLst/>
              <a:cxnLst/>
              <a:rect l="l" t="t" r="r" b="b"/>
              <a:pathLst>
                <a:path w="5290" h="6905" extrusionOk="0">
                  <a:moveTo>
                    <a:pt x="5289" y="1"/>
                  </a:moveTo>
                  <a:lnTo>
                    <a:pt x="1552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5"/>
                    <a:pt x="317" y="6651"/>
                    <a:pt x="792" y="6905"/>
                  </a:cubicBezTo>
                  <a:cubicBezTo>
                    <a:pt x="2439" y="4941"/>
                    <a:pt x="4402" y="1616"/>
                    <a:pt x="528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880;p68">
              <a:extLst>
                <a:ext uri="{FF2B5EF4-FFF2-40B4-BE49-F238E27FC236}">
                  <a16:creationId xmlns:a16="http://schemas.microsoft.com/office/drawing/2014/main" id="{41003A9B-9E2A-235C-4BE6-F79936B7AEF9}"/>
                </a:ext>
              </a:extLst>
            </p:cNvPr>
            <p:cNvSpPr/>
            <p:nvPr/>
          </p:nvSpPr>
          <p:spPr>
            <a:xfrm>
              <a:off x="1901014" y="4182709"/>
              <a:ext cx="94665" cy="116750"/>
            </a:xfrm>
            <a:custGeom>
              <a:avLst/>
              <a:gdLst/>
              <a:ahLst/>
              <a:cxnLst/>
              <a:rect l="l" t="t" r="r" b="b"/>
              <a:pathLst>
                <a:path w="5701" h="7031" extrusionOk="0">
                  <a:moveTo>
                    <a:pt x="1552" y="0"/>
                  </a:moveTo>
                  <a:cubicBezTo>
                    <a:pt x="665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39"/>
                    <a:pt x="538" y="6872"/>
                    <a:pt x="1235" y="7031"/>
                  </a:cubicBezTo>
                  <a:cubicBezTo>
                    <a:pt x="3040" y="4687"/>
                    <a:pt x="5099" y="1077"/>
                    <a:pt x="5700" y="32"/>
                  </a:cubicBezTo>
                  <a:cubicBezTo>
                    <a:pt x="5605" y="32"/>
                    <a:pt x="5542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881;p68">
              <a:extLst>
                <a:ext uri="{FF2B5EF4-FFF2-40B4-BE49-F238E27FC236}">
                  <a16:creationId xmlns:a16="http://schemas.microsoft.com/office/drawing/2014/main" id="{27E86ADA-CCA7-AB21-BB05-712014045910}"/>
                </a:ext>
              </a:extLst>
            </p:cNvPr>
            <p:cNvSpPr/>
            <p:nvPr/>
          </p:nvSpPr>
          <p:spPr>
            <a:xfrm>
              <a:off x="2061390" y="4182709"/>
              <a:ext cx="93088" cy="116235"/>
            </a:xfrm>
            <a:custGeom>
              <a:avLst/>
              <a:gdLst/>
              <a:ahLst/>
              <a:cxnLst/>
              <a:rect l="l" t="t" r="r" b="b"/>
              <a:pathLst>
                <a:path w="5606" h="7000" extrusionOk="0">
                  <a:moveTo>
                    <a:pt x="1552" y="0"/>
                  </a:moveTo>
                  <a:cubicBezTo>
                    <a:pt x="665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7"/>
                    <a:pt x="507" y="6841"/>
                    <a:pt x="1172" y="6999"/>
                  </a:cubicBezTo>
                  <a:cubicBezTo>
                    <a:pt x="3040" y="4624"/>
                    <a:pt x="5067" y="1014"/>
                    <a:pt x="5606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882;p68">
              <a:extLst>
                <a:ext uri="{FF2B5EF4-FFF2-40B4-BE49-F238E27FC236}">
                  <a16:creationId xmlns:a16="http://schemas.microsoft.com/office/drawing/2014/main" id="{C8151954-D17D-2BAF-8B9C-779F6489C1A7}"/>
                </a:ext>
              </a:extLst>
            </p:cNvPr>
            <p:cNvSpPr/>
            <p:nvPr/>
          </p:nvSpPr>
          <p:spPr>
            <a:xfrm>
              <a:off x="2221767" y="4181646"/>
              <a:ext cx="94134" cy="116766"/>
            </a:xfrm>
            <a:custGeom>
              <a:avLst/>
              <a:gdLst/>
              <a:ahLst/>
              <a:cxnLst/>
              <a:rect l="l" t="t" r="r" b="b"/>
              <a:pathLst>
                <a:path w="5669" h="7032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271"/>
                    <a:pt x="507" y="6905"/>
                    <a:pt x="1235" y="7031"/>
                  </a:cubicBezTo>
                  <a:cubicBezTo>
                    <a:pt x="3072" y="4656"/>
                    <a:pt x="5131" y="951"/>
                    <a:pt x="566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883;p68">
              <a:extLst>
                <a:ext uri="{FF2B5EF4-FFF2-40B4-BE49-F238E27FC236}">
                  <a16:creationId xmlns:a16="http://schemas.microsoft.com/office/drawing/2014/main" id="{EB61BEC9-AD2B-3C70-8100-9555175EB421}"/>
                </a:ext>
              </a:extLst>
            </p:cNvPr>
            <p:cNvSpPr/>
            <p:nvPr/>
          </p:nvSpPr>
          <p:spPr>
            <a:xfrm>
              <a:off x="2381612" y="4181132"/>
              <a:ext cx="94665" cy="117281"/>
            </a:xfrm>
            <a:custGeom>
              <a:avLst/>
              <a:gdLst/>
              <a:ahLst/>
              <a:cxnLst/>
              <a:rect l="l" t="t" r="r" b="b"/>
              <a:pathLst>
                <a:path w="5701" h="7063" extrusionOk="0">
                  <a:moveTo>
                    <a:pt x="1521" y="0"/>
                  </a:moveTo>
                  <a:cubicBezTo>
                    <a:pt x="666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71"/>
                    <a:pt x="539" y="6904"/>
                    <a:pt x="1267" y="7062"/>
                  </a:cubicBezTo>
                  <a:cubicBezTo>
                    <a:pt x="3104" y="4624"/>
                    <a:pt x="5163" y="950"/>
                    <a:pt x="5701" y="32"/>
                  </a:cubicBezTo>
                  <a:cubicBezTo>
                    <a:pt x="5606" y="0"/>
                    <a:pt x="5543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884;p68">
              <a:extLst>
                <a:ext uri="{FF2B5EF4-FFF2-40B4-BE49-F238E27FC236}">
                  <a16:creationId xmlns:a16="http://schemas.microsoft.com/office/drawing/2014/main" id="{6AC6D6FB-B3D1-1FB4-F3E4-84D96F44F8DB}"/>
                </a:ext>
              </a:extLst>
            </p:cNvPr>
            <p:cNvSpPr/>
            <p:nvPr/>
          </p:nvSpPr>
          <p:spPr>
            <a:xfrm>
              <a:off x="3342293" y="4177977"/>
              <a:ext cx="93636" cy="116235"/>
            </a:xfrm>
            <a:custGeom>
              <a:avLst/>
              <a:gdLst/>
              <a:ahLst/>
              <a:cxnLst/>
              <a:rect l="l" t="t" r="r" b="b"/>
              <a:pathLst>
                <a:path w="5639" h="7000" extrusionOk="0">
                  <a:moveTo>
                    <a:pt x="1553" y="0"/>
                  </a:moveTo>
                  <a:cubicBezTo>
                    <a:pt x="666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207"/>
                    <a:pt x="476" y="6809"/>
                    <a:pt x="1141" y="6999"/>
                  </a:cubicBezTo>
                  <a:cubicBezTo>
                    <a:pt x="2978" y="4751"/>
                    <a:pt x="4941" y="1172"/>
                    <a:pt x="563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885;p68">
              <a:extLst>
                <a:ext uri="{FF2B5EF4-FFF2-40B4-BE49-F238E27FC236}">
                  <a16:creationId xmlns:a16="http://schemas.microsoft.com/office/drawing/2014/main" id="{029D6A07-F294-5DD8-FA28-FC01DEA46DE7}"/>
                </a:ext>
              </a:extLst>
            </p:cNvPr>
            <p:cNvSpPr/>
            <p:nvPr/>
          </p:nvSpPr>
          <p:spPr>
            <a:xfrm>
              <a:off x="3502686" y="4177446"/>
              <a:ext cx="93619" cy="116235"/>
            </a:xfrm>
            <a:custGeom>
              <a:avLst/>
              <a:gdLst/>
              <a:ahLst/>
              <a:cxnLst/>
              <a:rect l="l" t="t" r="r" b="b"/>
              <a:pathLst>
                <a:path w="5638" h="7000" extrusionOk="0">
                  <a:moveTo>
                    <a:pt x="1552" y="1"/>
                  </a:moveTo>
                  <a:cubicBezTo>
                    <a:pt x="665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8"/>
                    <a:pt x="475" y="6809"/>
                    <a:pt x="1140" y="6999"/>
                  </a:cubicBezTo>
                  <a:cubicBezTo>
                    <a:pt x="2977" y="4688"/>
                    <a:pt x="5004" y="1141"/>
                    <a:pt x="563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886;p68">
              <a:extLst>
                <a:ext uri="{FF2B5EF4-FFF2-40B4-BE49-F238E27FC236}">
                  <a16:creationId xmlns:a16="http://schemas.microsoft.com/office/drawing/2014/main" id="{38FBCFC5-38EE-0CE3-A022-66ADC2793F90}"/>
                </a:ext>
              </a:extLst>
            </p:cNvPr>
            <p:cNvSpPr/>
            <p:nvPr/>
          </p:nvSpPr>
          <p:spPr>
            <a:xfrm>
              <a:off x="2561979" y="4180069"/>
              <a:ext cx="280292" cy="118344"/>
            </a:xfrm>
            <a:custGeom>
              <a:avLst/>
              <a:gdLst/>
              <a:ahLst/>
              <a:cxnLst/>
              <a:rect l="l" t="t" r="r" b="b"/>
              <a:pathLst>
                <a:path w="16880" h="7127" extrusionOk="0">
                  <a:moveTo>
                    <a:pt x="16880" y="1"/>
                  </a:moveTo>
                  <a:lnTo>
                    <a:pt x="1045" y="33"/>
                  </a:lnTo>
                  <a:cubicBezTo>
                    <a:pt x="475" y="33"/>
                    <a:pt x="0" y="508"/>
                    <a:pt x="0" y="1046"/>
                  </a:cubicBezTo>
                  <a:lnTo>
                    <a:pt x="0" y="6081"/>
                  </a:lnTo>
                  <a:cubicBezTo>
                    <a:pt x="0" y="6651"/>
                    <a:pt x="475" y="7126"/>
                    <a:pt x="1045" y="7126"/>
                  </a:cubicBezTo>
                  <a:lnTo>
                    <a:pt x="10039" y="7063"/>
                  </a:lnTo>
                  <a:lnTo>
                    <a:pt x="1688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887;p68">
              <a:extLst>
                <a:ext uri="{FF2B5EF4-FFF2-40B4-BE49-F238E27FC236}">
                  <a16:creationId xmlns:a16="http://schemas.microsoft.com/office/drawing/2014/main" id="{D5D0C796-ACE5-C681-7649-7429A0E1105D}"/>
                </a:ext>
              </a:extLst>
            </p:cNvPr>
            <p:cNvSpPr/>
            <p:nvPr/>
          </p:nvSpPr>
          <p:spPr>
            <a:xfrm>
              <a:off x="1899437" y="3870893"/>
              <a:ext cx="182489" cy="117812"/>
            </a:xfrm>
            <a:custGeom>
              <a:avLst/>
              <a:gdLst/>
              <a:ahLst/>
              <a:cxnLst/>
              <a:rect l="l" t="t" r="r" b="b"/>
              <a:pathLst>
                <a:path w="10990" h="7095" extrusionOk="0">
                  <a:moveTo>
                    <a:pt x="10989" y="1"/>
                  </a:moveTo>
                  <a:lnTo>
                    <a:pt x="1235" y="32"/>
                  </a:lnTo>
                  <a:cubicBezTo>
                    <a:pt x="570" y="32"/>
                    <a:pt x="0" y="602"/>
                    <a:pt x="0" y="1267"/>
                  </a:cubicBezTo>
                  <a:lnTo>
                    <a:pt x="0" y="5859"/>
                  </a:lnTo>
                  <a:cubicBezTo>
                    <a:pt x="0" y="6524"/>
                    <a:pt x="570" y="7094"/>
                    <a:pt x="1235" y="7094"/>
                  </a:cubicBezTo>
                  <a:lnTo>
                    <a:pt x="5637" y="7094"/>
                  </a:lnTo>
                  <a:lnTo>
                    <a:pt x="109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888;p68">
              <a:extLst>
                <a:ext uri="{FF2B5EF4-FFF2-40B4-BE49-F238E27FC236}">
                  <a16:creationId xmlns:a16="http://schemas.microsoft.com/office/drawing/2014/main" id="{9428517B-59C3-2D48-802F-93C23F7D3A21}"/>
                </a:ext>
              </a:extLst>
            </p:cNvPr>
            <p:cNvSpPr/>
            <p:nvPr/>
          </p:nvSpPr>
          <p:spPr>
            <a:xfrm>
              <a:off x="1898905" y="3715251"/>
              <a:ext cx="106770" cy="115189"/>
            </a:xfrm>
            <a:custGeom>
              <a:avLst/>
              <a:gdLst/>
              <a:ahLst/>
              <a:cxnLst/>
              <a:rect l="l" t="t" r="r" b="b"/>
              <a:pathLst>
                <a:path w="6430" h="6937" extrusionOk="0">
                  <a:moveTo>
                    <a:pt x="6429" y="1"/>
                  </a:moveTo>
                  <a:lnTo>
                    <a:pt x="1869" y="32"/>
                  </a:lnTo>
                  <a:cubicBezTo>
                    <a:pt x="824" y="32"/>
                    <a:pt x="0" y="856"/>
                    <a:pt x="0" y="1932"/>
                  </a:cubicBezTo>
                  <a:lnTo>
                    <a:pt x="0" y="5226"/>
                  </a:lnTo>
                  <a:cubicBezTo>
                    <a:pt x="0" y="5986"/>
                    <a:pt x="475" y="6651"/>
                    <a:pt x="1109" y="6936"/>
                  </a:cubicBezTo>
                  <a:lnTo>
                    <a:pt x="642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889;p68">
              <a:extLst>
                <a:ext uri="{FF2B5EF4-FFF2-40B4-BE49-F238E27FC236}">
                  <a16:creationId xmlns:a16="http://schemas.microsoft.com/office/drawing/2014/main" id="{ADA9AD82-1217-7941-957B-222E0E6E2586}"/>
                </a:ext>
              </a:extLst>
            </p:cNvPr>
            <p:cNvSpPr/>
            <p:nvPr/>
          </p:nvSpPr>
          <p:spPr>
            <a:xfrm>
              <a:off x="3815552" y="3551722"/>
              <a:ext cx="137257" cy="118344"/>
            </a:xfrm>
            <a:custGeom>
              <a:avLst/>
              <a:gdLst/>
              <a:ahLst/>
              <a:cxnLst/>
              <a:rect l="l" t="t" r="r" b="b"/>
              <a:pathLst>
                <a:path w="8266" h="7127" extrusionOk="0">
                  <a:moveTo>
                    <a:pt x="8266" y="1"/>
                  </a:moveTo>
                  <a:lnTo>
                    <a:pt x="1742" y="32"/>
                  </a:lnTo>
                  <a:cubicBezTo>
                    <a:pt x="792" y="32"/>
                    <a:pt x="0" y="824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4117" y="7126"/>
                  </a:lnTo>
                  <a:cubicBezTo>
                    <a:pt x="6334" y="4434"/>
                    <a:pt x="7632" y="1584"/>
                    <a:pt x="826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890;p68">
              <a:extLst>
                <a:ext uri="{FF2B5EF4-FFF2-40B4-BE49-F238E27FC236}">
                  <a16:creationId xmlns:a16="http://schemas.microsoft.com/office/drawing/2014/main" id="{A445E7EE-E661-F640-3ACC-0457271E4330}"/>
                </a:ext>
              </a:extLst>
            </p:cNvPr>
            <p:cNvSpPr/>
            <p:nvPr/>
          </p:nvSpPr>
          <p:spPr>
            <a:xfrm>
              <a:off x="3910194" y="3708410"/>
              <a:ext cx="117812" cy="116235"/>
            </a:xfrm>
            <a:custGeom>
              <a:avLst/>
              <a:gdLst/>
              <a:ahLst/>
              <a:cxnLst/>
              <a:rect l="l" t="t" r="r" b="b"/>
              <a:pathLst>
                <a:path w="7095" h="7000" extrusionOk="0">
                  <a:moveTo>
                    <a:pt x="7094" y="1"/>
                  </a:moveTo>
                  <a:lnTo>
                    <a:pt x="1457" y="64"/>
                  </a:lnTo>
                  <a:cubicBezTo>
                    <a:pt x="666" y="64"/>
                    <a:pt x="1" y="729"/>
                    <a:pt x="1" y="1521"/>
                  </a:cubicBezTo>
                  <a:lnTo>
                    <a:pt x="1" y="5670"/>
                  </a:lnTo>
                  <a:cubicBezTo>
                    <a:pt x="1" y="6303"/>
                    <a:pt x="381" y="6810"/>
                    <a:pt x="951" y="7000"/>
                  </a:cubicBezTo>
                  <a:lnTo>
                    <a:pt x="709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9" name="Google Shape;1891;p68">
            <a:extLst>
              <a:ext uri="{FF2B5EF4-FFF2-40B4-BE49-F238E27FC236}">
                <a16:creationId xmlns:a16="http://schemas.microsoft.com/office/drawing/2014/main" id="{A1AC21BD-34B2-46C6-1B2F-CE42075405DA}"/>
              </a:ext>
            </a:extLst>
          </p:cNvPr>
          <p:cNvGrpSpPr/>
          <p:nvPr/>
        </p:nvGrpSpPr>
        <p:grpSpPr>
          <a:xfrm>
            <a:off x="5913868" y="362889"/>
            <a:ext cx="499632" cy="580391"/>
            <a:chOff x="7360162" y="3160500"/>
            <a:chExt cx="1063833" cy="1235788"/>
          </a:xfrm>
        </p:grpSpPr>
        <p:sp>
          <p:nvSpPr>
            <p:cNvPr id="1650" name="Google Shape;1892;p68">
              <a:extLst>
                <a:ext uri="{FF2B5EF4-FFF2-40B4-BE49-F238E27FC236}">
                  <a16:creationId xmlns:a16="http://schemas.microsoft.com/office/drawing/2014/main" id="{F5230D98-15F4-0F96-F149-7EAF976545B8}"/>
                </a:ext>
              </a:extLst>
            </p:cNvPr>
            <p:cNvSpPr/>
            <p:nvPr/>
          </p:nvSpPr>
          <p:spPr>
            <a:xfrm>
              <a:off x="7360162" y="3225702"/>
              <a:ext cx="1063833" cy="1170586"/>
            </a:xfrm>
            <a:custGeom>
              <a:avLst/>
              <a:gdLst/>
              <a:ahLst/>
              <a:cxnLst/>
              <a:rect l="l" t="t" r="r" b="b"/>
              <a:pathLst>
                <a:path w="64067" h="70496" extrusionOk="0">
                  <a:moveTo>
                    <a:pt x="55231" y="9469"/>
                  </a:moveTo>
                  <a:lnTo>
                    <a:pt x="48802" y="3769"/>
                  </a:lnTo>
                  <a:lnTo>
                    <a:pt x="32081" y="0"/>
                  </a:lnTo>
                  <a:lnTo>
                    <a:pt x="15328" y="3706"/>
                  </a:lnTo>
                  <a:lnTo>
                    <a:pt x="8931" y="9406"/>
                  </a:lnTo>
                  <a:cubicBezTo>
                    <a:pt x="8931" y="9406"/>
                    <a:pt x="0" y="61280"/>
                    <a:pt x="20965" y="68310"/>
                  </a:cubicBezTo>
                  <a:cubicBezTo>
                    <a:pt x="26824" y="70305"/>
                    <a:pt x="29864" y="70495"/>
                    <a:pt x="31163" y="70432"/>
                  </a:cubicBezTo>
                  <a:cubicBezTo>
                    <a:pt x="31733" y="70369"/>
                    <a:pt x="32271" y="70369"/>
                    <a:pt x="32873" y="70432"/>
                  </a:cubicBezTo>
                  <a:cubicBezTo>
                    <a:pt x="34203" y="70495"/>
                    <a:pt x="37275" y="70305"/>
                    <a:pt x="43133" y="68374"/>
                  </a:cubicBezTo>
                  <a:cubicBezTo>
                    <a:pt x="64067" y="61343"/>
                    <a:pt x="55231" y="9469"/>
                    <a:pt x="55231" y="94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893;p68">
              <a:extLst>
                <a:ext uri="{FF2B5EF4-FFF2-40B4-BE49-F238E27FC236}">
                  <a16:creationId xmlns:a16="http://schemas.microsoft.com/office/drawing/2014/main" id="{0E603E69-41E5-1227-8BE9-A15F1F8F8B5A}"/>
                </a:ext>
              </a:extLst>
            </p:cNvPr>
            <p:cNvSpPr/>
            <p:nvPr/>
          </p:nvSpPr>
          <p:spPr>
            <a:xfrm>
              <a:off x="7443762" y="3160500"/>
              <a:ext cx="895043" cy="1167962"/>
            </a:xfrm>
            <a:custGeom>
              <a:avLst/>
              <a:gdLst/>
              <a:ahLst/>
              <a:cxnLst/>
              <a:rect l="l" t="t" r="r" b="b"/>
              <a:pathLst>
                <a:path w="53902" h="70338" extrusionOk="0">
                  <a:moveTo>
                    <a:pt x="45382" y="6619"/>
                  </a:moveTo>
                  <a:cubicBezTo>
                    <a:pt x="41962" y="3769"/>
                    <a:pt x="27014" y="0"/>
                    <a:pt x="27014" y="0"/>
                  </a:cubicBezTo>
                  <a:cubicBezTo>
                    <a:pt x="27014" y="0"/>
                    <a:pt x="12003" y="3737"/>
                    <a:pt x="8646" y="6587"/>
                  </a:cubicBezTo>
                  <a:cubicBezTo>
                    <a:pt x="2756" y="36546"/>
                    <a:pt x="1" y="70274"/>
                    <a:pt x="26983" y="70305"/>
                  </a:cubicBezTo>
                  <a:cubicBezTo>
                    <a:pt x="53901" y="70337"/>
                    <a:pt x="51241" y="36578"/>
                    <a:pt x="45382" y="661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894;p68">
              <a:extLst>
                <a:ext uri="{FF2B5EF4-FFF2-40B4-BE49-F238E27FC236}">
                  <a16:creationId xmlns:a16="http://schemas.microsoft.com/office/drawing/2014/main" id="{A47B0DB4-4766-5DB1-1B98-1FE8C86E907D}"/>
                </a:ext>
              </a:extLst>
            </p:cNvPr>
            <p:cNvSpPr/>
            <p:nvPr/>
          </p:nvSpPr>
          <p:spPr>
            <a:xfrm>
              <a:off x="7689847" y="3160500"/>
              <a:ext cx="400728" cy="1120622"/>
            </a:xfrm>
            <a:custGeom>
              <a:avLst/>
              <a:gdLst/>
              <a:ahLst/>
              <a:cxnLst/>
              <a:rect l="l" t="t" r="r" b="b"/>
              <a:pathLst>
                <a:path w="24133" h="67487" extrusionOk="0">
                  <a:moveTo>
                    <a:pt x="23911" y="3484"/>
                  </a:moveTo>
                  <a:cubicBezTo>
                    <a:pt x="18527" y="1584"/>
                    <a:pt x="12130" y="0"/>
                    <a:pt x="12130" y="0"/>
                  </a:cubicBezTo>
                  <a:cubicBezTo>
                    <a:pt x="12130" y="0"/>
                    <a:pt x="5764" y="1584"/>
                    <a:pt x="381" y="3484"/>
                  </a:cubicBezTo>
                  <a:cubicBezTo>
                    <a:pt x="1996" y="7791"/>
                    <a:pt x="5733" y="18210"/>
                    <a:pt x="6810" y="27394"/>
                  </a:cubicBezTo>
                  <a:cubicBezTo>
                    <a:pt x="8235" y="39333"/>
                    <a:pt x="2851" y="51937"/>
                    <a:pt x="1426" y="56181"/>
                  </a:cubicBezTo>
                  <a:cubicBezTo>
                    <a:pt x="1" y="60425"/>
                    <a:pt x="1109" y="67487"/>
                    <a:pt x="12067" y="67487"/>
                  </a:cubicBezTo>
                  <a:cubicBezTo>
                    <a:pt x="23024" y="67487"/>
                    <a:pt x="24133" y="60425"/>
                    <a:pt x="22707" y="56181"/>
                  </a:cubicBezTo>
                  <a:cubicBezTo>
                    <a:pt x="21282" y="51937"/>
                    <a:pt x="15930" y="39365"/>
                    <a:pt x="17355" y="27394"/>
                  </a:cubicBezTo>
                  <a:cubicBezTo>
                    <a:pt x="18559" y="18210"/>
                    <a:pt x="22296" y="7791"/>
                    <a:pt x="23911" y="34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895;p68">
              <a:extLst>
                <a:ext uri="{FF2B5EF4-FFF2-40B4-BE49-F238E27FC236}">
                  <a16:creationId xmlns:a16="http://schemas.microsoft.com/office/drawing/2014/main" id="{7D2A6EED-2D5C-DA8D-594E-3DAAB859E1CD}"/>
                </a:ext>
              </a:extLst>
            </p:cNvPr>
            <p:cNvSpPr/>
            <p:nvPr/>
          </p:nvSpPr>
          <p:spPr>
            <a:xfrm>
              <a:off x="7884926" y="3189938"/>
              <a:ext cx="15277" cy="739902"/>
            </a:xfrm>
            <a:custGeom>
              <a:avLst/>
              <a:gdLst/>
              <a:ahLst/>
              <a:cxnLst/>
              <a:rect l="l" t="t" r="r" b="b"/>
              <a:pathLst>
                <a:path w="920" h="44559" extrusionOk="0">
                  <a:moveTo>
                    <a:pt x="1" y="1"/>
                  </a:moveTo>
                  <a:lnTo>
                    <a:pt x="1" y="44559"/>
                  </a:lnTo>
                  <a:lnTo>
                    <a:pt x="919" y="44559"/>
                  </a:lnTo>
                  <a:lnTo>
                    <a:pt x="919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896;p68">
              <a:extLst>
                <a:ext uri="{FF2B5EF4-FFF2-40B4-BE49-F238E27FC236}">
                  <a16:creationId xmlns:a16="http://schemas.microsoft.com/office/drawing/2014/main" id="{D1135C7E-E002-D1CB-1E48-5695CCAA673E}"/>
                </a:ext>
              </a:extLst>
            </p:cNvPr>
            <p:cNvSpPr/>
            <p:nvPr/>
          </p:nvSpPr>
          <p:spPr>
            <a:xfrm>
              <a:off x="7835513" y="3307193"/>
              <a:ext cx="109908" cy="221411"/>
            </a:xfrm>
            <a:custGeom>
              <a:avLst/>
              <a:gdLst/>
              <a:ahLst/>
              <a:cxnLst/>
              <a:rect l="l" t="t" r="r" b="b"/>
              <a:pathLst>
                <a:path w="6619" h="13334" extrusionOk="0">
                  <a:moveTo>
                    <a:pt x="3325" y="1"/>
                  </a:moveTo>
                  <a:cubicBezTo>
                    <a:pt x="1488" y="1"/>
                    <a:pt x="0" y="1458"/>
                    <a:pt x="0" y="3263"/>
                  </a:cubicBezTo>
                  <a:lnTo>
                    <a:pt x="0" y="10008"/>
                  </a:lnTo>
                  <a:cubicBezTo>
                    <a:pt x="0" y="11877"/>
                    <a:pt x="1457" y="13334"/>
                    <a:pt x="3294" y="13334"/>
                  </a:cubicBezTo>
                  <a:cubicBezTo>
                    <a:pt x="5162" y="13334"/>
                    <a:pt x="6619" y="11877"/>
                    <a:pt x="6619" y="10040"/>
                  </a:cubicBezTo>
                  <a:lnTo>
                    <a:pt x="6619" y="3326"/>
                  </a:lnTo>
                  <a:cubicBezTo>
                    <a:pt x="6619" y="1458"/>
                    <a:pt x="5162" y="1"/>
                    <a:pt x="332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897;p68">
              <a:extLst>
                <a:ext uri="{FF2B5EF4-FFF2-40B4-BE49-F238E27FC236}">
                  <a16:creationId xmlns:a16="http://schemas.microsoft.com/office/drawing/2014/main" id="{17699EB6-6F9D-397A-0782-968DEB25AB11}"/>
                </a:ext>
              </a:extLst>
            </p:cNvPr>
            <p:cNvSpPr/>
            <p:nvPr/>
          </p:nvSpPr>
          <p:spPr>
            <a:xfrm>
              <a:off x="8029014" y="3342426"/>
              <a:ext cx="257162" cy="725705"/>
            </a:xfrm>
            <a:custGeom>
              <a:avLst/>
              <a:gdLst/>
              <a:ahLst/>
              <a:cxnLst/>
              <a:rect l="l" t="t" r="r" b="b"/>
              <a:pathLst>
                <a:path w="15487" h="43704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6492" y="10040"/>
                    <a:pt x="0" y="30213"/>
                    <a:pt x="12161" y="43704"/>
                  </a:cubicBezTo>
                  <a:cubicBezTo>
                    <a:pt x="15486" y="32145"/>
                    <a:pt x="13808" y="15804"/>
                    <a:pt x="109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898;p68">
              <a:extLst>
                <a:ext uri="{FF2B5EF4-FFF2-40B4-BE49-F238E27FC236}">
                  <a16:creationId xmlns:a16="http://schemas.microsoft.com/office/drawing/2014/main" id="{EBD933E7-C576-7F0A-A81E-5A0B696D5ABD}"/>
                </a:ext>
              </a:extLst>
            </p:cNvPr>
            <p:cNvSpPr/>
            <p:nvPr/>
          </p:nvSpPr>
          <p:spPr>
            <a:xfrm>
              <a:off x="7497392" y="3341911"/>
              <a:ext cx="256116" cy="725705"/>
            </a:xfrm>
            <a:custGeom>
              <a:avLst/>
              <a:gdLst/>
              <a:ahLst/>
              <a:cxnLst/>
              <a:rect l="l" t="t" r="r" b="b"/>
              <a:pathLst>
                <a:path w="15424" h="43704" extrusionOk="0">
                  <a:moveTo>
                    <a:pt x="4530" y="0"/>
                  </a:moveTo>
                  <a:lnTo>
                    <a:pt x="4530" y="0"/>
                  </a:lnTo>
                  <a:cubicBezTo>
                    <a:pt x="1648" y="15803"/>
                    <a:pt x="1" y="32144"/>
                    <a:pt x="3326" y="43703"/>
                  </a:cubicBezTo>
                  <a:cubicBezTo>
                    <a:pt x="15424" y="30212"/>
                    <a:pt x="8963" y="10008"/>
                    <a:pt x="453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899;p68">
              <a:extLst>
                <a:ext uri="{FF2B5EF4-FFF2-40B4-BE49-F238E27FC236}">
                  <a16:creationId xmlns:a16="http://schemas.microsoft.com/office/drawing/2014/main" id="{9537A5BC-438D-5AC8-F672-7AFEB4F8F81A}"/>
                </a:ext>
              </a:extLst>
            </p:cNvPr>
            <p:cNvSpPr/>
            <p:nvPr/>
          </p:nvSpPr>
          <p:spPr>
            <a:xfrm>
              <a:off x="7823940" y="333560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900;p68">
              <a:extLst>
                <a:ext uri="{FF2B5EF4-FFF2-40B4-BE49-F238E27FC236}">
                  <a16:creationId xmlns:a16="http://schemas.microsoft.com/office/drawing/2014/main" id="{018120A7-DF74-DCD7-BAAC-A67DF5E12A1A}"/>
                </a:ext>
              </a:extLst>
            </p:cNvPr>
            <p:cNvSpPr/>
            <p:nvPr/>
          </p:nvSpPr>
          <p:spPr>
            <a:xfrm>
              <a:off x="7823940" y="3371880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901;p68">
              <a:extLst>
                <a:ext uri="{FF2B5EF4-FFF2-40B4-BE49-F238E27FC236}">
                  <a16:creationId xmlns:a16="http://schemas.microsoft.com/office/drawing/2014/main" id="{0ABCC9BD-A073-D0BB-B647-9AB13B8ABFF3}"/>
                </a:ext>
              </a:extLst>
            </p:cNvPr>
            <p:cNvSpPr/>
            <p:nvPr/>
          </p:nvSpPr>
          <p:spPr>
            <a:xfrm>
              <a:off x="7823940" y="340869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902;p68">
              <a:extLst>
                <a:ext uri="{FF2B5EF4-FFF2-40B4-BE49-F238E27FC236}">
                  <a16:creationId xmlns:a16="http://schemas.microsoft.com/office/drawing/2014/main" id="{256DB30E-A000-F011-ACF9-EFA712340894}"/>
                </a:ext>
              </a:extLst>
            </p:cNvPr>
            <p:cNvSpPr/>
            <p:nvPr/>
          </p:nvSpPr>
          <p:spPr>
            <a:xfrm>
              <a:off x="7823940" y="3446015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1"/>
                  </a:moveTo>
                  <a:lnTo>
                    <a:pt x="829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903;p68">
              <a:extLst>
                <a:ext uri="{FF2B5EF4-FFF2-40B4-BE49-F238E27FC236}">
                  <a16:creationId xmlns:a16="http://schemas.microsoft.com/office/drawing/2014/main" id="{13A02E5E-1C99-46FB-F5B5-45B2727D8434}"/>
                </a:ext>
              </a:extLst>
            </p:cNvPr>
            <p:cNvSpPr/>
            <p:nvPr/>
          </p:nvSpPr>
          <p:spPr>
            <a:xfrm>
              <a:off x="7823940" y="3482826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904;p68">
              <a:extLst>
                <a:ext uri="{FF2B5EF4-FFF2-40B4-BE49-F238E27FC236}">
                  <a16:creationId xmlns:a16="http://schemas.microsoft.com/office/drawing/2014/main" id="{6D223321-0B33-222A-EBAB-622781E81A2D}"/>
                </a:ext>
              </a:extLst>
            </p:cNvPr>
            <p:cNvSpPr/>
            <p:nvPr/>
          </p:nvSpPr>
          <p:spPr>
            <a:xfrm>
              <a:off x="8078958" y="3270399"/>
              <a:ext cx="136742" cy="840861"/>
            </a:xfrm>
            <a:custGeom>
              <a:avLst/>
              <a:gdLst/>
              <a:ahLst/>
              <a:cxnLst/>
              <a:rect l="l" t="t" r="r" b="b"/>
              <a:pathLst>
                <a:path w="8235" h="50639" fill="none" extrusionOk="0">
                  <a:moveTo>
                    <a:pt x="7126" y="0"/>
                  </a:moveTo>
                  <a:cubicBezTo>
                    <a:pt x="7126" y="0"/>
                    <a:pt x="1" y="13111"/>
                    <a:pt x="64" y="29199"/>
                  </a:cubicBezTo>
                  <a:cubicBezTo>
                    <a:pt x="191" y="45287"/>
                    <a:pt x="8235" y="50639"/>
                    <a:pt x="8235" y="50639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rgbClr val="FFFFFF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905;p68">
              <a:extLst>
                <a:ext uri="{FF2B5EF4-FFF2-40B4-BE49-F238E27FC236}">
                  <a16:creationId xmlns:a16="http://schemas.microsoft.com/office/drawing/2014/main" id="{DA3E3B34-6589-3071-AFE4-345B79E5466C}"/>
                </a:ext>
              </a:extLst>
            </p:cNvPr>
            <p:cNvSpPr/>
            <p:nvPr/>
          </p:nvSpPr>
          <p:spPr>
            <a:xfrm>
              <a:off x="7568905" y="3278286"/>
              <a:ext cx="136742" cy="832973"/>
            </a:xfrm>
            <a:custGeom>
              <a:avLst/>
              <a:gdLst/>
              <a:ahLst/>
              <a:cxnLst/>
              <a:rect l="l" t="t" r="r" b="b"/>
              <a:pathLst>
                <a:path w="8235" h="50164" fill="none" extrusionOk="0">
                  <a:moveTo>
                    <a:pt x="1331" y="0"/>
                  </a:moveTo>
                  <a:cubicBezTo>
                    <a:pt x="1331" y="0"/>
                    <a:pt x="8235" y="12668"/>
                    <a:pt x="8140" y="28724"/>
                  </a:cubicBezTo>
                  <a:cubicBezTo>
                    <a:pt x="8045" y="44812"/>
                    <a:pt x="1" y="50164"/>
                    <a:pt x="1" y="50164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906;p68">
              <a:extLst>
                <a:ext uri="{FF2B5EF4-FFF2-40B4-BE49-F238E27FC236}">
                  <a16:creationId xmlns:a16="http://schemas.microsoft.com/office/drawing/2014/main" id="{152494D8-4087-869B-2DA9-574963538C64}"/>
                </a:ext>
              </a:extLst>
            </p:cNvPr>
            <p:cNvSpPr/>
            <p:nvPr/>
          </p:nvSpPr>
          <p:spPr>
            <a:xfrm>
              <a:off x="7361208" y="3160500"/>
              <a:ext cx="839798" cy="1234964"/>
            </a:xfrm>
            <a:custGeom>
              <a:avLst/>
              <a:gdLst/>
              <a:ahLst/>
              <a:cxnLst/>
              <a:rect l="l" t="t" r="r" b="b"/>
              <a:pathLst>
                <a:path w="50575" h="74373" extrusionOk="0">
                  <a:moveTo>
                    <a:pt x="31891" y="0"/>
                  </a:moveTo>
                  <a:cubicBezTo>
                    <a:pt x="31860" y="0"/>
                    <a:pt x="31860" y="0"/>
                    <a:pt x="31828" y="32"/>
                  </a:cubicBezTo>
                  <a:cubicBezTo>
                    <a:pt x="31765" y="32"/>
                    <a:pt x="31701" y="64"/>
                    <a:pt x="31670" y="64"/>
                  </a:cubicBezTo>
                  <a:lnTo>
                    <a:pt x="31575" y="64"/>
                  </a:lnTo>
                  <a:cubicBezTo>
                    <a:pt x="31543" y="64"/>
                    <a:pt x="31511" y="127"/>
                    <a:pt x="31416" y="127"/>
                  </a:cubicBezTo>
                  <a:cubicBezTo>
                    <a:pt x="31353" y="127"/>
                    <a:pt x="31321" y="159"/>
                    <a:pt x="31226" y="159"/>
                  </a:cubicBezTo>
                  <a:cubicBezTo>
                    <a:pt x="31195" y="159"/>
                    <a:pt x="31131" y="190"/>
                    <a:pt x="31100" y="190"/>
                  </a:cubicBezTo>
                  <a:cubicBezTo>
                    <a:pt x="31068" y="190"/>
                    <a:pt x="31005" y="254"/>
                    <a:pt x="30941" y="254"/>
                  </a:cubicBezTo>
                  <a:cubicBezTo>
                    <a:pt x="30910" y="254"/>
                    <a:pt x="30878" y="285"/>
                    <a:pt x="30846" y="285"/>
                  </a:cubicBezTo>
                  <a:cubicBezTo>
                    <a:pt x="30720" y="317"/>
                    <a:pt x="30593" y="349"/>
                    <a:pt x="30435" y="412"/>
                  </a:cubicBezTo>
                  <a:cubicBezTo>
                    <a:pt x="30403" y="412"/>
                    <a:pt x="30371" y="444"/>
                    <a:pt x="30308" y="444"/>
                  </a:cubicBezTo>
                  <a:cubicBezTo>
                    <a:pt x="30054" y="507"/>
                    <a:pt x="29738" y="602"/>
                    <a:pt x="29421" y="665"/>
                  </a:cubicBezTo>
                  <a:cubicBezTo>
                    <a:pt x="29358" y="665"/>
                    <a:pt x="29326" y="729"/>
                    <a:pt x="29294" y="729"/>
                  </a:cubicBezTo>
                  <a:cubicBezTo>
                    <a:pt x="28946" y="792"/>
                    <a:pt x="28566" y="919"/>
                    <a:pt x="28186" y="1045"/>
                  </a:cubicBezTo>
                  <a:cubicBezTo>
                    <a:pt x="28154" y="1045"/>
                    <a:pt x="28091" y="1077"/>
                    <a:pt x="28059" y="1077"/>
                  </a:cubicBezTo>
                  <a:cubicBezTo>
                    <a:pt x="27838" y="1140"/>
                    <a:pt x="27553" y="1235"/>
                    <a:pt x="27268" y="1299"/>
                  </a:cubicBezTo>
                  <a:lnTo>
                    <a:pt x="27236" y="1299"/>
                  </a:lnTo>
                  <a:cubicBezTo>
                    <a:pt x="27078" y="1362"/>
                    <a:pt x="26951" y="1394"/>
                    <a:pt x="26793" y="1425"/>
                  </a:cubicBezTo>
                  <a:cubicBezTo>
                    <a:pt x="26761" y="1425"/>
                    <a:pt x="26729" y="1425"/>
                    <a:pt x="26729" y="1457"/>
                  </a:cubicBezTo>
                  <a:lnTo>
                    <a:pt x="25874" y="1710"/>
                  </a:lnTo>
                  <a:cubicBezTo>
                    <a:pt x="25843" y="1710"/>
                    <a:pt x="25843" y="1710"/>
                    <a:pt x="25811" y="1742"/>
                  </a:cubicBezTo>
                  <a:cubicBezTo>
                    <a:pt x="25652" y="1774"/>
                    <a:pt x="25526" y="1837"/>
                    <a:pt x="25367" y="1869"/>
                  </a:cubicBezTo>
                  <a:cubicBezTo>
                    <a:pt x="25336" y="1869"/>
                    <a:pt x="25304" y="1900"/>
                    <a:pt x="25209" y="1900"/>
                  </a:cubicBezTo>
                  <a:cubicBezTo>
                    <a:pt x="24924" y="1996"/>
                    <a:pt x="24702" y="2059"/>
                    <a:pt x="24417" y="2154"/>
                  </a:cubicBezTo>
                  <a:cubicBezTo>
                    <a:pt x="24386" y="2154"/>
                    <a:pt x="24291" y="2186"/>
                    <a:pt x="24259" y="2186"/>
                  </a:cubicBezTo>
                  <a:cubicBezTo>
                    <a:pt x="24101" y="2217"/>
                    <a:pt x="23974" y="2249"/>
                    <a:pt x="23816" y="2312"/>
                  </a:cubicBezTo>
                  <a:cubicBezTo>
                    <a:pt x="23784" y="2312"/>
                    <a:pt x="23752" y="2344"/>
                    <a:pt x="23721" y="2344"/>
                  </a:cubicBezTo>
                  <a:cubicBezTo>
                    <a:pt x="23436" y="2407"/>
                    <a:pt x="23182" y="2502"/>
                    <a:pt x="22929" y="2566"/>
                  </a:cubicBezTo>
                  <a:cubicBezTo>
                    <a:pt x="22834" y="2629"/>
                    <a:pt x="22802" y="2629"/>
                    <a:pt x="22707" y="2661"/>
                  </a:cubicBezTo>
                  <a:cubicBezTo>
                    <a:pt x="22549" y="2692"/>
                    <a:pt x="22454" y="2724"/>
                    <a:pt x="22296" y="2787"/>
                  </a:cubicBezTo>
                  <a:cubicBezTo>
                    <a:pt x="22201" y="2819"/>
                    <a:pt x="22137" y="2819"/>
                    <a:pt x="22074" y="2851"/>
                  </a:cubicBezTo>
                  <a:cubicBezTo>
                    <a:pt x="21852" y="2946"/>
                    <a:pt x="21599" y="3009"/>
                    <a:pt x="21409" y="3104"/>
                  </a:cubicBezTo>
                  <a:cubicBezTo>
                    <a:pt x="21346" y="3136"/>
                    <a:pt x="21250" y="3136"/>
                    <a:pt x="21187" y="3167"/>
                  </a:cubicBezTo>
                  <a:cubicBezTo>
                    <a:pt x="21060" y="3199"/>
                    <a:pt x="20902" y="3262"/>
                    <a:pt x="20775" y="3294"/>
                  </a:cubicBezTo>
                  <a:cubicBezTo>
                    <a:pt x="20617" y="3326"/>
                    <a:pt x="20459" y="3421"/>
                    <a:pt x="20332" y="3452"/>
                  </a:cubicBezTo>
                  <a:cubicBezTo>
                    <a:pt x="17450" y="4466"/>
                    <a:pt x="14790" y="5574"/>
                    <a:pt x="13618" y="6587"/>
                  </a:cubicBezTo>
                  <a:cubicBezTo>
                    <a:pt x="13428" y="7601"/>
                    <a:pt x="13207" y="8646"/>
                    <a:pt x="13017" y="9691"/>
                  </a:cubicBezTo>
                  <a:lnTo>
                    <a:pt x="8900" y="13333"/>
                  </a:lnTo>
                  <a:cubicBezTo>
                    <a:pt x="8900" y="13333"/>
                    <a:pt x="1" y="65207"/>
                    <a:pt x="20934" y="72237"/>
                  </a:cubicBezTo>
                  <a:cubicBezTo>
                    <a:pt x="26227" y="74040"/>
                    <a:pt x="29220" y="74369"/>
                    <a:pt x="30729" y="74369"/>
                  </a:cubicBezTo>
                  <a:cubicBezTo>
                    <a:pt x="30890" y="74369"/>
                    <a:pt x="31035" y="74365"/>
                    <a:pt x="31163" y="74359"/>
                  </a:cubicBezTo>
                  <a:cubicBezTo>
                    <a:pt x="31432" y="74327"/>
                    <a:pt x="31709" y="74311"/>
                    <a:pt x="31990" y="74311"/>
                  </a:cubicBezTo>
                  <a:cubicBezTo>
                    <a:pt x="32271" y="74311"/>
                    <a:pt x="32556" y="74327"/>
                    <a:pt x="32841" y="74359"/>
                  </a:cubicBezTo>
                  <a:cubicBezTo>
                    <a:pt x="32984" y="74367"/>
                    <a:pt x="33148" y="74372"/>
                    <a:pt x="33332" y="74372"/>
                  </a:cubicBezTo>
                  <a:cubicBezTo>
                    <a:pt x="34536" y="74372"/>
                    <a:pt x="36644" y="74157"/>
                    <a:pt x="39967" y="73251"/>
                  </a:cubicBezTo>
                  <a:cubicBezTo>
                    <a:pt x="43261" y="71604"/>
                    <a:pt x="45762" y="69704"/>
                    <a:pt x="47029" y="67550"/>
                  </a:cubicBezTo>
                  <a:cubicBezTo>
                    <a:pt x="50574" y="61288"/>
                    <a:pt x="49159" y="59727"/>
                    <a:pt x="45395" y="59727"/>
                  </a:cubicBezTo>
                  <a:cubicBezTo>
                    <a:pt x="41653" y="59727"/>
                    <a:pt x="35588" y="61271"/>
                    <a:pt x="29771" y="61271"/>
                  </a:cubicBezTo>
                  <a:cubicBezTo>
                    <a:pt x="29368" y="61271"/>
                    <a:pt x="28966" y="61264"/>
                    <a:pt x="28566" y="61248"/>
                  </a:cubicBezTo>
                  <a:cubicBezTo>
                    <a:pt x="16595" y="60773"/>
                    <a:pt x="14790" y="46395"/>
                    <a:pt x="18527" y="26634"/>
                  </a:cubicBezTo>
                  <a:cubicBezTo>
                    <a:pt x="22201" y="6873"/>
                    <a:pt x="31986" y="0"/>
                    <a:pt x="3198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5" name="Google Shape;1907;p68">
            <a:extLst>
              <a:ext uri="{FF2B5EF4-FFF2-40B4-BE49-F238E27FC236}">
                <a16:creationId xmlns:a16="http://schemas.microsoft.com/office/drawing/2014/main" id="{82FAC92E-217D-F3D5-6A49-8FB4E9E72AAE}"/>
              </a:ext>
            </a:extLst>
          </p:cNvPr>
          <p:cNvGrpSpPr/>
          <p:nvPr/>
        </p:nvGrpSpPr>
        <p:grpSpPr>
          <a:xfrm>
            <a:off x="1710336" y="3403091"/>
            <a:ext cx="1483510" cy="954159"/>
            <a:chOff x="5799501" y="3247785"/>
            <a:chExt cx="1699001" cy="1092758"/>
          </a:xfrm>
        </p:grpSpPr>
        <p:sp>
          <p:nvSpPr>
            <p:cNvPr id="1666" name="Google Shape;1908;p68">
              <a:extLst>
                <a:ext uri="{FF2B5EF4-FFF2-40B4-BE49-F238E27FC236}">
                  <a16:creationId xmlns:a16="http://schemas.microsoft.com/office/drawing/2014/main" id="{5027D8F6-8FFC-7320-4305-2DDA574A2AD1}"/>
                </a:ext>
              </a:extLst>
            </p:cNvPr>
            <p:cNvSpPr/>
            <p:nvPr/>
          </p:nvSpPr>
          <p:spPr>
            <a:xfrm>
              <a:off x="5799501" y="3247785"/>
              <a:ext cx="548496" cy="1092758"/>
            </a:xfrm>
            <a:custGeom>
              <a:avLst/>
              <a:gdLst/>
              <a:ahLst/>
              <a:cxnLst/>
              <a:rect l="l" t="t" r="r" b="b"/>
              <a:pathLst>
                <a:path w="33032" h="65809" extrusionOk="0">
                  <a:moveTo>
                    <a:pt x="0" y="0"/>
                  </a:moveTo>
                  <a:lnTo>
                    <a:pt x="33031" y="0"/>
                  </a:lnTo>
                  <a:lnTo>
                    <a:pt x="33031" y="65808"/>
                  </a:lnTo>
                  <a:lnTo>
                    <a:pt x="0" y="6580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909;p68">
              <a:extLst>
                <a:ext uri="{FF2B5EF4-FFF2-40B4-BE49-F238E27FC236}">
                  <a16:creationId xmlns:a16="http://schemas.microsoft.com/office/drawing/2014/main" id="{851C433D-AB19-D2E1-DB61-1F80284BBD10}"/>
                </a:ext>
              </a:extLst>
            </p:cNvPr>
            <p:cNvSpPr/>
            <p:nvPr/>
          </p:nvSpPr>
          <p:spPr>
            <a:xfrm>
              <a:off x="5799501" y="3247785"/>
              <a:ext cx="548496" cy="116750"/>
            </a:xfrm>
            <a:custGeom>
              <a:avLst/>
              <a:gdLst/>
              <a:ahLst/>
              <a:cxnLst/>
              <a:rect l="l" t="t" r="r" b="b"/>
              <a:pathLst>
                <a:path w="33032" h="7031" extrusionOk="0">
                  <a:moveTo>
                    <a:pt x="0" y="0"/>
                  </a:moveTo>
                  <a:lnTo>
                    <a:pt x="33031" y="0"/>
                  </a:lnTo>
                  <a:lnTo>
                    <a:pt x="33031" y="7031"/>
                  </a:lnTo>
                  <a:lnTo>
                    <a:pt x="0" y="703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910;p68">
              <a:extLst>
                <a:ext uri="{FF2B5EF4-FFF2-40B4-BE49-F238E27FC236}">
                  <a16:creationId xmlns:a16="http://schemas.microsoft.com/office/drawing/2014/main" id="{CDBD00B3-AA8A-DEC8-DE6A-DD4A0F2F7AE8}"/>
                </a:ext>
              </a:extLst>
            </p:cNvPr>
            <p:cNvSpPr/>
            <p:nvPr/>
          </p:nvSpPr>
          <p:spPr>
            <a:xfrm>
              <a:off x="5799501" y="3869823"/>
              <a:ext cx="548496" cy="470669"/>
            </a:xfrm>
            <a:custGeom>
              <a:avLst/>
              <a:gdLst/>
              <a:ahLst/>
              <a:cxnLst/>
              <a:rect l="l" t="t" r="r" b="b"/>
              <a:pathLst>
                <a:path w="33032" h="28345" extrusionOk="0">
                  <a:moveTo>
                    <a:pt x="0" y="1"/>
                  </a:moveTo>
                  <a:lnTo>
                    <a:pt x="33031" y="1"/>
                  </a:lnTo>
                  <a:lnTo>
                    <a:pt x="33031" y="28344"/>
                  </a:lnTo>
                  <a:lnTo>
                    <a:pt x="0" y="2834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911;p68">
              <a:extLst>
                <a:ext uri="{FF2B5EF4-FFF2-40B4-BE49-F238E27FC236}">
                  <a16:creationId xmlns:a16="http://schemas.microsoft.com/office/drawing/2014/main" id="{D2B5D491-CEE6-6845-24F7-9F1106EAD854}"/>
                </a:ext>
              </a:extLst>
            </p:cNvPr>
            <p:cNvSpPr/>
            <p:nvPr/>
          </p:nvSpPr>
          <p:spPr>
            <a:xfrm>
              <a:off x="5847868" y="3794110"/>
              <a:ext cx="438588" cy="46295"/>
            </a:xfrm>
            <a:custGeom>
              <a:avLst/>
              <a:gdLst/>
              <a:ahLst/>
              <a:cxnLst/>
              <a:rect l="l" t="t" r="r" b="b"/>
              <a:pathLst>
                <a:path w="26413" h="2788" extrusionOk="0">
                  <a:moveTo>
                    <a:pt x="1394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54"/>
                    <a:pt x="634" y="2787"/>
                    <a:pt x="1394" y="2787"/>
                  </a:cubicBezTo>
                  <a:lnTo>
                    <a:pt x="25020" y="2787"/>
                  </a:lnTo>
                  <a:cubicBezTo>
                    <a:pt x="25811" y="2787"/>
                    <a:pt x="26413" y="2122"/>
                    <a:pt x="26413" y="1394"/>
                  </a:cubicBezTo>
                  <a:cubicBezTo>
                    <a:pt x="26413" y="634"/>
                    <a:pt x="25780" y="0"/>
                    <a:pt x="2502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912;p68">
              <a:extLst>
                <a:ext uri="{FF2B5EF4-FFF2-40B4-BE49-F238E27FC236}">
                  <a16:creationId xmlns:a16="http://schemas.microsoft.com/office/drawing/2014/main" id="{A64450C4-90DF-99C5-6182-E9050688BCCA}"/>
                </a:ext>
              </a:extLst>
            </p:cNvPr>
            <p:cNvSpPr/>
            <p:nvPr/>
          </p:nvSpPr>
          <p:spPr>
            <a:xfrm>
              <a:off x="6019817" y="4069630"/>
              <a:ext cx="71020" cy="71020"/>
            </a:xfrm>
            <a:custGeom>
              <a:avLst/>
              <a:gdLst/>
              <a:ahLst/>
              <a:cxnLst/>
              <a:rect l="l" t="t" r="r" b="b"/>
              <a:pathLst>
                <a:path w="4277" h="4277" extrusionOk="0">
                  <a:moveTo>
                    <a:pt x="2123" y="1"/>
                  </a:moveTo>
                  <a:cubicBezTo>
                    <a:pt x="951" y="1"/>
                    <a:pt x="1" y="951"/>
                    <a:pt x="1" y="2123"/>
                  </a:cubicBezTo>
                  <a:cubicBezTo>
                    <a:pt x="1" y="3326"/>
                    <a:pt x="951" y="4276"/>
                    <a:pt x="2123" y="4276"/>
                  </a:cubicBezTo>
                  <a:cubicBezTo>
                    <a:pt x="3326" y="4276"/>
                    <a:pt x="4276" y="3326"/>
                    <a:pt x="4276" y="2123"/>
                  </a:cubicBezTo>
                  <a:cubicBezTo>
                    <a:pt x="4276" y="951"/>
                    <a:pt x="3326" y="1"/>
                    <a:pt x="2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913;p68">
              <a:extLst>
                <a:ext uri="{FF2B5EF4-FFF2-40B4-BE49-F238E27FC236}">
                  <a16:creationId xmlns:a16="http://schemas.microsoft.com/office/drawing/2014/main" id="{AFA3C95D-ED46-40D2-EEE8-B9C7360EF71B}"/>
                </a:ext>
              </a:extLst>
            </p:cNvPr>
            <p:cNvSpPr/>
            <p:nvPr/>
          </p:nvSpPr>
          <p:spPr>
            <a:xfrm>
              <a:off x="7158757" y="3431819"/>
              <a:ext cx="329742" cy="509059"/>
            </a:xfrm>
            <a:custGeom>
              <a:avLst/>
              <a:gdLst/>
              <a:ahLst/>
              <a:cxnLst/>
              <a:rect l="l" t="t" r="r" b="b"/>
              <a:pathLst>
                <a:path w="19858" h="30657" fill="none" extrusionOk="0">
                  <a:moveTo>
                    <a:pt x="1" y="1"/>
                  </a:moveTo>
                  <a:cubicBezTo>
                    <a:pt x="1" y="1"/>
                    <a:pt x="19857" y="17957"/>
                    <a:pt x="1" y="30656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41950" cap="flat" cmpd="sng">
              <a:solidFill>
                <a:schemeClr val="lt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914;p68">
              <a:extLst>
                <a:ext uri="{FF2B5EF4-FFF2-40B4-BE49-F238E27FC236}">
                  <a16:creationId xmlns:a16="http://schemas.microsoft.com/office/drawing/2014/main" id="{55B75FF1-82CC-E11C-0D03-46F94A2E56E8}"/>
                </a:ext>
              </a:extLst>
            </p:cNvPr>
            <p:cNvSpPr/>
            <p:nvPr/>
          </p:nvSpPr>
          <p:spPr>
            <a:xfrm>
              <a:off x="7068847" y="3578529"/>
              <a:ext cx="429654" cy="644191"/>
            </a:xfrm>
            <a:custGeom>
              <a:avLst/>
              <a:gdLst/>
              <a:ahLst/>
              <a:cxnLst/>
              <a:rect l="l" t="t" r="r" b="b"/>
              <a:pathLst>
                <a:path w="25875" h="38795" fill="none" extrusionOk="0">
                  <a:moveTo>
                    <a:pt x="6018" y="0"/>
                  </a:moveTo>
                  <a:cubicBezTo>
                    <a:pt x="6018" y="0"/>
                    <a:pt x="25874" y="17545"/>
                    <a:pt x="1" y="38795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 w="41950" cap="flat" cmpd="sng">
              <a:solidFill>
                <a:schemeClr val="dk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915;p68">
              <a:extLst>
                <a:ext uri="{FF2B5EF4-FFF2-40B4-BE49-F238E27FC236}">
                  <a16:creationId xmlns:a16="http://schemas.microsoft.com/office/drawing/2014/main" id="{6E38BDA4-088A-23EA-FBB0-ED5E8E0CAF15}"/>
                </a:ext>
              </a:extLst>
            </p:cNvPr>
            <p:cNvSpPr/>
            <p:nvPr/>
          </p:nvSpPr>
          <p:spPr>
            <a:xfrm>
              <a:off x="6347942" y="3247785"/>
              <a:ext cx="780917" cy="1092758"/>
            </a:xfrm>
            <a:custGeom>
              <a:avLst/>
              <a:gdLst/>
              <a:ahLst/>
              <a:cxnLst/>
              <a:rect l="l" t="t" r="r" b="b"/>
              <a:pathLst>
                <a:path w="47029" h="65809" extrusionOk="0">
                  <a:moveTo>
                    <a:pt x="0" y="0"/>
                  </a:moveTo>
                  <a:lnTo>
                    <a:pt x="47029" y="0"/>
                  </a:lnTo>
                  <a:lnTo>
                    <a:pt x="47029" y="65808"/>
                  </a:lnTo>
                  <a:lnTo>
                    <a:pt x="0" y="6580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916;p68">
              <a:extLst>
                <a:ext uri="{FF2B5EF4-FFF2-40B4-BE49-F238E27FC236}">
                  <a16:creationId xmlns:a16="http://schemas.microsoft.com/office/drawing/2014/main" id="{3E839FA0-7962-7526-2E7B-7329BD49F654}"/>
                </a:ext>
              </a:extLst>
            </p:cNvPr>
            <p:cNvSpPr/>
            <p:nvPr/>
          </p:nvSpPr>
          <p:spPr>
            <a:xfrm>
              <a:off x="7129319" y="3391340"/>
              <a:ext cx="78890" cy="275560"/>
            </a:xfrm>
            <a:custGeom>
              <a:avLst/>
              <a:gdLst/>
              <a:ahLst/>
              <a:cxnLst/>
              <a:rect l="l" t="t" r="r" b="b"/>
              <a:pathLst>
                <a:path w="4751" h="16595" extrusionOk="0">
                  <a:moveTo>
                    <a:pt x="0" y="0"/>
                  </a:moveTo>
                  <a:lnTo>
                    <a:pt x="4751" y="0"/>
                  </a:lnTo>
                  <a:lnTo>
                    <a:pt x="4751" y="16595"/>
                  </a:lnTo>
                  <a:lnTo>
                    <a:pt x="0" y="1659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917;p68">
              <a:extLst>
                <a:ext uri="{FF2B5EF4-FFF2-40B4-BE49-F238E27FC236}">
                  <a16:creationId xmlns:a16="http://schemas.microsoft.com/office/drawing/2014/main" id="{DFDC776B-29AF-20E8-58C8-B7E36B92216D}"/>
                </a:ext>
              </a:extLst>
            </p:cNvPr>
            <p:cNvSpPr/>
            <p:nvPr/>
          </p:nvSpPr>
          <p:spPr>
            <a:xfrm>
              <a:off x="7129319" y="3850363"/>
              <a:ext cx="58915" cy="180397"/>
            </a:xfrm>
            <a:custGeom>
              <a:avLst/>
              <a:gdLst/>
              <a:ahLst/>
              <a:cxnLst/>
              <a:rect l="l" t="t" r="r" b="b"/>
              <a:pathLst>
                <a:path w="3548" h="10864" extrusionOk="0">
                  <a:moveTo>
                    <a:pt x="0" y="1"/>
                  </a:moveTo>
                  <a:lnTo>
                    <a:pt x="3547" y="1"/>
                  </a:lnTo>
                  <a:lnTo>
                    <a:pt x="3547" y="10863"/>
                  </a:lnTo>
                  <a:lnTo>
                    <a:pt x="0" y="1086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918;p68">
              <a:extLst>
                <a:ext uri="{FF2B5EF4-FFF2-40B4-BE49-F238E27FC236}">
                  <a16:creationId xmlns:a16="http://schemas.microsoft.com/office/drawing/2014/main" id="{B8B432DF-5CD1-F281-A2CA-16193C320C0F}"/>
                </a:ext>
              </a:extLst>
            </p:cNvPr>
            <p:cNvSpPr/>
            <p:nvPr/>
          </p:nvSpPr>
          <p:spPr>
            <a:xfrm>
              <a:off x="6426810" y="3349266"/>
              <a:ext cx="616859" cy="833505"/>
            </a:xfrm>
            <a:custGeom>
              <a:avLst/>
              <a:gdLst/>
              <a:ahLst/>
              <a:cxnLst/>
              <a:rect l="l" t="t" r="r" b="b"/>
              <a:pathLst>
                <a:path w="37149" h="50196" extrusionOk="0">
                  <a:moveTo>
                    <a:pt x="1" y="1"/>
                  </a:moveTo>
                  <a:lnTo>
                    <a:pt x="37148" y="1"/>
                  </a:lnTo>
                  <a:lnTo>
                    <a:pt x="37148" y="50196"/>
                  </a:lnTo>
                  <a:lnTo>
                    <a:pt x="1" y="5019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919;p68">
              <a:extLst>
                <a:ext uri="{FF2B5EF4-FFF2-40B4-BE49-F238E27FC236}">
                  <a16:creationId xmlns:a16="http://schemas.microsoft.com/office/drawing/2014/main" id="{52EEE3FC-C6FA-87D2-3F61-7C073CFD64A7}"/>
                </a:ext>
              </a:extLst>
            </p:cNvPr>
            <p:cNvSpPr/>
            <p:nvPr/>
          </p:nvSpPr>
          <p:spPr>
            <a:xfrm>
              <a:off x="6426810" y="3459166"/>
              <a:ext cx="507997" cy="119390"/>
            </a:xfrm>
            <a:custGeom>
              <a:avLst/>
              <a:gdLst/>
              <a:ahLst/>
              <a:cxnLst/>
              <a:rect l="l" t="t" r="r" b="b"/>
              <a:pathLst>
                <a:path w="30593" h="7190" extrusionOk="0">
                  <a:moveTo>
                    <a:pt x="1" y="0"/>
                  </a:moveTo>
                  <a:lnTo>
                    <a:pt x="1" y="7189"/>
                  </a:lnTo>
                  <a:lnTo>
                    <a:pt x="26983" y="7189"/>
                  </a:lnTo>
                  <a:cubicBezTo>
                    <a:pt x="28946" y="7189"/>
                    <a:pt x="30593" y="5574"/>
                    <a:pt x="30593" y="3579"/>
                  </a:cubicBezTo>
                  <a:cubicBezTo>
                    <a:pt x="30593" y="1615"/>
                    <a:pt x="28946" y="0"/>
                    <a:pt x="2698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920;p68">
              <a:extLst>
                <a:ext uri="{FF2B5EF4-FFF2-40B4-BE49-F238E27FC236}">
                  <a16:creationId xmlns:a16="http://schemas.microsoft.com/office/drawing/2014/main" id="{DA1F41BC-AE5D-9193-198C-EF9DF6B3C6C2}"/>
                </a:ext>
              </a:extLst>
            </p:cNvPr>
            <p:cNvSpPr/>
            <p:nvPr/>
          </p:nvSpPr>
          <p:spPr>
            <a:xfrm>
              <a:off x="5848399" y="3399226"/>
              <a:ext cx="438588" cy="64693"/>
            </a:xfrm>
            <a:custGeom>
              <a:avLst/>
              <a:gdLst/>
              <a:ahLst/>
              <a:cxnLst/>
              <a:rect l="l" t="t" r="r" b="b"/>
              <a:pathLst>
                <a:path w="26413" h="3896" extrusionOk="0">
                  <a:moveTo>
                    <a:pt x="1" y="0"/>
                  </a:moveTo>
                  <a:lnTo>
                    <a:pt x="1" y="3895"/>
                  </a:lnTo>
                  <a:lnTo>
                    <a:pt x="26413" y="3895"/>
                  </a:lnTo>
                  <a:lnTo>
                    <a:pt x="26413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921;p68">
              <a:extLst>
                <a:ext uri="{FF2B5EF4-FFF2-40B4-BE49-F238E27FC236}">
                  <a16:creationId xmlns:a16="http://schemas.microsoft.com/office/drawing/2014/main" id="{A6E13C23-B11E-123D-D440-955B4A791A59}"/>
                </a:ext>
              </a:extLst>
            </p:cNvPr>
            <p:cNvSpPr/>
            <p:nvPr/>
          </p:nvSpPr>
          <p:spPr>
            <a:xfrm>
              <a:off x="5848399" y="3511749"/>
              <a:ext cx="438588" cy="229282"/>
            </a:xfrm>
            <a:custGeom>
              <a:avLst/>
              <a:gdLst/>
              <a:ahLst/>
              <a:cxnLst/>
              <a:rect l="l" t="t" r="r" b="b"/>
              <a:pathLst>
                <a:path w="26413" h="13808" fill="none" extrusionOk="0">
                  <a:moveTo>
                    <a:pt x="1" y="0"/>
                  </a:moveTo>
                  <a:lnTo>
                    <a:pt x="26413" y="0"/>
                  </a:lnTo>
                  <a:lnTo>
                    <a:pt x="26413" y="13808"/>
                  </a:lnTo>
                  <a:lnTo>
                    <a:pt x="1" y="1380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42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922;p68">
              <a:extLst>
                <a:ext uri="{FF2B5EF4-FFF2-40B4-BE49-F238E27FC236}">
                  <a16:creationId xmlns:a16="http://schemas.microsoft.com/office/drawing/2014/main" id="{B5AC33A2-A366-A9AF-653F-162A2A8E0DC3}"/>
                </a:ext>
              </a:extLst>
            </p:cNvPr>
            <p:cNvSpPr/>
            <p:nvPr/>
          </p:nvSpPr>
          <p:spPr>
            <a:xfrm>
              <a:off x="5842621" y="4249464"/>
              <a:ext cx="453831" cy="46295"/>
            </a:xfrm>
            <a:custGeom>
              <a:avLst/>
              <a:gdLst/>
              <a:ahLst/>
              <a:cxnLst/>
              <a:rect l="l" t="t" r="r" b="b"/>
              <a:pathLst>
                <a:path w="27331" h="2788" extrusionOk="0">
                  <a:moveTo>
                    <a:pt x="1394" y="1"/>
                  </a:moveTo>
                  <a:cubicBezTo>
                    <a:pt x="634" y="1"/>
                    <a:pt x="0" y="634"/>
                    <a:pt x="0" y="1394"/>
                  </a:cubicBezTo>
                  <a:cubicBezTo>
                    <a:pt x="0" y="2154"/>
                    <a:pt x="634" y="2788"/>
                    <a:pt x="1394" y="2788"/>
                  </a:cubicBezTo>
                  <a:lnTo>
                    <a:pt x="25937" y="2788"/>
                  </a:lnTo>
                  <a:cubicBezTo>
                    <a:pt x="26697" y="2788"/>
                    <a:pt x="27331" y="2154"/>
                    <a:pt x="27331" y="1394"/>
                  </a:cubicBezTo>
                  <a:cubicBezTo>
                    <a:pt x="27331" y="634"/>
                    <a:pt x="26697" y="1"/>
                    <a:pt x="2593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923;p68">
              <a:extLst>
                <a:ext uri="{FF2B5EF4-FFF2-40B4-BE49-F238E27FC236}">
                  <a16:creationId xmlns:a16="http://schemas.microsoft.com/office/drawing/2014/main" id="{F49A668E-0F00-897E-4A5F-D1C1563FDA86}"/>
                </a:ext>
              </a:extLst>
            </p:cNvPr>
            <p:cNvSpPr/>
            <p:nvPr/>
          </p:nvSpPr>
          <p:spPr>
            <a:xfrm>
              <a:off x="6427342" y="4222649"/>
              <a:ext cx="18415" cy="89933"/>
            </a:xfrm>
            <a:custGeom>
              <a:avLst/>
              <a:gdLst/>
              <a:ahLst/>
              <a:cxnLst/>
              <a:rect l="l" t="t" r="r" b="b"/>
              <a:pathLst>
                <a:path w="1109" h="5416" extrusionOk="0">
                  <a:moveTo>
                    <a:pt x="539" y="1"/>
                  </a:moveTo>
                  <a:cubicBezTo>
                    <a:pt x="222" y="1"/>
                    <a:pt x="0" y="254"/>
                    <a:pt x="0" y="571"/>
                  </a:cubicBezTo>
                  <a:lnTo>
                    <a:pt x="0" y="4878"/>
                  </a:lnTo>
                  <a:cubicBezTo>
                    <a:pt x="0" y="5194"/>
                    <a:pt x="222" y="5416"/>
                    <a:pt x="539" y="5416"/>
                  </a:cubicBezTo>
                  <a:cubicBezTo>
                    <a:pt x="855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924;p68">
              <a:extLst>
                <a:ext uri="{FF2B5EF4-FFF2-40B4-BE49-F238E27FC236}">
                  <a16:creationId xmlns:a16="http://schemas.microsoft.com/office/drawing/2014/main" id="{2A874FDB-5B2B-0C37-506F-7E8A00747B1A}"/>
                </a:ext>
              </a:extLst>
            </p:cNvPr>
            <p:cNvSpPr/>
            <p:nvPr/>
          </p:nvSpPr>
          <p:spPr>
            <a:xfrm>
              <a:off x="6476240" y="4222649"/>
              <a:ext cx="18415" cy="89933"/>
            </a:xfrm>
            <a:custGeom>
              <a:avLst/>
              <a:gdLst/>
              <a:ahLst/>
              <a:cxnLst/>
              <a:rect l="l" t="t" r="r" b="b"/>
              <a:pathLst>
                <a:path w="1109" h="5416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lnTo>
                    <a:pt x="1" y="4878"/>
                  </a:lnTo>
                  <a:cubicBezTo>
                    <a:pt x="1" y="5194"/>
                    <a:pt x="254" y="5416"/>
                    <a:pt x="571" y="5416"/>
                  </a:cubicBezTo>
                  <a:cubicBezTo>
                    <a:pt x="887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87" y="1"/>
                    <a:pt x="571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925;p68">
              <a:extLst>
                <a:ext uri="{FF2B5EF4-FFF2-40B4-BE49-F238E27FC236}">
                  <a16:creationId xmlns:a16="http://schemas.microsoft.com/office/drawing/2014/main" id="{6D918D68-A5A1-5942-575E-CA5B21634FFD}"/>
                </a:ext>
              </a:extLst>
            </p:cNvPr>
            <p:cNvSpPr/>
            <p:nvPr/>
          </p:nvSpPr>
          <p:spPr>
            <a:xfrm>
              <a:off x="6526201" y="4222649"/>
              <a:ext cx="18415" cy="89933"/>
            </a:xfrm>
            <a:custGeom>
              <a:avLst/>
              <a:gdLst/>
              <a:ahLst/>
              <a:cxnLst/>
              <a:rect l="l" t="t" r="r" b="b"/>
              <a:pathLst>
                <a:path w="1109" h="5416" extrusionOk="0"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lnTo>
                    <a:pt x="0" y="4878"/>
                  </a:lnTo>
                  <a:cubicBezTo>
                    <a:pt x="0" y="5194"/>
                    <a:pt x="253" y="5416"/>
                    <a:pt x="570" y="5416"/>
                  </a:cubicBezTo>
                  <a:cubicBezTo>
                    <a:pt x="887" y="5416"/>
                    <a:pt x="1108" y="5194"/>
                    <a:pt x="1108" y="4878"/>
                  </a:cubicBezTo>
                  <a:lnTo>
                    <a:pt x="1108" y="571"/>
                  </a:lnTo>
                  <a:cubicBezTo>
                    <a:pt x="1108" y="254"/>
                    <a:pt x="887" y="1"/>
                    <a:pt x="57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926;p68">
              <a:extLst>
                <a:ext uri="{FF2B5EF4-FFF2-40B4-BE49-F238E27FC236}">
                  <a16:creationId xmlns:a16="http://schemas.microsoft.com/office/drawing/2014/main" id="{374C056D-BC41-503F-7E89-6488E9A7BE5F}"/>
                </a:ext>
              </a:extLst>
            </p:cNvPr>
            <p:cNvSpPr/>
            <p:nvPr/>
          </p:nvSpPr>
          <p:spPr>
            <a:xfrm>
              <a:off x="6576145" y="4222649"/>
              <a:ext cx="18432" cy="89933"/>
            </a:xfrm>
            <a:custGeom>
              <a:avLst/>
              <a:gdLst/>
              <a:ahLst/>
              <a:cxnLst/>
              <a:rect l="l" t="t" r="r" b="b"/>
              <a:pathLst>
                <a:path w="1110" h="5416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lnTo>
                    <a:pt x="1" y="4878"/>
                  </a:lnTo>
                  <a:cubicBezTo>
                    <a:pt x="1" y="5194"/>
                    <a:pt x="254" y="5416"/>
                    <a:pt x="571" y="5416"/>
                  </a:cubicBezTo>
                  <a:cubicBezTo>
                    <a:pt x="887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87" y="1"/>
                    <a:pt x="571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927;p68">
              <a:extLst>
                <a:ext uri="{FF2B5EF4-FFF2-40B4-BE49-F238E27FC236}">
                  <a16:creationId xmlns:a16="http://schemas.microsoft.com/office/drawing/2014/main" id="{92898334-94D8-A4EB-21F0-41DC84F4C903}"/>
                </a:ext>
              </a:extLst>
            </p:cNvPr>
            <p:cNvSpPr/>
            <p:nvPr/>
          </p:nvSpPr>
          <p:spPr>
            <a:xfrm>
              <a:off x="6626106" y="4222649"/>
              <a:ext cx="18415" cy="89933"/>
            </a:xfrm>
            <a:custGeom>
              <a:avLst/>
              <a:gdLst/>
              <a:ahLst/>
              <a:cxnLst/>
              <a:rect l="l" t="t" r="r" b="b"/>
              <a:pathLst>
                <a:path w="1109" h="5416" extrusionOk="0"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lnTo>
                    <a:pt x="0" y="4878"/>
                  </a:lnTo>
                  <a:cubicBezTo>
                    <a:pt x="0" y="5194"/>
                    <a:pt x="254" y="5416"/>
                    <a:pt x="570" y="5416"/>
                  </a:cubicBezTo>
                  <a:cubicBezTo>
                    <a:pt x="887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87" y="1"/>
                    <a:pt x="57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928;p68">
              <a:extLst>
                <a:ext uri="{FF2B5EF4-FFF2-40B4-BE49-F238E27FC236}">
                  <a16:creationId xmlns:a16="http://schemas.microsoft.com/office/drawing/2014/main" id="{872E2BD8-22B1-D891-5DFA-E552740185C8}"/>
                </a:ext>
              </a:extLst>
            </p:cNvPr>
            <p:cNvSpPr/>
            <p:nvPr/>
          </p:nvSpPr>
          <p:spPr>
            <a:xfrm>
              <a:off x="6675536" y="4222649"/>
              <a:ext cx="18415" cy="89933"/>
            </a:xfrm>
            <a:custGeom>
              <a:avLst/>
              <a:gdLst/>
              <a:ahLst/>
              <a:cxnLst/>
              <a:rect l="l" t="t" r="r" b="b"/>
              <a:pathLst>
                <a:path w="1109" h="5416" extrusionOk="0"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lnTo>
                    <a:pt x="0" y="4878"/>
                  </a:lnTo>
                  <a:cubicBezTo>
                    <a:pt x="0" y="5194"/>
                    <a:pt x="253" y="5416"/>
                    <a:pt x="570" y="5416"/>
                  </a:cubicBezTo>
                  <a:cubicBezTo>
                    <a:pt x="855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87" y="1"/>
                    <a:pt x="57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929;p68">
              <a:extLst>
                <a:ext uri="{FF2B5EF4-FFF2-40B4-BE49-F238E27FC236}">
                  <a16:creationId xmlns:a16="http://schemas.microsoft.com/office/drawing/2014/main" id="{31DC5D47-F577-562A-65C8-C1F04656C42F}"/>
                </a:ext>
              </a:extLst>
            </p:cNvPr>
            <p:cNvSpPr/>
            <p:nvPr/>
          </p:nvSpPr>
          <p:spPr>
            <a:xfrm>
              <a:off x="6725480" y="4222649"/>
              <a:ext cx="18432" cy="89933"/>
            </a:xfrm>
            <a:custGeom>
              <a:avLst/>
              <a:gdLst/>
              <a:ahLst/>
              <a:cxnLst/>
              <a:rect l="l" t="t" r="r" b="b"/>
              <a:pathLst>
                <a:path w="1110" h="5416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lnTo>
                    <a:pt x="1" y="4878"/>
                  </a:lnTo>
                  <a:cubicBezTo>
                    <a:pt x="1" y="5194"/>
                    <a:pt x="254" y="5416"/>
                    <a:pt x="571" y="5416"/>
                  </a:cubicBezTo>
                  <a:cubicBezTo>
                    <a:pt x="887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87" y="1"/>
                    <a:pt x="571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930;p68">
              <a:extLst>
                <a:ext uri="{FF2B5EF4-FFF2-40B4-BE49-F238E27FC236}">
                  <a16:creationId xmlns:a16="http://schemas.microsoft.com/office/drawing/2014/main" id="{9773DDDB-18D4-D0E5-8A8D-3BB92DD1C54C}"/>
                </a:ext>
              </a:extLst>
            </p:cNvPr>
            <p:cNvSpPr/>
            <p:nvPr/>
          </p:nvSpPr>
          <p:spPr>
            <a:xfrm>
              <a:off x="6775441" y="4222649"/>
              <a:ext cx="18415" cy="89933"/>
            </a:xfrm>
            <a:custGeom>
              <a:avLst/>
              <a:gdLst/>
              <a:ahLst/>
              <a:cxnLst/>
              <a:rect l="l" t="t" r="r" b="b"/>
              <a:pathLst>
                <a:path w="1109" h="5416" extrusionOk="0"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lnTo>
                    <a:pt x="0" y="4878"/>
                  </a:lnTo>
                  <a:cubicBezTo>
                    <a:pt x="0" y="5194"/>
                    <a:pt x="254" y="5416"/>
                    <a:pt x="570" y="5416"/>
                  </a:cubicBezTo>
                  <a:cubicBezTo>
                    <a:pt x="887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87" y="1"/>
                    <a:pt x="57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931;p68">
              <a:extLst>
                <a:ext uri="{FF2B5EF4-FFF2-40B4-BE49-F238E27FC236}">
                  <a16:creationId xmlns:a16="http://schemas.microsoft.com/office/drawing/2014/main" id="{7D1FDBBC-55F7-8715-BD86-D2F963E44C25}"/>
                </a:ext>
              </a:extLst>
            </p:cNvPr>
            <p:cNvSpPr/>
            <p:nvPr/>
          </p:nvSpPr>
          <p:spPr>
            <a:xfrm>
              <a:off x="6825385" y="4222649"/>
              <a:ext cx="18432" cy="89933"/>
            </a:xfrm>
            <a:custGeom>
              <a:avLst/>
              <a:gdLst/>
              <a:ahLst/>
              <a:cxnLst/>
              <a:rect l="l" t="t" r="r" b="b"/>
              <a:pathLst>
                <a:path w="1110" h="5416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lnTo>
                    <a:pt x="1" y="4878"/>
                  </a:lnTo>
                  <a:cubicBezTo>
                    <a:pt x="1" y="5194"/>
                    <a:pt x="254" y="5416"/>
                    <a:pt x="571" y="5416"/>
                  </a:cubicBezTo>
                  <a:cubicBezTo>
                    <a:pt x="888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88" y="1"/>
                    <a:pt x="571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932;p68">
              <a:extLst>
                <a:ext uri="{FF2B5EF4-FFF2-40B4-BE49-F238E27FC236}">
                  <a16:creationId xmlns:a16="http://schemas.microsoft.com/office/drawing/2014/main" id="{3AF3BA74-93BB-3CA7-2BA1-269DD8A6E1A8}"/>
                </a:ext>
              </a:extLst>
            </p:cNvPr>
            <p:cNvSpPr/>
            <p:nvPr/>
          </p:nvSpPr>
          <p:spPr>
            <a:xfrm>
              <a:off x="6875346" y="4222649"/>
              <a:ext cx="18415" cy="89933"/>
            </a:xfrm>
            <a:custGeom>
              <a:avLst/>
              <a:gdLst/>
              <a:ahLst/>
              <a:cxnLst/>
              <a:rect l="l" t="t" r="r" b="b"/>
              <a:pathLst>
                <a:path w="1109" h="5416" extrusionOk="0"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lnTo>
                    <a:pt x="0" y="4878"/>
                  </a:lnTo>
                  <a:cubicBezTo>
                    <a:pt x="0" y="5194"/>
                    <a:pt x="254" y="5416"/>
                    <a:pt x="570" y="5416"/>
                  </a:cubicBezTo>
                  <a:cubicBezTo>
                    <a:pt x="887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87" y="1"/>
                    <a:pt x="57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933;p68">
              <a:extLst>
                <a:ext uri="{FF2B5EF4-FFF2-40B4-BE49-F238E27FC236}">
                  <a16:creationId xmlns:a16="http://schemas.microsoft.com/office/drawing/2014/main" id="{821C8F2D-F77E-6085-CA90-2DB5182913BD}"/>
                </a:ext>
              </a:extLst>
            </p:cNvPr>
            <p:cNvSpPr/>
            <p:nvPr/>
          </p:nvSpPr>
          <p:spPr>
            <a:xfrm>
              <a:off x="6924776" y="4222649"/>
              <a:ext cx="18415" cy="89933"/>
            </a:xfrm>
            <a:custGeom>
              <a:avLst/>
              <a:gdLst/>
              <a:ahLst/>
              <a:cxnLst/>
              <a:rect l="l" t="t" r="r" b="b"/>
              <a:pathLst>
                <a:path w="1109" h="5416" extrusionOk="0">
                  <a:moveTo>
                    <a:pt x="539" y="1"/>
                  </a:moveTo>
                  <a:cubicBezTo>
                    <a:pt x="222" y="1"/>
                    <a:pt x="0" y="254"/>
                    <a:pt x="0" y="571"/>
                  </a:cubicBezTo>
                  <a:lnTo>
                    <a:pt x="0" y="4878"/>
                  </a:lnTo>
                  <a:cubicBezTo>
                    <a:pt x="0" y="5194"/>
                    <a:pt x="222" y="5416"/>
                    <a:pt x="539" y="5416"/>
                  </a:cubicBezTo>
                  <a:cubicBezTo>
                    <a:pt x="855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934;p68">
              <a:extLst>
                <a:ext uri="{FF2B5EF4-FFF2-40B4-BE49-F238E27FC236}">
                  <a16:creationId xmlns:a16="http://schemas.microsoft.com/office/drawing/2014/main" id="{C691E48E-BC54-AED6-A880-42029C84DC17}"/>
                </a:ext>
              </a:extLst>
            </p:cNvPr>
            <p:cNvSpPr/>
            <p:nvPr/>
          </p:nvSpPr>
          <p:spPr>
            <a:xfrm>
              <a:off x="6974720" y="4222649"/>
              <a:ext cx="18432" cy="89933"/>
            </a:xfrm>
            <a:custGeom>
              <a:avLst/>
              <a:gdLst/>
              <a:ahLst/>
              <a:cxnLst/>
              <a:rect l="l" t="t" r="r" b="b"/>
              <a:pathLst>
                <a:path w="1110" h="5416" extrusionOk="0">
                  <a:moveTo>
                    <a:pt x="539" y="1"/>
                  </a:moveTo>
                  <a:cubicBezTo>
                    <a:pt x="222" y="1"/>
                    <a:pt x="1" y="254"/>
                    <a:pt x="1" y="571"/>
                  </a:cubicBezTo>
                  <a:lnTo>
                    <a:pt x="1" y="4878"/>
                  </a:lnTo>
                  <a:cubicBezTo>
                    <a:pt x="1" y="5194"/>
                    <a:pt x="222" y="5416"/>
                    <a:pt x="539" y="5416"/>
                  </a:cubicBezTo>
                  <a:cubicBezTo>
                    <a:pt x="856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56" y="1"/>
                    <a:pt x="53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935;p68">
              <a:extLst>
                <a:ext uri="{FF2B5EF4-FFF2-40B4-BE49-F238E27FC236}">
                  <a16:creationId xmlns:a16="http://schemas.microsoft.com/office/drawing/2014/main" id="{56A09F4E-E062-DFEE-1EC6-BA53EDB8807C}"/>
                </a:ext>
              </a:extLst>
            </p:cNvPr>
            <p:cNvSpPr/>
            <p:nvPr/>
          </p:nvSpPr>
          <p:spPr>
            <a:xfrm>
              <a:off x="7024681" y="4222649"/>
              <a:ext cx="18415" cy="89933"/>
            </a:xfrm>
            <a:custGeom>
              <a:avLst/>
              <a:gdLst/>
              <a:ahLst/>
              <a:cxnLst/>
              <a:rect l="l" t="t" r="r" b="b"/>
              <a:pathLst>
                <a:path w="1109" h="5416" extrusionOk="0">
                  <a:moveTo>
                    <a:pt x="539" y="1"/>
                  </a:moveTo>
                  <a:cubicBezTo>
                    <a:pt x="222" y="1"/>
                    <a:pt x="0" y="254"/>
                    <a:pt x="0" y="571"/>
                  </a:cubicBezTo>
                  <a:lnTo>
                    <a:pt x="0" y="4878"/>
                  </a:lnTo>
                  <a:cubicBezTo>
                    <a:pt x="0" y="5194"/>
                    <a:pt x="222" y="5416"/>
                    <a:pt x="539" y="5416"/>
                  </a:cubicBezTo>
                  <a:cubicBezTo>
                    <a:pt x="855" y="5416"/>
                    <a:pt x="1109" y="5194"/>
                    <a:pt x="1109" y="4878"/>
                  </a:cubicBezTo>
                  <a:lnTo>
                    <a:pt x="1109" y="571"/>
                  </a:ln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936;p68">
              <a:extLst>
                <a:ext uri="{FF2B5EF4-FFF2-40B4-BE49-F238E27FC236}">
                  <a16:creationId xmlns:a16="http://schemas.microsoft.com/office/drawing/2014/main" id="{06508C77-3421-911D-28EF-4D5C6BF82153}"/>
                </a:ext>
              </a:extLst>
            </p:cNvPr>
            <p:cNvSpPr/>
            <p:nvPr/>
          </p:nvSpPr>
          <p:spPr>
            <a:xfrm>
              <a:off x="6347942" y="3247785"/>
              <a:ext cx="17" cy="1092758"/>
            </a:xfrm>
            <a:custGeom>
              <a:avLst/>
              <a:gdLst/>
              <a:ahLst/>
              <a:cxnLst/>
              <a:rect l="l" t="t" r="r" b="b"/>
              <a:pathLst>
                <a:path w="1" h="65809" fill="none" extrusionOk="0">
                  <a:moveTo>
                    <a:pt x="0" y="0"/>
                  </a:moveTo>
                  <a:lnTo>
                    <a:pt x="0" y="65808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4250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937;p68">
              <a:extLst>
                <a:ext uri="{FF2B5EF4-FFF2-40B4-BE49-F238E27FC236}">
                  <a16:creationId xmlns:a16="http://schemas.microsoft.com/office/drawing/2014/main" id="{C3F09C42-0061-CC8C-5CA7-CF83C0D6B812}"/>
                </a:ext>
              </a:extLst>
            </p:cNvPr>
            <p:cNvSpPr/>
            <p:nvPr/>
          </p:nvSpPr>
          <p:spPr>
            <a:xfrm>
              <a:off x="6427857" y="3694721"/>
              <a:ext cx="547982" cy="488552"/>
            </a:xfrm>
            <a:custGeom>
              <a:avLst/>
              <a:gdLst/>
              <a:ahLst/>
              <a:cxnLst/>
              <a:rect l="l" t="t" r="r" b="b"/>
              <a:pathLst>
                <a:path w="33001" h="29422" extrusionOk="0">
                  <a:moveTo>
                    <a:pt x="6176" y="1"/>
                  </a:moveTo>
                  <a:cubicBezTo>
                    <a:pt x="4846" y="1"/>
                    <a:pt x="3801" y="1078"/>
                    <a:pt x="3801" y="2376"/>
                  </a:cubicBezTo>
                  <a:lnTo>
                    <a:pt x="3801" y="22961"/>
                  </a:lnTo>
                  <a:lnTo>
                    <a:pt x="1" y="22961"/>
                  </a:lnTo>
                  <a:lnTo>
                    <a:pt x="1" y="29421"/>
                  </a:lnTo>
                  <a:lnTo>
                    <a:pt x="33000" y="29421"/>
                  </a:lnTo>
                  <a:lnTo>
                    <a:pt x="33000" y="15899"/>
                  </a:lnTo>
                  <a:cubicBezTo>
                    <a:pt x="33000" y="15107"/>
                    <a:pt x="32367" y="14474"/>
                    <a:pt x="31575" y="14474"/>
                  </a:cubicBezTo>
                  <a:lnTo>
                    <a:pt x="28693" y="14474"/>
                  </a:lnTo>
                  <a:lnTo>
                    <a:pt x="28693" y="14379"/>
                  </a:lnTo>
                  <a:lnTo>
                    <a:pt x="28693" y="7095"/>
                  </a:lnTo>
                  <a:cubicBezTo>
                    <a:pt x="28693" y="6113"/>
                    <a:pt x="27901" y="5321"/>
                    <a:pt x="26920" y="5321"/>
                  </a:cubicBezTo>
                  <a:lnTo>
                    <a:pt x="7792" y="5321"/>
                  </a:lnTo>
                  <a:lnTo>
                    <a:pt x="7792" y="2788"/>
                  </a:lnTo>
                  <a:lnTo>
                    <a:pt x="19952" y="2788"/>
                  </a:lnTo>
                  <a:cubicBezTo>
                    <a:pt x="20744" y="2788"/>
                    <a:pt x="21314" y="2154"/>
                    <a:pt x="21314" y="1394"/>
                  </a:cubicBezTo>
                  <a:cubicBezTo>
                    <a:pt x="21314" y="603"/>
                    <a:pt x="20681" y="1"/>
                    <a:pt x="1995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938;p68">
              <a:extLst>
                <a:ext uri="{FF2B5EF4-FFF2-40B4-BE49-F238E27FC236}">
                  <a16:creationId xmlns:a16="http://schemas.microsoft.com/office/drawing/2014/main" id="{C2697659-A87D-FE73-E65F-BF74CF399E43}"/>
                </a:ext>
              </a:extLst>
            </p:cNvPr>
            <p:cNvSpPr/>
            <p:nvPr/>
          </p:nvSpPr>
          <p:spPr>
            <a:xfrm>
              <a:off x="6572459" y="3349266"/>
              <a:ext cx="471200" cy="833505"/>
            </a:xfrm>
            <a:custGeom>
              <a:avLst/>
              <a:gdLst/>
              <a:ahLst/>
              <a:cxnLst/>
              <a:rect l="l" t="t" r="r" b="b"/>
              <a:pathLst>
                <a:path w="28377" h="50196" extrusionOk="0">
                  <a:moveTo>
                    <a:pt x="22549" y="1"/>
                  </a:moveTo>
                  <a:lnTo>
                    <a:pt x="1" y="50196"/>
                  </a:lnTo>
                  <a:lnTo>
                    <a:pt x="8520" y="50196"/>
                  </a:lnTo>
                  <a:lnTo>
                    <a:pt x="28376" y="5289"/>
                  </a:lnTo>
                  <a:lnTo>
                    <a:pt x="2837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8" name="Google Shape;950;p39">
            <a:extLst>
              <a:ext uri="{FF2B5EF4-FFF2-40B4-BE49-F238E27FC236}">
                <a16:creationId xmlns:a16="http://schemas.microsoft.com/office/drawing/2014/main" id="{4D1E9CBA-2EDF-319F-7922-8861208B5CB3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21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>
          <a:extLst>
            <a:ext uri="{FF2B5EF4-FFF2-40B4-BE49-F238E27FC236}">
              <a16:creationId xmlns:a16="http://schemas.microsoft.com/office/drawing/2014/main" id="{1ADA31A9-D025-53E2-72AE-142B42452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">
            <a:extLst>
              <a:ext uri="{FF2B5EF4-FFF2-40B4-BE49-F238E27FC236}">
                <a16:creationId xmlns:a16="http://schemas.microsoft.com/office/drawing/2014/main" id="{30436EC5-AE12-6888-A8F0-D7078E71BB21}"/>
              </a:ext>
            </a:extLst>
          </p:cNvPr>
          <p:cNvSpPr/>
          <p:nvPr/>
        </p:nvSpPr>
        <p:spPr>
          <a:xfrm>
            <a:off x="4625539" y="1242281"/>
            <a:ext cx="3790244" cy="330781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7CAE25B7-FD9A-B2B8-C7E0-F73F3B34A726}"/>
              </a:ext>
            </a:extLst>
          </p:cNvPr>
          <p:cNvSpPr/>
          <p:nvPr/>
        </p:nvSpPr>
        <p:spPr>
          <a:xfrm>
            <a:off x="793170" y="1242281"/>
            <a:ext cx="3790244" cy="330781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36" name="Google Shape;1136;p45">
            <a:extLst>
              <a:ext uri="{FF2B5EF4-FFF2-40B4-BE49-F238E27FC236}">
                <a16:creationId xmlns:a16="http://schemas.microsoft.com/office/drawing/2014/main" id="{85EE007E-4450-4BF0-11A6-7D90BB8D4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8076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Đánh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giá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kết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quả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đạt</a:t>
            </a:r>
            <a:r>
              <a:rPr lang="en-US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được</a:t>
            </a:r>
            <a:endParaRPr lang="en-US" dirty="0">
              <a:latin typeface="+mj-lt"/>
            </a:endParaRPr>
          </a:p>
        </p:txBody>
      </p:sp>
      <p:sp>
        <p:nvSpPr>
          <p:cNvPr id="1137" name="Google Shape;1137;p45">
            <a:extLst>
              <a:ext uri="{FF2B5EF4-FFF2-40B4-BE49-F238E27FC236}">
                <a16:creationId xmlns:a16="http://schemas.microsoft.com/office/drawing/2014/main" id="{BC665D48-900A-6444-93C6-37627580D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5371" y="1242282"/>
            <a:ext cx="3698043" cy="3423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b="1" spc="100" dirty="0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600" b="1" spc="100" dirty="0" err="1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600" b="1" spc="100" dirty="0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00" dirty="0" err="1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đạt</a:t>
            </a:r>
            <a:r>
              <a:rPr lang="en-US" sz="1600" b="1" spc="100" dirty="0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00" dirty="0" err="1">
                <a:solidFill>
                  <a:srgbClr val="9FD13B"/>
                </a:solidFill>
                <a:latin typeface="+mj-lt"/>
                <a:ea typeface="Calibri" pitchFamily="34" charset="-122"/>
                <a:cs typeface="Calibri" pitchFamily="34" charset="-120"/>
              </a:rPr>
              <a:t>được</a:t>
            </a:r>
            <a:endParaRPr lang="en-US" sz="1600" b="1" spc="100" dirty="0">
              <a:solidFill>
                <a:srgbClr val="9FD13B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b="1" spc="100" dirty="0">
              <a:solidFill>
                <a:srgbClr val="9FD13B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50000"/>
              </a:lnSpc>
            </a:pPr>
            <a:r>
              <a:rPr lang="vi-VN" dirty="0">
                <a:latin typeface="+mn-lt"/>
              </a:rPr>
              <a:t>Hệ thống bản đồ và môi trường</a:t>
            </a:r>
            <a:r>
              <a:rPr lang="en-US" dirty="0">
                <a:latin typeface="+mn-lt"/>
              </a:rPr>
              <a:t>.</a:t>
            </a:r>
          </a:p>
          <a:p>
            <a:pPr marL="285750" indent="-285750">
              <a:lnSpc>
                <a:spcPct val="150000"/>
              </a:lnSpc>
            </a:pPr>
            <a:r>
              <a:rPr lang="vi-VN" dirty="0">
                <a:latin typeface="+mn-lt"/>
              </a:rPr>
              <a:t>Hệ thống cốt truyện mở đầu</a:t>
            </a:r>
            <a:r>
              <a:rPr lang="en-US" dirty="0">
                <a:latin typeface="+mn-lt"/>
              </a:rPr>
              <a:t>.</a:t>
            </a:r>
          </a:p>
          <a:p>
            <a:pPr marL="285750" indent="-285750">
              <a:lnSpc>
                <a:spcPct val="150000"/>
              </a:lnSpc>
            </a:pPr>
            <a:r>
              <a:rPr lang="vi-VN" dirty="0">
                <a:latin typeface="+mn-lt"/>
              </a:rPr>
              <a:t>Cơ chế di chuyển và chiến đấu thời gian thực</a:t>
            </a:r>
            <a:r>
              <a:rPr lang="en-US" dirty="0">
                <a:latin typeface="+mn-lt"/>
              </a:rPr>
              <a:t>.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 err="1">
                <a:latin typeface="+mn-lt"/>
              </a:rPr>
              <a:t>Hệ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thống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ngày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đêm</a:t>
            </a:r>
            <a:r>
              <a:rPr lang="en-US" dirty="0">
                <a:latin typeface="+mn-lt"/>
              </a:rPr>
              <a:t>.</a:t>
            </a:r>
          </a:p>
          <a:p>
            <a:pPr marL="285750" indent="-285750">
              <a:lnSpc>
                <a:spcPct val="150000"/>
              </a:lnSpc>
            </a:pPr>
            <a:r>
              <a:rPr lang="vi-VN" dirty="0">
                <a:latin typeface="+mn-lt"/>
              </a:rPr>
              <a:t>AI kẻ địch và Boss</a:t>
            </a:r>
            <a:r>
              <a:rPr lang="en-US" dirty="0">
                <a:latin typeface="+mn-lt"/>
              </a:rPr>
              <a:t>.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>
                <a:solidFill>
                  <a:srgbClr val="F3F1EC"/>
                </a:solidFill>
                <a:latin typeface="+mn-lt"/>
                <a:ea typeface="Calibri" pitchFamily="34" charset="-122"/>
                <a:cs typeface="Calibri" pitchFamily="34" charset="-120"/>
              </a:rPr>
              <a:t>Hiệu </a:t>
            </a:r>
            <a:r>
              <a:rPr lang="en-US" dirty="0" err="1">
                <a:solidFill>
                  <a:srgbClr val="F3F1EC"/>
                </a:solidFill>
                <a:latin typeface="+mn-lt"/>
                <a:ea typeface="Calibri" pitchFamily="34" charset="-122"/>
                <a:cs typeface="Calibri" pitchFamily="34" charset="-120"/>
              </a:rPr>
              <a:t>năng</a:t>
            </a:r>
            <a:r>
              <a:rPr lang="en-US" dirty="0">
                <a:solidFill>
                  <a:srgbClr val="F3F1EC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n-lt"/>
                <a:ea typeface="Calibri" pitchFamily="34" charset="-122"/>
                <a:cs typeface="Calibri" pitchFamily="34" charset="-120"/>
              </a:rPr>
              <a:t>ổn</a:t>
            </a:r>
            <a:r>
              <a:rPr lang="en-US" dirty="0">
                <a:solidFill>
                  <a:srgbClr val="F3F1EC"/>
                </a:solidFill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n-lt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dirty="0">
                <a:solidFill>
                  <a:srgbClr val="F3F1EC"/>
                </a:solidFill>
                <a:latin typeface="+mn-lt"/>
                <a:ea typeface="Calibri" pitchFamily="34" charset="-122"/>
                <a:cs typeface="Calibri" pitchFamily="34" charset="-120"/>
              </a:rPr>
              <a:t> ~60 FPS </a:t>
            </a:r>
            <a:r>
              <a:rPr lang="en-US" dirty="0" err="1">
                <a:solidFill>
                  <a:srgbClr val="F3F1EC"/>
                </a:solidFill>
                <a:latin typeface="+mn-lt"/>
                <a:ea typeface="Calibri" pitchFamily="34" charset="-122"/>
                <a:cs typeface="Calibri" pitchFamily="34" charset="-120"/>
              </a:rPr>
              <a:t>trên</a:t>
            </a:r>
            <a:r>
              <a:rPr lang="en-US" dirty="0">
                <a:solidFill>
                  <a:srgbClr val="F3F1EC"/>
                </a:solidFill>
                <a:latin typeface="+mn-lt"/>
                <a:ea typeface="Calibri" pitchFamily="34" charset="-122"/>
                <a:cs typeface="Calibri" pitchFamily="34" charset="-120"/>
              </a:rPr>
              <a:t> Windows 10/11.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sz="1600" dirty="0">
              <a:latin typeface="+mj-lt"/>
            </a:endParaRPr>
          </a:p>
        </p:txBody>
      </p:sp>
      <p:sp>
        <p:nvSpPr>
          <p:cNvPr id="1138" name="Google Shape;1138;p45">
            <a:extLst>
              <a:ext uri="{FF2B5EF4-FFF2-40B4-BE49-F238E27FC236}">
                <a16:creationId xmlns:a16="http://schemas.microsoft.com/office/drawing/2014/main" id="{1EB040F6-64F8-63EE-9BB9-36B607DE199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719060" y="1242281"/>
            <a:ext cx="3698042" cy="2960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ct val="100000"/>
              <a:buNone/>
            </a:pPr>
            <a:r>
              <a:rPr lang="en-US" sz="1600" b="1" spc="10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△  </a:t>
            </a:r>
            <a:r>
              <a:rPr lang="en-US" sz="1600" b="1" spc="100" dirty="0" err="1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Hạn</a:t>
            </a:r>
            <a:r>
              <a:rPr lang="en-US" sz="1600" b="1" spc="10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00" dirty="0" err="1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chế</a:t>
            </a:r>
            <a:r>
              <a:rPr lang="en-US" sz="1600" b="1" spc="10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00" dirty="0" err="1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600" b="1" spc="10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00" dirty="0" err="1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600" b="1" spc="10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00" dirty="0" err="1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còn</a:t>
            </a:r>
            <a:r>
              <a:rPr lang="en-US" sz="1600" b="1" spc="10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00" dirty="0" err="1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tồn</a:t>
            </a:r>
            <a:r>
              <a:rPr lang="en-US" sz="1600" b="1" spc="100" dirty="0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100" dirty="0" err="1">
                <a:solidFill>
                  <a:srgbClr val="C1272D"/>
                </a:solidFill>
                <a:latin typeface="+mj-lt"/>
                <a:ea typeface="Calibri" pitchFamily="34" charset="-122"/>
                <a:cs typeface="Calibri" pitchFamily="34" charset="-120"/>
              </a:rPr>
              <a:t>tại</a:t>
            </a:r>
            <a:endParaRPr lang="en-US" sz="1600" b="1" dirty="0">
              <a:solidFill>
                <a:srgbClr val="F3F1EC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0" indent="0">
              <a:buSzPct val="100000"/>
              <a:buNone/>
            </a:pPr>
            <a:endParaRPr lang="en-US" sz="1600" dirty="0">
              <a:solidFill>
                <a:srgbClr val="F3F1EC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50000"/>
              </a:lnSpc>
              <a:buSzPct val="100000"/>
            </a:pP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Độ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đa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dạng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kẻ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địch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còn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thấp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latin typeface="+mj-lt"/>
            </a:endParaRPr>
          </a:p>
          <a:p>
            <a:pPr marL="285750" indent="-285750">
              <a:lnSpc>
                <a:spcPct val="150000"/>
              </a:lnSpc>
              <a:buSzPct val="100000"/>
            </a:pP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Một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số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tính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năng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chưa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triển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khai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đổi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nhân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vật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nhanh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tuyến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truyện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phụ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latin typeface="+mj-lt"/>
            </a:endParaRPr>
          </a:p>
          <a:p>
            <a:pPr marL="285750" indent="-285750">
              <a:lnSpc>
                <a:spcPct val="150000"/>
              </a:lnSpc>
              <a:buSzPct val="100000"/>
            </a:pP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AI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đôi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khi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kẹt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địa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hình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ở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khu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vực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hẹp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latin typeface="+mj-lt"/>
            </a:endParaRPr>
          </a:p>
          <a:p>
            <a:pPr marL="285750" indent="-285750">
              <a:lnSpc>
                <a:spcPct val="150000"/>
              </a:lnSpc>
              <a:buSzPct val="100000"/>
            </a:pP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Hoạt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ảnh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xác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chết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đôi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khi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chồng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lên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nhau</a:t>
            </a:r>
            <a:r>
              <a:rPr lang="en-US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latin typeface="+mj-lt"/>
            </a:endParaRPr>
          </a:p>
        </p:txBody>
      </p:sp>
      <p:grpSp>
        <p:nvGrpSpPr>
          <p:cNvPr id="8" name="Google Shape;1706;p68">
            <a:extLst>
              <a:ext uri="{FF2B5EF4-FFF2-40B4-BE49-F238E27FC236}">
                <a16:creationId xmlns:a16="http://schemas.microsoft.com/office/drawing/2014/main" id="{8D32AB27-F5EE-2651-305F-CD76ACEA1EBE}"/>
              </a:ext>
            </a:extLst>
          </p:cNvPr>
          <p:cNvGrpSpPr/>
          <p:nvPr/>
        </p:nvGrpSpPr>
        <p:grpSpPr>
          <a:xfrm rot="5400000">
            <a:off x="-869180" y="453370"/>
            <a:ext cx="1987759" cy="713911"/>
            <a:chOff x="1831079" y="3457081"/>
            <a:chExt cx="2350106" cy="1018524"/>
          </a:xfrm>
        </p:grpSpPr>
        <p:sp>
          <p:nvSpPr>
            <p:cNvPr id="9" name="Google Shape;1707;p68">
              <a:extLst>
                <a:ext uri="{FF2B5EF4-FFF2-40B4-BE49-F238E27FC236}">
                  <a16:creationId xmlns:a16="http://schemas.microsoft.com/office/drawing/2014/main" id="{23A15E6C-2C13-B4DE-E09A-F2B1B2F68E5D}"/>
                </a:ext>
              </a:extLst>
            </p:cNvPr>
            <p:cNvSpPr/>
            <p:nvPr/>
          </p:nvSpPr>
          <p:spPr>
            <a:xfrm>
              <a:off x="1831079" y="3457081"/>
              <a:ext cx="2350106" cy="922906"/>
            </a:xfrm>
            <a:custGeom>
              <a:avLst/>
              <a:gdLst/>
              <a:ahLst/>
              <a:cxnLst/>
              <a:rect l="l" t="t" r="r" b="b"/>
              <a:pathLst>
                <a:path w="141530" h="55580" extrusionOk="0">
                  <a:moveTo>
                    <a:pt x="141529" y="55104"/>
                  </a:moveTo>
                  <a:lnTo>
                    <a:pt x="222" y="55579"/>
                  </a:lnTo>
                  <a:lnTo>
                    <a:pt x="0" y="2059"/>
                  </a:lnTo>
                  <a:cubicBezTo>
                    <a:pt x="0" y="1172"/>
                    <a:pt x="728" y="475"/>
                    <a:pt x="1583" y="475"/>
                  </a:cubicBezTo>
                  <a:lnTo>
                    <a:pt x="139724" y="0"/>
                  </a:lnTo>
                  <a:cubicBezTo>
                    <a:pt x="140579" y="0"/>
                    <a:pt x="141307" y="697"/>
                    <a:pt x="141307" y="15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08;p68">
              <a:extLst>
                <a:ext uri="{FF2B5EF4-FFF2-40B4-BE49-F238E27FC236}">
                  <a16:creationId xmlns:a16="http://schemas.microsoft.com/office/drawing/2014/main" id="{CE312CAA-D638-E11C-B958-F24126C927AD}"/>
                </a:ext>
              </a:extLst>
            </p:cNvPr>
            <p:cNvSpPr/>
            <p:nvPr/>
          </p:nvSpPr>
          <p:spPr>
            <a:xfrm>
              <a:off x="1888910" y="3562232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66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09;p68">
              <a:extLst>
                <a:ext uri="{FF2B5EF4-FFF2-40B4-BE49-F238E27FC236}">
                  <a16:creationId xmlns:a16="http://schemas.microsoft.com/office/drawing/2014/main" id="{332138F6-BBC7-EF0E-5CBD-D6ED5A5ADFF3}"/>
                </a:ext>
              </a:extLst>
            </p:cNvPr>
            <p:cNvSpPr/>
            <p:nvPr/>
          </p:nvSpPr>
          <p:spPr>
            <a:xfrm>
              <a:off x="2049286" y="3562232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5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5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10;p68">
              <a:extLst>
                <a:ext uri="{FF2B5EF4-FFF2-40B4-BE49-F238E27FC236}">
                  <a16:creationId xmlns:a16="http://schemas.microsoft.com/office/drawing/2014/main" id="{C4ACAAED-7FE8-0E1E-D163-A308CB9B973F}"/>
                </a:ext>
              </a:extLst>
            </p:cNvPr>
            <p:cNvSpPr/>
            <p:nvPr/>
          </p:nvSpPr>
          <p:spPr>
            <a:xfrm>
              <a:off x="2209663" y="3561186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35" y="7063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11;p68">
              <a:extLst>
                <a:ext uri="{FF2B5EF4-FFF2-40B4-BE49-F238E27FC236}">
                  <a16:creationId xmlns:a16="http://schemas.microsoft.com/office/drawing/2014/main" id="{DC5C8A91-7A31-BC53-9E5F-7D752A1E3F3A}"/>
                </a:ext>
              </a:extLst>
            </p:cNvPr>
            <p:cNvSpPr/>
            <p:nvPr/>
          </p:nvSpPr>
          <p:spPr>
            <a:xfrm>
              <a:off x="2369524" y="3560655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12;p68">
              <a:extLst>
                <a:ext uri="{FF2B5EF4-FFF2-40B4-BE49-F238E27FC236}">
                  <a16:creationId xmlns:a16="http://schemas.microsoft.com/office/drawing/2014/main" id="{38452A6B-3E66-DB47-FA35-26C57EE304EC}"/>
                </a:ext>
              </a:extLst>
            </p:cNvPr>
            <p:cNvSpPr/>
            <p:nvPr/>
          </p:nvSpPr>
          <p:spPr>
            <a:xfrm>
              <a:off x="2529901" y="3560140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2" y="6334"/>
                    <a:pt x="7062" y="5447"/>
                  </a:cubicBezTo>
                  <a:lnTo>
                    <a:pt x="7062" y="1552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13;p68">
              <a:extLst>
                <a:ext uri="{FF2B5EF4-FFF2-40B4-BE49-F238E27FC236}">
                  <a16:creationId xmlns:a16="http://schemas.microsoft.com/office/drawing/2014/main" id="{6985F5B2-D700-F210-7DF9-AB6D8323693E}"/>
                </a:ext>
              </a:extLst>
            </p:cNvPr>
            <p:cNvSpPr/>
            <p:nvPr/>
          </p:nvSpPr>
          <p:spPr>
            <a:xfrm>
              <a:off x="2690277" y="3559609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2" y="6334"/>
                    <a:pt x="7062" y="5448"/>
                  </a:cubicBezTo>
                  <a:lnTo>
                    <a:pt x="7062" y="1521"/>
                  </a:lnTo>
                  <a:cubicBezTo>
                    <a:pt x="7062" y="697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14;p68">
              <a:extLst>
                <a:ext uri="{FF2B5EF4-FFF2-40B4-BE49-F238E27FC236}">
                  <a16:creationId xmlns:a16="http://schemas.microsoft.com/office/drawing/2014/main" id="{AF39E2E8-BA09-F422-6E78-78F0B3EA2C46}"/>
                </a:ext>
              </a:extLst>
            </p:cNvPr>
            <p:cNvSpPr/>
            <p:nvPr/>
          </p:nvSpPr>
          <p:spPr>
            <a:xfrm>
              <a:off x="2850122" y="355856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97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15;p68">
              <a:extLst>
                <a:ext uri="{FF2B5EF4-FFF2-40B4-BE49-F238E27FC236}">
                  <a16:creationId xmlns:a16="http://schemas.microsoft.com/office/drawing/2014/main" id="{7889638E-82DD-9E37-9B90-D9845C3A3EC8}"/>
                </a:ext>
              </a:extLst>
            </p:cNvPr>
            <p:cNvSpPr/>
            <p:nvPr/>
          </p:nvSpPr>
          <p:spPr>
            <a:xfrm>
              <a:off x="3010499" y="355856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16;p68">
              <a:extLst>
                <a:ext uri="{FF2B5EF4-FFF2-40B4-BE49-F238E27FC236}">
                  <a16:creationId xmlns:a16="http://schemas.microsoft.com/office/drawing/2014/main" id="{8C3F8D5A-76B2-68E5-F09B-D4E7AC19F4AF}"/>
                </a:ext>
              </a:extLst>
            </p:cNvPr>
            <p:cNvSpPr/>
            <p:nvPr/>
          </p:nvSpPr>
          <p:spPr>
            <a:xfrm>
              <a:off x="3170875" y="3558031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17;p68">
              <a:extLst>
                <a:ext uri="{FF2B5EF4-FFF2-40B4-BE49-F238E27FC236}">
                  <a16:creationId xmlns:a16="http://schemas.microsoft.com/office/drawing/2014/main" id="{76DD1643-00A9-F69F-ADA5-F9EB700D19C3}"/>
                </a:ext>
              </a:extLst>
            </p:cNvPr>
            <p:cNvSpPr/>
            <p:nvPr/>
          </p:nvSpPr>
          <p:spPr>
            <a:xfrm>
              <a:off x="3331252" y="3557500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18;p68">
              <a:extLst>
                <a:ext uri="{FF2B5EF4-FFF2-40B4-BE49-F238E27FC236}">
                  <a16:creationId xmlns:a16="http://schemas.microsoft.com/office/drawing/2014/main" id="{BCA976E0-03FD-A48B-E832-A28F27A6D165}"/>
                </a:ext>
              </a:extLst>
            </p:cNvPr>
            <p:cNvSpPr/>
            <p:nvPr/>
          </p:nvSpPr>
          <p:spPr>
            <a:xfrm>
              <a:off x="3491113" y="355698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2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19;p68">
              <a:extLst>
                <a:ext uri="{FF2B5EF4-FFF2-40B4-BE49-F238E27FC236}">
                  <a16:creationId xmlns:a16="http://schemas.microsoft.com/office/drawing/2014/main" id="{86F63767-A944-6857-CF2E-F4373DF44572}"/>
                </a:ext>
              </a:extLst>
            </p:cNvPr>
            <p:cNvSpPr/>
            <p:nvPr/>
          </p:nvSpPr>
          <p:spPr>
            <a:xfrm>
              <a:off x="2137104" y="3718937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1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03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20;p68">
              <a:extLst>
                <a:ext uri="{FF2B5EF4-FFF2-40B4-BE49-F238E27FC236}">
                  <a16:creationId xmlns:a16="http://schemas.microsoft.com/office/drawing/2014/main" id="{84B77A5E-5174-169E-90A4-5DE8EA8C0153}"/>
                </a:ext>
              </a:extLst>
            </p:cNvPr>
            <p:cNvSpPr/>
            <p:nvPr/>
          </p:nvSpPr>
          <p:spPr>
            <a:xfrm>
              <a:off x="2297480" y="3718406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34" y="7063"/>
                    <a:pt x="7031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21;p68">
              <a:extLst>
                <a:ext uri="{FF2B5EF4-FFF2-40B4-BE49-F238E27FC236}">
                  <a16:creationId xmlns:a16="http://schemas.microsoft.com/office/drawing/2014/main" id="{F2CA59C6-018E-DDCD-29B4-C1EFF2F5EF9B}"/>
                </a:ext>
              </a:extLst>
            </p:cNvPr>
            <p:cNvSpPr/>
            <p:nvPr/>
          </p:nvSpPr>
          <p:spPr>
            <a:xfrm>
              <a:off x="2456811" y="3718406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6999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22;p68">
              <a:extLst>
                <a:ext uri="{FF2B5EF4-FFF2-40B4-BE49-F238E27FC236}">
                  <a16:creationId xmlns:a16="http://schemas.microsoft.com/office/drawing/2014/main" id="{947FB8EF-CF65-6462-3C1F-4AB4BCE13F14}"/>
                </a:ext>
              </a:extLst>
            </p:cNvPr>
            <p:cNvSpPr/>
            <p:nvPr/>
          </p:nvSpPr>
          <p:spPr>
            <a:xfrm>
              <a:off x="2617187" y="3717874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723;p68">
              <a:extLst>
                <a:ext uri="{FF2B5EF4-FFF2-40B4-BE49-F238E27FC236}">
                  <a16:creationId xmlns:a16="http://schemas.microsoft.com/office/drawing/2014/main" id="{CE0269EE-9600-62E6-6877-C6003075CBAA}"/>
                </a:ext>
              </a:extLst>
            </p:cNvPr>
            <p:cNvSpPr/>
            <p:nvPr/>
          </p:nvSpPr>
          <p:spPr>
            <a:xfrm>
              <a:off x="2777564" y="3717360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24;p68">
              <a:extLst>
                <a:ext uri="{FF2B5EF4-FFF2-40B4-BE49-F238E27FC236}">
                  <a16:creationId xmlns:a16="http://schemas.microsoft.com/office/drawing/2014/main" id="{5F8210BB-70AA-29DA-14EB-114ED25FFFE4}"/>
                </a:ext>
              </a:extLst>
            </p:cNvPr>
            <p:cNvSpPr/>
            <p:nvPr/>
          </p:nvSpPr>
          <p:spPr>
            <a:xfrm>
              <a:off x="2937409" y="3716297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25;p68">
              <a:extLst>
                <a:ext uri="{FF2B5EF4-FFF2-40B4-BE49-F238E27FC236}">
                  <a16:creationId xmlns:a16="http://schemas.microsoft.com/office/drawing/2014/main" id="{58C56F80-C261-28A3-E40B-7017885DB667}"/>
                </a:ext>
              </a:extLst>
            </p:cNvPr>
            <p:cNvSpPr/>
            <p:nvPr/>
          </p:nvSpPr>
          <p:spPr>
            <a:xfrm>
              <a:off x="3097785" y="3715782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26;p68">
              <a:extLst>
                <a:ext uri="{FF2B5EF4-FFF2-40B4-BE49-F238E27FC236}">
                  <a16:creationId xmlns:a16="http://schemas.microsoft.com/office/drawing/2014/main" id="{078829C4-163D-E880-3372-FC63A0489837}"/>
                </a:ext>
              </a:extLst>
            </p:cNvPr>
            <p:cNvSpPr/>
            <p:nvPr/>
          </p:nvSpPr>
          <p:spPr>
            <a:xfrm>
              <a:off x="3258161" y="3715251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66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27;p68">
              <a:extLst>
                <a:ext uri="{FF2B5EF4-FFF2-40B4-BE49-F238E27FC236}">
                  <a16:creationId xmlns:a16="http://schemas.microsoft.com/office/drawing/2014/main" id="{46271162-A5C6-30C7-ED1E-6BB7B33627C4}"/>
                </a:ext>
              </a:extLst>
            </p:cNvPr>
            <p:cNvSpPr/>
            <p:nvPr/>
          </p:nvSpPr>
          <p:spPr>
            <a:xfrm>
              <a:off x="3418538" y="3715251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6999"/>
                    <a:pt x="7031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28;p68">
              <a:extLst>
                <a:ext uri="{FF2B5EF4-FFF2-40B4-BE49-F238E27FC236}">
                  <a16:creationId xmlns:a16="http://schemas.microsoft.com/office/drawing/2014/main" id="{BCCCF4E4-8B3C-A491-5943-6966834C6188}"/>
                </a:ext>
              </a:extLst>
            </p:cNvPr>
            <p:cNvSpPr/>
            <p:nvPr/>
          </p:nvSpPr>
          <p:spPr>
            <a:xfrm>
              <a:off x="3578400" y="3714720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29;p68">
              <a:extLst>
                <a:ext uri="{FF2B5EF4-FFF2-40B4-BE49-F238E27FC236}">
                  <a16:creationId xmlns:a16="http://schemas.microsoft.com/office/drawing/2014/main" id="{AB204EA7-5EF5-B09E-B759-E25C3F7B5EB9}"/>
                </a:ext>
              </a:extLst>
            </p:cNvPr>
            <p:cNvSpPr/>
            <p:nvPr/>
          </p:nvSpPr>
          <p:spPr>
            <a:xfrm>
              <a:off x="3738776" y="3713674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730;p68">
              <a:extLst>
                <a:ext uri="{FF2B5EF4-FFF2-40B4-BE49-F238E27FC236}">
                  <a16:creationId xmlns:a16="http://schemas.microsoft.com/office/drawing/2014/main" id="{00B733D0-60DB-BF21-038E-07047945D3F5}"/>
                </a:ext>
              </a:extLst>
            </p:cNvPr>
            <p:cNvSpPr/>
            <p:nvPr/>
          </p:nvSpPr>
          <p:spPr>
            <a:xfrm>
              <a:off x="3651490" y="3555923"/>
              <a:ext cx="116750" cy="117298"/>
            </a:xfrm>
            <a:custGeom>
              <a:avLst/>
              <a:gdLst/>
              <a:ahLst/>
              <a:cxnLst/>
              <a:rect l="l" t="t" r="r" b="b"/>
              <a:pathLst>
                <a:path w="7031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731;p68">
              <a:extLst>
                <a:ext uri="{FF2B5EF4-FFF2-40B4-BE49-F238E27FC236}">
                  <a16:creationId xmlns:a16="http://schemas.microsoft.com/office/drawing/2014/main" id="{48A61788-AFEA-5480-2115-C1A6E1A4A448}"/>
                </a:ext>
              </a:extLst>
            </p:cNvPr>
            <p:cNvSpPr/>
            <p:nvPr/>
          </p:nvSpPr>
          <p:spPr>
            <a:xfrm>
              <a:off x="2232277" y="3874048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732;p68">
              <a:extLst>
                <a:ext uri="{FF2B5EF4-FFF2-40B4-BE49-F238E27FC236}">
                  <a16:creationId xmlns:a16="http://schemas.microsoft.com/office/drawing/2014/main" id="{463665E6-5E40-48E6-5D00-679BA49573B2}"/>
                </a:ext>
              </a:extLst>
            </p:cNvPr>
            <p:cNvSpPr/>
            <p:nvPr/>
          </p:nvSpPr>
          <p:spPr>
            <a:xfrm>
              <a:off x="2392653" y="3873517"/>
              <a:ext cx="116766" cy="117298"/>
            </a:xfrm>
            <a:custGeom>
              <a:avLst/>
              <a:gdLst/>
              <a:ahLst/>
              <a:cxnLst/>
              <a:rect l="l" t="t" r="r" b="b"/>
              <a:pathLst>
                <a:path w="7032" h="7064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34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733;p68">
              <a:extLst>
                <a:ext uri="{FF2B5EF4-FFF2-40B4-BE49-F238E27FC236}">
                  <a16:creationId xmlns:a16="http://schemas.microsoft.com/office/drawing/2014/main" id="{C7CF3FDC-F0AB-DACF-80DD-B86B9B90BC7D}"/>
                </a:ext>
              </a:extLst>
            </p:cNvPr>
            <p:cNvSpPr/>
            <p:nvPr/>
          </p:nvSpPr>
          <p:spPr>
            <a:xfrm>
              <a:off x="2552499" y="3873002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21" y="0"/>
                  </a:moveTo>
                  <a:cubicBezTo>
                    <a:pt x="698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480" y="7031"/>
                  </a:lnTo>
                  <a:cubicBezTo>
                    <a:pt x="6366" y="7031"/>
                    <a:pt x="7063" y="6366"/>
                    <a:pt x="7032" y="5447"/>
                  </a:cubicBezTo>
                  <a:lnTo>
                    <a:pt x="7032" y="1552"/>
                  </a:lnTo>
                  <a:cubicBezTo>
                    <a:pt x="7032" y="697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734;p68">
              <a:extLst>
                <a:ext uri="{FF2B5EF4-FFF2-40B4-BE49-F238E27FC236}">
                  <a16:creationId xmlns:a16="http://schemas.microsoft.com/office/drawing/2014/main" id="{FACF55D5-5B3B-CD68-196E-5D033E9FC4FB}"/>
                </a:ext>
              </a:extLst>
            </p:cNvPr>
            <p:cNvSpPr/>
            <p:nvPr/>
          </p:nvSpPr>
          <p:spPr>
            <a:xfrm>
              <a:off x="2712892" y="3873002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735;p68">
              <a:extLst>
                <a:ext uri="{FF2B5EF4-FFF2-40B4-BE49-F238E27FC236}">
                  <a16:creationId xmlns:a16="http://schemas.microsoft.com/office/drawing/2014/main" id="{B3379D19-1D78-31FB-5F83-DB5853925F9D}"/>
                </a:ext>
              </a:extLst>
            </p:cNvPr>
            <p:cNvSpPr/>
            <p:nvPr/>
          </p:nvSpPr>
          <p:spPr>
            <a:xfrm>
              <a:off x="2873268" y="3872470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0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34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02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736;p68">
              <a:extLst>
                <a:ext uri="{FF2B5EF4-FFF2-40B4-BE49-F238E27FC236}">
                  <a16:creationId xmlns:a16="http://schemas.microsoft.com/office/drawing/2014/main" id="{0577F26C-0578-2F85-234E-2400434D9B86}"/>
                </a:ext>
              </a:extLst>
            </p:cNvPr>
            <p:cNvSpPr/>
            <p:nvPr/>
          </p:nvSpPr>
          <p:spPr>
            <a:xfrm>
              <a:off x="3032582" y="387142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98" y="7062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737;p68">
              <a:extLst>
                <a:ext uri="{FF2B5EF4-FFF2-40B4-BE49-F238E27FC236}">
                  <a16:creationId xmlns:a16="http://schemas.microsoft.com/office/drawing/2014/main" id="{029B4127-493A-EE87-18C9-6699325EB92F}"/>
                </a:ext>
              </a:extLst>
            </p:cNvPr>
            <p:cNvSpPr/>
            <p:nvPr/>
          </p:nvSpPr>
          <p:spPr>
            <a:xfrm>
              <a:off x="3192958" y="387089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8" y="7063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738;p68">
              <a:extLst>
                <a:ext uri="{FF2B5EF4-FFF2-40B4-BE49-F238E27FC236}">
                  <a16:creationId xmlns:a16="http://schemas.microsoft.com/office/drawing/2014/main" id="{7796A1EF-B909-35C9-C3B2-0FDC2F91B12E}"/>
                </a:ext>
              </a:extLst>
            </p:cNvPr>
            <p:cNvSpPr/>
            <p:nvPr/>
          </p:nvSpPr>
          <p:spPr>
            <a:xfrm>
              <a:off x="3353335" y="3870362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739;p68">
              <a:extLst>
                <a:ext uri="{FF2B5EF4-FFF2-40B4-BE49-F238E27FC236}">
                  <a16:creationId xmlns:a16="http://schemas.microsoft.com/office/drawing/2014/main" id="{492B1BE6-DCF2-1594-66B8-7B2F1986550F}"/>
                </a:ext>
              </a:extLst>
            </p:cNvPr>
            <p:cNvSpPr/>
            <p:nvPr/>
          </p:nvSpPr>
          <p:spPr>
            <a:xfrm>
              <a:off x="3513196" y="3869847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66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740;p68">
              <a:extLst>
                <a:ext uri="{FF2B5EF4-FFF2-40B4-BE49-F238E27FC236}">
                  <a16:creationId xmlns:a16="http://schemas.microsoft.com/office/drawing/2014/main" id="{EFE7F2EC-A387-0290-0614-826170DC79A2}"/>
                </a:ext>
              </a:extLst>
            </p:cNvPr>
            <p:cNvSpPr/>
            <p:nvPr/>
          </p:nvSpPr>
          <p:spPr>
            <a:xfrm>
              <a:off x="3673573" y="3869847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741;p68">
              <a:extLst>
                <a:ext uri="{FF2B5EF4-FFF2-40B4-BE49-F238E27FC236}">
                  <a16:creationId xmlns:a16="http://schemas.microsoft.com/office/drawing/2014/main" id="{02481C06-2968-1204-2F15-74A602818B76}"/>
                </a:ext>
              </a:extLst>
            </p:cNvPr>
            <p:cNvSpPr/>
            <p:nvPr/>
          </p:nvSpPr>
          <p:spPr>
            <a:xfrm>
              <a:off x="1891018" y="4036531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6999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742;p68">
              <a:extLst>
                <a:ext uri="{FF2B5EF4-FFF2-40B4-BE49-F238E27FC236}">
                  <a16:creationId xmlns:a16="http://schemas.microsoft.com/office/drawing/2014/main" id="{C94D6B37-890E-1A5B-5E6C-6AAB10A148AE}"/>
                </a:ext>
              </a:extLst>
            </p:cNvPr>
            <p:cNvSpPr/>
            <p:nvPr/>
          </p:nvSpPr>
          <p:spPr>
            <a:xfrm>
              <a:off x="2050864" y="4035999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743;p68">
              <a:extLst>
                <a:ext uri="{FF2B5EF4-FFF2-40B4-BE49-F238E27FC236}">
                  <a16:creationId xmlns:a16="http://schemas.microsoft.com/office/drawing/2014/main" id="{EBAA2EA7-2278-D14D-75A4-C4DB3358FBD9}"/>
                </a:ext>
              </a:extLst>
            </p:cNvPr>
            <p:cNvSpPr/>
            <p:nvPr/>
          </p:nvSpPr>
          <p:spPr>
            <a:xfrm>
              <a:off x="2211240" y="403546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697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744;p68">
              <a:extLst>
                <a:ext uri="{FF2B5EF4-FFF2-40B4-BE49-F238E27FC236}">
                  <a16:creationId xmlns:a16="http://schemas.microsoft.com/office/drawing/2014/main" id="{78D05CC6-3800-51A0-73DD-A3FB550AD19F}"/>
                </a:ext>
              </a:extLst>
            </p:cNvPr>
            <p:cNvSpPr/>
            <p:nvPr/>
          </p:nvSpPr>
          <p:spPr>
            <a:xfrm>
              <a:off x="2371616" y="4034422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745;p68">
              <a:extLst>
                <a:ext uri="{FF2B5EF4-FFF2-40B4-BE49-F238E27FC236}">
                  <a16:creationId xmlns:a16="http://schemas.microsoft.com/office/drawing/2014/main" id="{4DC0278A-29C8-DF50-ABB5-F471EA27C974}"/>
                </a:ext>
              </a:extLst>
            </p:cNvPr>
            <p:cNvSpPr/>
            <p:nvPr/>
          </p:nvSpPr>
          <p:spPr>
            <a:xfrm>
              <a:off x="1891018" y="4186910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746;p68">
              <a:extLst>
                <a:ext uri="{FF2B5EF4-FFF2-40B4-BE49-F238E27FC236}">
                  <a16:creationId xmlns:a16="http://schemas.microsoft.com/office/drawing/2014/main" id="{68858FE5-033A-B892-837D-A102AF163232}"/>
                </a:ext>
              </a:extLst>
            </p:cNvPr>
            <p:cNvSpPr/>
            <p:nvPr/>
          </p:nvSpPr>
          <p:spPr>
            <a:xfrm>
              <a:off x="2051395" y="4186378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747;p68">
              <a:extLst>
                <a:ext uri="{FF2B5EF4-FFF2-40B4-BE49-F238E27FC236}">
                  <a16:creationId xmlns:a16="http://schemas.microsoft.com/office/drawing/2014/main" id="{AAFE1146-13DE-89CC-9054-FF8B48C9778A}"/>
                </a:ext>
              </a:extLst>
            </p:cNvPr>
            <p:cNvSpPr/>
            <p:nvPr/>
          </p:nvSpPr>
          <p:spPr>
            <a:xfrm>
              <a:off x="2211771" y="4185864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748;p68">
              <a:extLst>
                <a:ext uri="{FF2B5EF4-FFF2-40B4-BE49-F238E27FC236}">
                  <a16:creationId xmlns:a16="http://schemas.microsoft.com/office/drawing/2014/main" id="{0E407777-EAFB-2251-DCC2-EC507F85FA9D}"/>
                </a:ext>
              </a:extLst>
            </p:cNvPr>
            <p:cNvSpPr/>
            <p:nvPr/>
          </p:nvSpPr>
          <p:spPr>
            <a:xfrm>
              <a:off x="2372148" y="4185332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4" y="7031"/>
                    <a:pt x="7063" y="6366"/>
                    <a:pt x="7063" y="5448"/>
                  </a:cubicBezTo>
                  <a:lnTo>
                    <a:pt x="7063" y="1521"/>
                  </a:lnTo>
                  <a:cubicBezTo>
                    <a:pt x="7063" y="697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749;p68">
              <a:extLst>
                <a:ext uri="{FF2B5EF4-FFF2-40B4-BE49-F238E27FC236}">
                  <a16:creationId xmlns:a16="http://schemas.microsoft.com/office/drawing/2014/main" id="{0A00C844-7180-F6F0-5F13-839A5C784A10}"/>
                </a:ext>
              </a:extLst>
            </p:cNvPr>
            <p:cNvSpPr/>
            <p:nvPr/>
          </p:nvSpPr>
          <p:spPr>
            <a:xfrm>
              <a:off x="3333360" y="4181646"/>
              <a:ext cx="116766" cy="117298"/>
            </a:xfrm>
            <a:custGeom>
              <a:avLst/>
              <a:gdLst/>
              <a:ahLst/>
              <a:cxnLst/>
              <a:rect l="l" t="t" r="r" b="b"/>
              <a:pathLst>
                <a:path w="7032" h="7064" extrusionOk="0">
                  <a:moveTo>
                    <a:pt x="1521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98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750;p68">
              <a:extLst>
                <a:ext uri="{FF2B5EF4-FFF2-40B4-BE49-F238E27FC236}">
                  <a16:creationId xmlns:a16="http://schemas.microsoft.com/office/drawing/2014/main" id="{AE2235C6-E72A-B8FF-6FD8-B1357F754444}"/>
                </a:ext>
              </a:extLst>
            </p:cNvPr>
            <p:cNvSpPr/>
            <p:nvPr/>
          </p:nvSpPr>
          <p:spPr>
            <a:xfrm>
              <a:off x="3492691" y="4181646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94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751;p68">
              <a:extLst>
                <a:ext uri="{FF2B5EF4-FFF2-40B4-BE49-F238E27FC236}">
                  <a16:creationId xmlns:a16="http://schemas.microsoft.com/office/drawing/2014/main" id="{8D92921B-6B68-8EEC-41F7-31709477BF80}"/>
                </a:ext>
              </a:extLst>
            </p:cNvPr>
            <p:cNvSpPr/>
            <p:nvPr/>
          </p:nvSpPr>
          <p:spPr>
            <a:xfrm>
              <a:off x="2531478" y="4033891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2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02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752;p68">
              <a:extLst>
                <a:ext uri="{FF2B5EF4-FFF2-40B4-BE49-F238E27FC236}">
                  <a16:creationId xmlns:a16="http://schemas.microsoft.com/office/drawing/2014/main" id="{1A9030EC-1A6D-C2EB-F8FD-3C20B009E951}"/>
                </a:ext>
              </a:extLst>
            </p:cNvPr>
            <p:cNvSpPr/>
            <p:nvPr/>
          </p:nvSpPr>
          <p:spPr>
            <a:xfrm>
              <a:off x="2691855" y="4033376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2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753;p68">
              <a:extLst>
                <a:ext uri="{FF2B5EF4-FFF2-40B4-BE49-F238E27FC236}">
                  <a16:creationId xmlns:a16="http://schemas.microsoft.com/office/drawing/2014/main" id="{AD49B089-DB4A-68E6-6191-A240DFA69FEA}"/>
                </a:ext>
              </a:extLst>
            </p:cNvPr>
            <p:cNvSpPr/>
            <p:nvPr/>
          </p:nvSpPr>
          <p:spPr>
            <a:xfrm>
              <a:off x="2852231" y="4033376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6999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03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754;p68">
              <a:extLst>
                <a:ext uri="{FF2B5EF4-FFF2-40B4-BE49-F238E27FC236}">
                  <a16:creationId xmlns:a16="http://schemas.microsoft.com/office/drawing/2014/main" id="{D35ED462-DCCE-1106-FF01-4B12E04E012D}"/>
                </a:ext>
              </a:extLst>
            </p:cNvPr>
            <p:cNvSpPr/>
            <p:nvPr/>
          </p:nvSpPr>
          <p:spPr>
            <a:xfrm>
              <a:off x="3012607" y="4032845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1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34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755;p68">
              <a:extLst>
                <a:ext uri="{FF2B5EF4-FFF2-40B4-BE49-F238E27FC236}">
                  <a16:creationId xmlns:a16="http://schemas.microsoft.com/office/drawing/2014/main" id="{99F6912C-F079-18FF-93DE-879F3DE87A2C}"/>
                </a:ext>
              </a:extLst>
            </p:cNvPr>
            <p:cNvSpPr/>
            <p:nvPr/>
          </p:nvSpPr>
          <p:spPr>
            <a:xfrm>
              <a:off x="3171938" y="4031799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97" y="7062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756;p68">
              <a:extLst>
                <a:ext uri="{FF2B5EF4-FFF2-40B4-BE49-F238E27FC236}">
                  <a16:creationId xmlns:a16="http://schemas.microsoft.com/office/drawing/2014/main" id="{A50B0BD6-06C5-4CCD-53CC-492DDA8B0788}"/>
                </a:ext>
              </a:extLst>
            </p:cNvPr>
            <p:cNvSpPr/>
            <p:nvPr/>
          </p:nvSpPr>
          <p:spPr>
            <a:xfrm>
              <a:off x="3332314" y="4031267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62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757;p68">
              <a:extLst>
                <a:ext uri="{FF2B5EF4-FFF2-40B4-BE49-F238E27FC236}">
                  <a16:creationId xmlns:a16="http://schemas.microsoft.com/office/drawing/2014/main" id="{A9C326AC-3A21-DAE0-44CC-849F8051D4A2}"/>
                </a:ext>
              </a:extLst>
            </p:cNvPr>
            <p:cNvSpPr/>
            <p:nvPr/>
          </p:nvSpPr>
          <p:spPr>
            <a:xfrm>
              <a:off x="3492691" y="4030736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758;p68">
              <a:extLst>
                <a:ext uri="{FF2B5EF4-FFF2-40B4-BE49-F238E27FC236}">
                  <a16:creationId xmlns:a16="http://schemas.microsoft.com/office/drawing/2014/main" id="{A500ADDE-9EC3-7645-0440-5204598C95FD}"/>
                </a:ext>
              </a:extLst>
            </p:cNvPr>
            <p:cNvSpPr/>
            <p:nvPr/>
          </p:nvSpPr>
          <p:spPr>
            <a:xfrm>
              <a:off x="3833949" y="3868784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52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63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759;p68">
              <a:extLst>
                <a:ext uri="{FF2B5EF4-FFF2-40B4-BE49-F238E27FC236}">
                  <a16:creationId xmlns:a16="http://schemas.microsoft.com/office/drawing/2014/main" id="{AB59F138-3DE3-2291-92F1-B6C8E972A8EF}"/>
                </a:ext>
              </a:extLst>
            </p:cNvPr>
            <p:cNvSpPr/>
            <p:nvPr/>
          </p:nvSpPr>
          <p:spPr>
            <a:xfrm>
              <a:off x="3805557" y="3554877"/>
              <a:ext cx="283979" cy="118344"/>
            </a:xfrm>
            <a:custGeom>
              <a:avLst/>
              <a:gdLst/>
              <a:ahLst/>
              <a:cxnLst/>
              <a:rect l="l" t="t" r="r" b="b"/>
              <a:pathLst>
                <a:path w="17102" h="7127" extrusionOk="0">
                  <a:moveTo>
                    <a:pt x="15360" y="1"/>
                  </a:moveTo>
                  <a:lnTo>
                    <a:pt x="1742" y="32"/>
                  </a:lnTo>
                  <a:cubicBezTo>
                    <a:pt x="792" y="32"/>
                    <a:pt x="0" y="824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15360" y="7063"/>
                  </a:lnTo>
                  <a:cubicBezTo>
                    <a:pt x="16310" y="7063"/>
                    <a:pt x="17102" y="6271"/>
                    <a:pt x="17102" y="5353"/>
                  </a:cubicBezTo>
                  <a:lnTo>
                    <a:pt x="17102" y="1742"/>
                  </a:lnTo>
                  <a:cubicBezTo>
                    <a:pt x="17070" y="792"/>
                    <a:pt x="16310" y="1"/>
                    <a:pt x="15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760;p68">
              <a:extLst>
                <a:ext uri="{FF2B5EF4-FFF2-40B4-BE49-F238E27FC236}">
                  <a16:creationId xmlns:a16="http://schemas.microsoft.com/office/drawing/2014/main" id="{D7993C2A-6657-E9AD-F83C-D2E4BB374B7C}"/>
                </a:ext>
              </a:extLst>
            </p:cNvPr>
            <p:cNvSpPr/>
            <p:nvPr/>
          </p:nvSpPr>
          <p:spPr>
            <a:xfrm>
              <a:off x="1888910" y="3719452"/>
              <a:ext cx="199841" cy="117812"/>
            </a:xfrm>
            <a:custGeom>
              <a:avLst/>
              <a:gdLst/>
              <a:ahLst/>
              <a:cxnLst/>
              <a:rect l="l" t="t" r="r" b="b"/>
              <a:pathLst>
                <a:path w="12035" h="7095" extrusionOk="0">
                  <a:moveTo>
                    <a:pt x="10103" y="1"/>
                  </a:moveTo>
                  <a:lnTo>
                    <a:pt x="1869" y="64"/>
                  </a:lnTo>
                  <a:cubicBezTo>
                    <a:pt x="824" y="64"/>
                    <a:pt x="1" y="919"/>
                    <a:pt x="1" y="1964"/>
                  </a:cubicBezTo>
                  <a:lnTo>
                    <a:pt x="1" y="5258"/>
                  </a:lnTo>
                  <a:cubicBezTo>
                    <a:pt x="1" y="6271"/>
                    <a:pt x="887" y="7095"/>
                    <a:pt x="1901" y="7095"/>
                  </a:cubicBezTo>
                  <a:lnTo>
                    <a:pt x="10135" y="7063"/>
                  </a:lnTo>
                  <a:cubicBezTo>
                    <a:pt x="11211" y="7063"/>
                    <a:pt x="12035" y="6240"/>
                    <a:pt x="12003" y="5163"/>
                  </a:cubicBezTo>
                  <a:lnTo>
                    <a:pt x="12003" y="1869"/>
                  </a:lnTo>
                  <a:cubicBezTo>
                    <a:pt x="12003" y="856"/>
                    <a:pt x="11116" y="1"/>
                    <a:pt x="10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761;p68">
              <a:extLst>
                <a:ext uri="{FF2B5EF4-FFF2-40B4-BE49-F238E27FC236}">
                  <a16:creationId xmlns:a16="http://schemas.microsoft.com/office/drawing/2014/main" id="{45E0C84C-82C6-713A-2553-6E90D0B07847}"/>
                </a:ext>
              </a:extLst>
            </p:cNvPr>
            <p:cNvSpPr/>
            <p:nvPr/>
          </p:nvSpPr>
          <p:spPr>
            <a:xfrm>
              <a:off x="3901261" y="3713142"/>
              <a:ext cx="189330" cy="272953"/>
            </a:xfrm>
            <a:custGeom>
              <a:avLst/>
              <a:gdLst/>
              <a:ahLst/>
              <a:cxnLst/>
              <a:rect l="l" t="t" r="r" b="b"/>
              <a:pathLst>
                <a:path w="11402" h="16438" extrusionOk="0">
                  <a:moveTo>
                    <a:pt x="9216" y="1"/>
                  </a:moveTo>
                  <a:lnTo>
                    <a:pt x="1457" y="33"/>
                  </a:lnTo>
                  <a:cubicBezTo>
                    <a:pt x="1438" y="32"/>
                    <a:pt x="1419" y="31"/>
                    <a:pt x="1400" y="31"/>
                  </a:cubicBezTo>
                  <a:cubicBezTo>
                    <a:pt x="634" y="31"/>
                    <a:pt x="0" y="654"/>
                    <a:pt x="0" y="1458"/>
                  </a:cubicBezTo>
                  <a:lnTo>
                    <a:pt x="0" y="5638"/>
                  </a:lnTo>
                  <a:cubicBezTo>
                    <a:pt x="0" y="6430"/>
                    <a:pt x="665" y="7095"/>
                    <a:pt x="1457" y="7095"/>
                  </a:cubicBezTo>
                  <a:lnTo>
                    <a:pt x="5859" y="7095"/>
                  </a:lnTo>
                  <a:lnTo>
                    <a:pt x="5891" y="15297"/>
                  </a:lnTo>
                  <a:cubicBezTo>
                    <a:pt x="5891" y="15930"/>
                    <a:pt x="6397" y="16437"/>
                    <a:pt x="7031" y="16437"/>
                  </a:cubicBezTo>
                  <a:lnTo>
                    <a:pt x="10229" y="16437"/>
                  </a:lnTo>
                  <a:cubicBezTo>
                    <a:pt x="10863" y="16437"/>
                    <a:pt x="11401" y="15899"/>
                    <a:pt x="11401" y="15297"/>
                  </a:cubicBezTo>
                  <a:lnTo>
                    <a:pt x="11338" y="2154"/>
                  </a:lnTo>
                  <a:cubicBezTo>
                    <a:pt x="11338" y="951"/>
                    <a:pt x="10388" y="1"/>
                    <a:pt x="9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762;p68">
              <a:extLst>
                <a:ext uri="{FF2B5EF4-FFF2-40B4-BE49-F238E27FC236}">
                  <a16:creationId xmlns:a16="http://schemas.microsoft.com/office/drawing/2014/main" id="{3904DFEA-B2AE-B4F8-8858-DE0E50D22942}"/>
                </a:ext>
              </a:extLst>
            </p:cNvPr>
            <p:cNvSpPr/>
            <p:nvPr/>
          </p:nvSpPr>
          <p:spPr>
            <a:xfrm>
              <a:off x="1890487" y="3874579"/>
              <a:ext cx="305549" cy="117812"/>
            </a:xfrm>
            <a:custGeom>
              <a:avLst/>
              <a:gdLst/>
              <a:ahLst/>
              <a:cxnLst/>
              <a:rect l="l" t="t" r="r" b="b"/>
              <a:pathLst>
                <a:path w="18401" h="7095" extrusionOk="0">
                  <a:moveTo>
                    <a:pt x="17165" y="0"/>
                  </a:moveTo>
                  <a:lnTo>
                    <a:pt x="1204" y="64"/>
                  </a:lnTo>
                  <a:cubicBezTo>
                    <a:pt x="539" y="64"/>
                    <a:pt x="1" y="602"/>
                    <a:pt x="1" y="1267"/>
                  </a:cubicBezTo>
                  <a:lnTo>
                    <a:pt x="1" y="5891"/>
                  </a:lnTo>
                  <a:cubicBezTo>
                    <a:pt x="1" y="6556"/>
                    <a:pt x="539" y="7094"/>
                    <a:pt x="1204" y="7094"/>
                  </a:cubicBezTo>
                  <a:lnTo>
                    <a:pt x="17165" y="7062"/>
                  </a:lnTo>
                  <a:cubicBezTo>
                    <a:pt x="17862" y="7062"/>
                    <a:pt x="18400" y="6524"/>
                    <a:pt x="18400" y="5827"/>
                  </a:cubicBezTo>
                  <a:lnTo>
                    <a:pt x="18400" y="1235"/>
                  </a:lnTo>
                  <a:cubicBezTo>
                    <a:pt x="18400" y="570"/>
                    <a:pt x="17862" y="0"/>
                    <a:pt x="17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763;p68">
              <a:extLst>
                <a:ext uri="{FF2B5EF4-FFF2-40B4-BE49-F238E27FC236}">
                  <a16:creationId xmlns:a16="http://schemas.microsoft.com/office/drawing/2014/main" id="{DB2C9E83-611A-F4B3-CDE3-ED6E4E443908}"/>
                </a:ext>
              </a:extLst>
            </p:cNvPr>
            <p:cNvSpPr/>
            <p:nvPr/>
          </p:nvSpPr>
          <p:spPr>
            <a:xfrm>
              <a:off x="3652536" y="4028113"/>
              <a:ext cx="439119" cy="120967"/>
            </a:xfrm>
            <a:custGeom>
              <a:avLst/>
              <a:gdLst/>
              <a:ahLst/>
              <a:cxnLst/>
              <a:rect l="l" t="t" r="r" b="b"/>
              <a:pathLst>
                <a:path w="26445" h="7285" extrusionOk="0">
                  <a:moveTo>
                    <a:pt x="25051" y="1"/>
                  </a:moveTo>
                  <a:lnTo>
                    <a:pt x="1426" y="64"/>
                  </a:lnTo>
                  <a:cubicBezTo>
                    <a:pt x="666" y="64"/>
                    <a:pt x="32" y="697"/>
                    <a:pt x="32" y="1457"/>
                  </a:cubicBezTo>
                  <a:lnTo>
                    <a:pt x="32" y="5891"/>
                  </a:lnTo>
                  <a:cubicBezTo>
                    <a:pt x="1" y="6651"/>
                    <a:pt x="634" y="7284"/>
                    <a:pt x="1426" y="7284"/>
                  </a:cubicBezTo>
                  <a:lnTo>
                    <a:pt x="25051" y="7189"/>
                  </a:lnTo>
                  <a:cubicBezTo>
                    <a:pt x="25811" y="7189"/>
                    <a:pt x="26444" y="6556"/>
                    <a:pt x="26444" y="5828"/>
                  </a:cubicBezTo>
                  <a:lnTo>
                    <a:pt x="26444" y="1394"/>
                  </a:lnTo>
                  <a:cubicBezTo>
                    <a:pt x="26444" y="634"/>
                    <a:pt x="25811" y="1"/>
                    <a:pt x="25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764;p68">
              <a:extLst>
                <a:ext uri="{FF2B5EF4-FFF2-40B4-BE49-F238E27FC236}">
                  <a16:creationId xmlns:a16="http://schemas.microsoft.com/office/drawing/2014/main" id="{88B15A3F-C3FB-649E-352F-C37A5C145ECA}"/>
                </a:ext>
              </a:extLst>
            </p:cNvPr>
            <p:cNvSpPr/>
            <p:nvPr/>
          </p:nvSpPr>
          <p:spPr>
            <a:xfrm>
              <a:off x="2553030" y="4182709"/>
              <a:ext cx="736764" cy="119905"/>
            </a:xfrm>
            <a:custGeom>
              <a:avLst/>
              <a:gdLst/>
              <a:ahLst/>
              <a:cxnLst/>
              <a:rect l="l" t="t" r="r" b="b"/>
              <a:pathLst>
                <a:path w="44370" h="7221" extrusionOk="0">
                  <a:moveTo>
                    <a:pt x="43356" y="0"/>
                  </a:moveTo>
                  <a:lnTo>
                    <a:pt x="1014" y="159"/>
                  </a:lnTo>
                  <a:cubicBezTo>
                    <a:pt x="476" y="159"/>
                    <a:pt x="1" y="634"/>
                    <a:pt x="1" y="1172"/>
                  </a:cubicBezTo>
                  <a:lnTo>
                    <a:pt x="1" y="6207"/>
                  </a:lnTo>
                  <a:cubicBezTo>
                    <a:pt x="1" y="6746"/>
                    <a:pt x="476" y="7221"/>
                    <a:pt x="1014" y="7221"/>
                  </a:cubicBezTo>
                  <a:lnTo>
                    <a:pt x="43324" y="7062"/>
                  </a:lnTo>
                  <a:cubicBezTo>
                    <a:pt x="43894" y="7062"/>
                    <a:pt x="44369" y="6587"/>
                    <a:pt x="44369" y="6049"/>
                  </a:cubicBezTo>
                  <a:lnTo>
                    <a:pt x="44369" y="1014"/>
                  </a:lnTo>
                  <a:cubicBezTo>
                    <a:pt x="44369" y="412"/>
                    <a:pt x="43894" y="0"/>
                    <a:pt x="433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765;p68">
              <a:extLst>
                <a:ext uri="{FF2B5EF4-FFF2-40B4-BE49-F238E27FC236}">
                  <a16:creationId xmlns:a16="http://schemas.microsoft.com/office/drawing/2014/main" id="{FBF4DACF-131D-3A5C-9AE3-EA6E4F2CF79E}"/>
                </a:ext>
              </a:extLst>
            </p:cNvPr>
            <p:cNvSpPr/>
            <p:nvPr/>
          </p:nvSpPr>
          <p:spPr>
            <a:xfrm>
              <a:off x="3653598" y="4247380"/>
              <a:ext cx="121482" cy="51559"/>
            </a:xfrm>
            <a:custGeom>
              <a:avLst/>
              <a:gdLst/>
              <a:ahLst/>
              <a:cxnLst/>
              <a:rect l="l" t="t" r="r" b="b"/>
              <a:pathLst>
                <a:path w="7316" h="3105" extrusionOk="0">
                  <a:moveTo>
                    <a:pt x="6746" y="1"/>
                  </a:moveTo>
                  <a:lnTo>
                    <a:pt x="570" y="64"/>
                  </a:lnTo>
                  <a:cubicBezTo>
                    <a:pt x="253" y="64"/>
                    <a:pt x="0" y="286"/>
                    <a:pt x="0" y="602"/>
                  </a:cubicBezTo>
                  <a:lnTo>
                    <a:pt x="0" y="2534"/>
                  </a:lnTo>
                  <a:cubicBezTo>
                    <a:pt x="0" y="2851"/>
                    <a:pt x="253" y="3104"/>
                    <a:pt x="570" y="3104"/>
                  </a:cubicBezTo>
                  <a:lnTo>
                    <a:pt x="6746" y="3072"/>
                  </a:lnTo>
                  <a:cubicBezTo>
                    <a:pt x="7062" y="3072"/>
                    <a:pt x="7316" y="2787"/>
                    <a:pt x="7284" y="2502"/>
                  </a:cubicBezTo>
                  <a:lnTo>
                    <a:pt x="7284" y="571"/>
                  </a:lnTo>
                  <a:cubicBezTo>
                    <a:pt x="7284" y="254"/>
                    <a:pt x="7062" y="1"/>
                    <a:pt x="6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766;p68">
              <a:extLst>
                <a:ext uri="{FF2B5EF4-FFF2-40B4-BE49-F238E27FC236}">
                  <a16:creationId xmlns:a16="http://schemas.microsoft.com/office/drawing/2014/main" id="{F89D061E-22FB-54AD-2E94-DE7C0E7AC1FF}"/>
                </a:ext>
              </a:extLst>
            </p:cNvPr>
            <p:cNvSpPr/>
            <p:nvPr/>
          </p:nvSpPr>
          <p:spPr>
            <a:xfrm>
              <a:off x="3812397" y="4246849"/>
              <a:ext cx="120951" cy="51559"/>
            </a:xfrm>
            <a:custGeom>
              <a:avLst/>
              <a:gdLst/>
              <a:ahLst/>
              <a:cxnLst/>
              <a:rect l="l" t="t" r="r" b="b"/>
              <a:pathLst>
                <a:path w="7284" h="3105" extrusionOk="0">
                  <a:moveTo>
                    <a:pt x="6714" y="1"/>
                  </a:moveTo>
                  <a:lnTo>
                    <a:pt x="538" y="33"/>
                  </a:lnTo>
                  <a:cubicBezTo>
                    <a:pt x="222" y="33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22" y="3104"/>
                    <a:pt x="538" y="3104"/>
                  </a:cubicBezTo>
                  <a:lnTo>
                    <a:pt x="6714" y="3041"/>
                  </a:lnTo>
                  <a:cubicBezTo>
                    <a:pt x="7031" y="3041"/>
                    <a:pt x="7284" y="2788"/>
                    <a:pt x="7284" y="2503"/>
                  </a:cubicBezTo>
                  <a:lnTo>
                    <a:pt x="7284" y="571"/>
                  </a:lnTo>
                  <a:cubicBezTo>
                    <a:pt x="7284" y="254"/>
                    <a:pt x="7031" y="1"/>
                    <a:pt x="67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767;p68">
              <a:extLst>
                <a:ext uri="{FF2B5EF4-FFF2-40B4-BE49-F238E27FC236}">
                  <a16:creationId xmlns:a16="http://schemas.microsoft.com/office/drawing/2014/main" id="{6835F98B-90B6-30AD-D6CF-3FEED534D3A1}"/>
                </a:ext>
              </a:extLst>
            </p:cNvPr>
            <p:cNvSpPr/>
            <p:nvPr/>
          </p:nvSpPr>
          <p:spPr>
            <a:xfrm>
              <a:off x="3811335" y="4170090"/>
              <a:ext cx="122014" cy="51027"/>
            </a:xfrm>
            <a:custGeom>
              <a:avLst/>
              <a:gdLst/>
              <a:ahLst/>
              <a:cxnLst/>
              <a:rect l="l" t="t" r="r" b="b"/>
              <a:pathLst>
                <a:path w="7348" h="3073" extrusionOk="0">
                  <a:moveTo>
                    <a:pt x="6746" y="0"/>
                  </a:moveTo>
                  <a:lnTo>
                    <a:pt x="571" y="32"/>
                  </a:lnTo>
                  <a:cubicBezTo>
                    <a:pt x="254" y="32"/>
                    <a:pt x="1" y="285"/>
                    <a:pt x="1" y="602"/>
                  </a:cubicBezTo>
                  <a:lnTo>
                    <a:pt x="1" y="2534"/>
                  </a:lnTo>
                  <a:cubicBezTo>
                    <a:pt x="1" y="2850"/>
                    <a:pt x="254" y="3072"/>
                    <a:pt x="571" y="3072"/>
                  </a:cubicBezTo>
                  <a:lnTo>
                    <a:pt x="6746" y="3040"/>
                  </a:lnTo>
                  <a:cubicBezTo>
                    <a:pt x="7063" y="3040"/>
                    <a:pt x="7348" y="2819"/>
                    <a:pt x="7285" y="2502"/>
                  </a:cubicBezTo>
                  <a:lnTo>
                    <a:pt x="7285" y="539"/>
                  </a:lnTo>
                  <a:cubicBezTo>
                    <a:pt x="7285" y="222"/>
                    <a:pt x="7063" y="0"/>
                    <a:pt x="6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768;p68">
              <a:extLst>
                <a:ext uri="{FF2B5EF4-FFF2-40B4-BE49-F238E27FC236}">
                  <a16:creationId xmlns:a16="http://schemas.microsoft.com/office/drawing/2014/main" id="{C8FF7530-EFC6-64A3-EB1E-D2F6CB03BA9F}"/>
                </a:ext>
              </a:extLst>
            </p:cNvPr>
            <p:cNvSpPr/>
            <p:nvPr/>
          </p:nvSpPr>
          <p:spPr>
            <a:xfrm>
              <a:off x="3970665" y="4246334"/>
              <a:ext cx="120967" cy="51027"/>
            </a:xfrm>
            <a:custGeom>
              <a:avLst/>
              <a:gdLst/>
              <a:ahLst/>
              <a:cxnLst/>
              <a:rect l="l" t="t" r="r" b="b"/>
              <a:pathLst>
                <a:path w="7285" h="3073" extrusionOk="0">
                  <a:moveTo>
                    <a:pt x="6746" y="0"/>
                  </a:moveTo>
                  <a:lnTo>
                    <a:pt x="571" y="32"/>
                  </a:lnTo>
                  <a:cubicBezTo>
                    <a:pt x="254" y="32"/>
                    <a:pt x="0" y="285"/>
                    <a:pt x="0" y="602"/>
                  </a:cubicBezTo>
                  <a:lnTo>
                    <a:pt x="0" y="2534"/>
                  </a:lnTo>
                  <a:cubicBezTo>
                    <a:pt x="0" y="2850"/>
                    <a:pt x="254" y="3072"/>
                    <a:pt x="571" y="3072"/>
                  </a:cubicBezTo>
                  <a:lnTo>
                    <a:pt x="6746" y="3040"/>
                  </a:lnTo>
                  <a:cubicBezTo>
                    <a:pt x="7031" y="3040"/>
                    <a:pt x="7284" y="2819"/>
                    <a:pt x="7284" y="2502"/>
                  </a:cubicBezTo>
                  <a:lnTo>
                    <a:pt x="7284" y="539"/>
                  </a:lnTo>
                  <a:cubicBezTo>
                    <a:pt x="7284" y="222"/>
                    <a:pt x="7031" y="0"/>
                    <a:pt x="6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769;p68">
              <a:extLst>
                <a:ext uri="{FF2B5EF4-FFF2-40B4-BE49-F238E27FC236}">
                  <a16:creationId xmlns:a16="http://schemas.microsoft.com/office/drawing/2014/main" id="{E89D158F-EDCD-2D2B-939C-7D858FAB4C94}"/>
                </a:ext>
              </a:extLst>
            </p:cNvPr>
            <p:cNvSpPr/>
            <p:nvPr/>
          </p:nvSpPr>
          <p:spPr>
            <a:xfrm>
              <a:off x="1898374" y="3558031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770;p68">
              <a:extLst>
                <a:ext uri="{FF2B5EF4-FFF2-40B4-BE49-F238E27FC236}">
                  <a16:creationId xmlns:a16="http://schemas.microsoft.com/office/drawing/2014/main" id="{E13E6C81-F5CD-973F-5C4C-0A9D42C4D151}"/>
                </a:ext>
              </a:extLst>
            </p:cNvPr>
            <p:cNvSpPr/>
            <p:nvPr/>
          </p:nvSpPr>
          <p:spPr>
            <a:xfrm>
              <a:off x="2058750" y="3558031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6999"/>
                    <a:pt x="7095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771;p68">
              <a:extLst>
                <a:ext uri="{FF2B5EF4-FFF2-40B4-BE49-F238E27FC236}">
                  <a16:creationId xmlns:a16="http://schemas.microsoft.com/office/drawing/2014/main" id="{76C34A71-DC2B-31F2-9579-49313E83FB27}"/>
                </a:ext>
              </a:extLst>
            </p:cNvPr>
            <p:cNvSpPr/>
            <p:nvPr/>
          </p:nvSpPr>
          <p:spPr>
            <a:xfrm>
              <a:off x="2219127" y="3557500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772;p68">
              <a:extLst>
                <a:ext uri="{FF2B5EF4-FFF2-40B4-BE49-F238E27FC236}">
                  <a16:creationId xmlns:a16="http://schemas.microsoft.com/office/drawing/2014/main" id="{431E9BC8-09C9-C823-A66D-EEC5511BC8FB}"/>
                </a:ext>
              </a:extLst>
            </p:cNvPr>
            <p:cNvSpPr/>
            <p:nvPr/>
          </p:nvSpPr>
          <p:spPr>
            <a:xfrm>
              <a:off x="2379503" y="3556985"/>
              <a:ext cx="116766" cy="116750"/>
            </a:xfrm>
            <a:custGeom>
              <a:avLst/>
              <a:gdLst/>
              <a:ahLst/>
              <a:cxnLst/>
              <a:rect l="l" t="t" r="r" b="b"/>
              <a:pathLst>
                <a:path w="7032" h="7031" extrusionOk="0">
                  <a:moveTo>
                    <a:pt x="1553" y="0"/>
                  </a:moveTo>
                  <a:cubicBezTo>
                    <a:pt x="698" y="0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31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773;p68">
              <a:extLst>
                <a:ext uri="{FF2B5EF4-FFF2-40B4-BE49-F238E27FC236}">
                  <a16:creationId xmlns:a16="http://schemas.microsoft.com/office/drawing/2014/main" id="{99017A85-125D-7EE0-EBF1-2AD8CEC20BEA}"/>
                </a:ext>
              </a:extLst>
            </p:cNvPr>
            <p:cNvSpPr/>
            <p:nvPr/>
          </p:nvSpPr>
          <p:spPr>
            <a:xfrm>
              <a:off x="2539365" y="3555923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2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774;p68">
              <a:extLst>
                <a:ext uri="{FF2B5EF4-FFF2-40B4-BE49-F238E27FC236}">
                  <a16:creationId xmlns:a16="http://schemas.microsoft.com/office/drawing/2014/main" id="{E08D59A1-6B57-6353-A315-C5CC4B18CE10}"/>
                </a:ext>
              </a:extLst>
            </p:cNvPr>
            <p:cNvSpPr/>
            <p:nvPr/>
          </p:nvSpPr>
          <p:spPr>
            <a:xfrm>
              <a:off x="2699741" y="355540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775;p68">
              <a:extLst>
                <a:ext uri="{FF2B5EF4-FFF2-40B4-BE49-F238E27FC236}">
                  <a16:creationId xmlns:a16="http://schemas.microsoft.com/office/drawing/2014/main" id="{1B0421BF-A371-A32F-8016-0B0472C13A2F}"/>
                </a:ext>
              </a:extLst>
            </p:cNvPr>
            <p:cNvSpPr/>
            <p:nvPr/>
          </p:nvSpPr>
          <p:spPr>
            <a:xfrm>
              <a:off x="2699741" y="355540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776;p68">
              <a:extLst>
                <a:ext uri="{FF2B5EF4-FFF2-40B4-BE49-F238E27FC236}">
                  <a16:creationId xmlns:a16="http://schemas.microsoft.com/office/drawing/2014/main" id="{D0EF1BC4-3331-A610-2A95-38CF980F0533}"/>
                </a:ext>
              </a:extLst>
            </p:cNvPr>
            <p:cNvSpPr/>
            <p:nvPr/>
          </p:nvSpPr>
          <p:spPr>
            <a:xfrm>
              <a:off x="2860118" y="3554877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1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66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03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777;p68">
              <a:extLst>
                <a:ext uri="{FF2B5EF4-FFF2-40B4-BE49-F238E27FC236}">
                  <a16:creationId xmlns:a16="http://schemas.microsoft.com/office/drawing/2014/main" id="{75EE90EE-CF74-00C5-1E58-2F6E852F0BF0}"/>
                </a:ext>
              </a:extLst>
            </p:cNvPr>
            <p:cNvSpPr/>
            <p:nvPr/>
          </p:nvSpPr>
          <p:spPr>
            <a:xfrm>
              <a:off x="3019448" y="3554877"/>
              <a:ext cx="117796" cy="116766"/>
            </a:xfrm>
            <a:custGeom>
              <a:avLst/>
              <a:gdLst/>
              <a:ahLst/>
              <a:cxnLst/>
              <a:rect l="l" t="t" r="r" b="b"/>
              <a:pathLst>
                <a:path w="7094" h="7032" extrusionOk="0">
                  <a:moveTo>
                    <a:pt x="1552" y="1"/>
                  </a:moveTo>
                  <a:cubicBezTo>
                    <a:pt x="729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6999"/>
                    <a:pt x="7094" y="6334"/>
                    <a:pt x="7062" y="5448"/>
                  </a:cubicBezTo>
                  <a:lnTo>
                    <a:pt x="7062" y="1552"/>
                  </a:lnTo>
                  <a:cubicBezTo>
                    <a:pt x="7062" y="697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778;p68">
              <a:extLst>
                <a:ext uri="{FF2B5EF4-FFF2-40B4-BE49-F238E27FC236}">
                  <a16:creationId xmlns:a16="http://schemas.microsoft.com/office/drawing/2014/main" id="{93B98AFA-7A09-9C74-A33F-9EF2D04FA90E}"/>
                </a:ext>
              </a:extLst>
            </p:cNvPr>
            <p:cNvSpPr/>
            <p:nvPr/>
          </p:nvSpPr>
          <p:spPr>
            <a:xfrm>
              <a:off x="3179825" y="3554345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94" y="6303"/>
                    <a:pt x="7062" y="5448"/>
                  </a:cubicBezTo>
                  <a:lnTo>
                    <a:pt x="7062" y="1521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779;p68">
              <a:extLst>
                <a:ext uri="{FF2B5EF4-FFF2-40B4-BE49-F238E27FC236}">
                  <a16:creationId xmlns:a16="http://schemas.microsoft.com/office/drawing/2014/main" id="{97E28C66-7611-BB1B-79A3-E6DCA7A2203D}"/>
                </a:ext>
              </a:extLst>
            </p:cNvPr>
            <p:cNvSpPr/>
            <p:nvPr/>
          </p:nvSpPr>
          <p:spPr>
            <a:xfrm>
              <a:off x="3340201" y="3553299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62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780;p68">
              <a:extLst>
                <a:ext uri="{FF2B5EF4-FFF2-40B4-BE49-F238E27FC236}">
                  <a16:creationId xmlns:a16="http://schemas.microsoft.com/office/drawing/2014/main" id="{7B11A7A6-BF86-8C6D-DCCB-B75C7F3B84FD}"/>
                </a:ext>
              </a:extLst>
            </p:cNvPr>
            <p:cNvSpPr/>
            <p:nvPr/>
          </p:nvSpPr>
          <p:spPr>
            <a:xfrm>
              <a:off x="3500046" y="3552768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781;p68">
              <a:extLst>
                <a:ext uri="{FF2B5EF4-FFF2-40B4-BE49-F238E27FC236}">
                  <a16:creationId xmlns:a16="http://schemas.microsoft.com/office/drawing/2014/main" id="{1ACE1953-C0F7-78F2-F9BD-1D8CD93A1E3F}"/>
                </a:ext>
              </a:extLst>
            </p:cNvPr>
            <p:cNvSpPr/>
            <p:nvPr/>
          </p:nvSpPr>
          <p:spPr>
            <a:xfrm>
              <a:off x="2146037" y="3715251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782;p68">
              <a:extLst>
                <a:ext uri="{FF2B5EF4-FFF2-40B4-BE49-F238E27FC236}">
                  <a16:creationId xmlns:a16="http://schemas.microsoft.com/office/drawing/2014/main" id="{2590CAB6-FA64-64C0-EADF-525D55B002C9}"/>
                </a:ext>
              </a:extLst>
            </p:cNvPr>
            <p:cNvSpPr/>
            <p:nvPr/>
          </p:nvSpPr>
          <p:spPr>
            <a:xfrm>
              <a:off x="2306413" y="3714720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35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783;p68">
              <a:extLst>
                <a:ext uri="{FF2B5EF4-FFF2-40B4-BE49-F238E27FC236}">
                  <a16:creationId xmlns:a16="http://schemas.microsoft.com/office/drawing/2014/main" id="{EFA6D8CD-D42B-9D3B-0816-C54CE958C29B}"/>
                </a:ext>
              </a:extLst>
            </p:cNvPr>
            <p:cNvSpPr/>
            <p:nvPr/>
          </p:nvSpPr>
          <p:spPr>
            <a:xfrm>
              <a:off x="2466790" y="3713674"/>
              <a:ext cx="117298" cy="117281"/>
            </a:xfrm>
            <a:custGeom>
              <a:avLst/>
              <a:gdLst/>
              <a:ahLst/>
              <a:cxnLst/>
              <a:rect l="l" t="t" r="r" b="b"/>
              <a:pathLst>
                <a:path w="7064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35" y="7063"/>
                    <a:pt x="7063" y="6398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784;p68">
              <a:extLst>
                <a:ext uri="{FF2B5EF4-FFF2-40B4-BE49-F238E27FC236}">
                  <a16:creationId xmlns:a16="http://schemas.microsoft.com/office/drawing/2014/main" id="{30873231-982B-5268-8D77-586C645831D8}"/>
                </a:ext>
              </a:extLst>
            </p:cNvPr>
            <p:cNvSpPr/>
            <p:nvPr/>
          </p:nvSpPr>
          <p:spPr>
            <a:xfrm>
              <a:off x="2626651" y="371367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785;p68">
              <a:extLst>
                <a:ext uri="{FF2B5EF4-FFF2-40B4-BE49-F238E27FC236}">
                  <a16:creationId xmlns:a16="http://schemas.microsoft.com/office/drawing/2014/main" id="{FDEC2DE7-BB9A-439C-DA75-ECD4F5FA610E}"/>
                </a:ext>
              </a:extLst>
            </p:cNvPr>
            <p:cNvSpPr/>
            <p:nvPr/>
          </p:nvSpPr>
          <p:spPr>
            <a:xfrm>
              <a:off x="2787028" y="3713142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786;p68">
              <a:extLst>
                <a:ext uri="{FF2B5EF4-FFF2-40B4-BE49-F238E27FC236}">
                  <a16:creationId xmlns:a16="http://schemas.microsoft.com/office/drawing/2014/main" id="{9F202229-5814-F48E-16F8-B749F6D4EFB1}"/>
                </a:ext>
              </a:extLst>
            </p:cNvPr>
            <p:cNvSpPr/>
            <p:nvPr/>
          </p:nvSpPr>
          <p:spPr>
            <a:xfrm>
              <a:off x="2947404" y="371262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787;p68">
              <a:extLst>
                <a:ext uri="{FF2B5EF4-FFF2-40B4-BE49-F238E27FC236}">
                  <a16:creationId xmlns:a16="http://schemas.microsoft.com/office/drawing/2014/main" id="{202027CF-1B68-29C9-8063-0CB595221415}"/>
                </a:ext>
              </a:extLst>
            </p:cNvPr>
            <p:cNvSpPr/>
            <p:nvPr/>
          </p:nvSpPr>
          <p:spPr>
            <a:xfrm>
              <a:off x="3107249" y="3712096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21" y="1"/>
                  </a:moveTo>
                  <a:cubicBezTo>
                    <a:pt x="698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03"/>
                    <a:pt x="698" y="7031"/>
                    <a:pt x="1584" y="7031"/>
                  </a:cubicBezTo>
                  <a:lnTo>
                    <a:pt x="5480" y="7031"/>
                  </a:lnTo>
                  <a:cubicBezTo>
                    <a:pt x="6366" y="7031"/>
                    <a:pt x="7063" y="6303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788;p68">
              <a:extLst>
                <a:ext uri="{FF2B5EF4-FFF2-40B4-BE49-F238E27FC236}">
                  <a16:creationId xmlns:a16="http://schemas.microsoft.com/office/drawing/2014/main" id="{BBE46FA7-EF38-6EE0-E63D-3CEFE20FAC7F}"/>
                </a:ext>
              </a:extLst>
            </p:cNvPr>
            <p:cNvSpPr/>
            <p:nvPr/>
          </p:nvSpPr>
          <p:spPr>
            <a:xfrm>
              <a:off x="3267626" y="3711050"/>
              <a:ext cx="117298" cy="117281"/>
            </a:xfrm>
            <a:custGeom>
              <a:avLst/>
              <a:gdLst/>
              <a:ahLst/>
              <a:cxnLst/>
              <a:rect l="l" t="t" r="r" b="b"/>
              <a:pathLst>
                <a:path w="7064" h="7063" extrusionOk="0">
                  <a:moveTo>
                    <a:pt x="1521" y="0"/>
                  </a:moveTo>
                  <a:cubicBezTo>
                    <a:pt x="698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2"/>
                    <a:pt x="1584" y="7062"/>
                  </a:cubicBezTo>
                  <a:lnTo>
                    <a:pt x="5480" y="7062"/>
                  </a:lnTo>
                  <a:cubicBezTo>
                    <a:pt x="6366" y="7062"/>
                    <a:pt x="7063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789;p68">
              <a:extLst>
                <a:ext uri="{FF2B5EF4-FFF2-40B4-BE49-F238E27FC236}">
                  <a16:creationId xmlns:a16="http://schemas.microsoft.com/office/drawing/2014/main" id="{0FCFAD4F-A16B-588F-4967-41E0E3A09299}"/>
                </a:ext>
              </a:extLst>
            </p:cNvPr>
            <p:cNvSpPr/>
            <p:nvPr/>
          </p:nvSpPr>
          <p:spPr>
            <a:xfrm>
              <a:off x="3428002" y="3710519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480" y="7063"/>
                  </a:lnTo>
                  <a:cubicBezTo>
                    <a:pt x="6366" y="7063"/>
                    <a:pt x="7032" y="6366"/>
                    <a:pt x="7032" y="5479"/>
                  </a:cubicBezTo>
                  <a:lnTo>
                    <a:pt x="7032" y="1552"/>
                  </a:lnTo>
                  <a:cubicBezTo>
                    <a:pt x="7032" y="729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790;p68">
              <a:extLst>
                <a:ext uri="{FF2B5EF4-FFF2-40B4-BE49-F238E27FC236}">
                  <a16:creationId xmlns:a16="http://schemas.microsoft.com/office/drawing/2014/main" id="{B5229CC5-D5D2-9A89-8A24-8431F36C7A4D}"/>
                </a:ext>
              </a:extLst>
            </p:cNvPr>
            <p:cNvSpPr/>
            <p:nvPr/>
          </p:nvSpPr>
          <p:spPr>
            <a:xfrm>
              <a:off x="3587332" y="3710519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791;p68">
              <a:extLst>
                <a:ext uri="{FF2B5EF4-FFF2-40B4-BE49-F238E27FC236}">
                  <a16:creationId xmlns:a16="http://schemas.microsoft.com/office/drawing/2014/main" id="{CF212644-E077-1D5E-6F31-1BBF11B03DFD}"/>
                </a:ext>
              </a:extLst>
            </p:cNvPr>
            <p:cNvSpPr/>
            <p:nvPr/>
          </p:nvSpPr>
          <p:spPr>
            <a:xfrm>
              <a:off x="3747709" y="370998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792;p68">
              <a:extLst>
                <a:ext uri="{FF2B5EF4-FFF2-40B4-BE49-F238E27FC236}">
                  <a16:creationId xmlns:a16="http://schemas.microsoft.com/office/drawing/2014/main" id="{9731D7E6-8A62-2915-2878-A8C541D4EA7E}"/>
                </a:ext>
              </a:extLst>
            </p:cNvPr>
            <p:cNvSpPr/>
            <p:nvPr/>
          </p:nvSpPr>
          <p:spPr>
            <a:xfrm>
              <a:off x="3747709" y="370998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793;p68">
              <a:extLst>
                <a:ext uri="{FF2B5EF4-FFF2-40B4-BE49-F238E27FC236}">
                  <a16:creationId xmlns:a16="http://schemas.microsoft.com/office/drawing/2014/main" id="{18015F15-B4C2-056A-AA61-49D67B1DFC98}"/>
                </a:ext>
              </a:extLst>
            </p:cNvPr>
            <p:cNvSpPr/>
            <p:nvPr/>
          </p:nvSpPr>
          <p:spPr>
            <a:xfrm>
              <a:off x="3660423" y="3552253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5" y="0"/>
                    <a:pt x="5479" y="0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794;p68">
              <a:extLst>
                <a:ext uri="{FF2B5EF4-FFF2-40B4-BE49-F238E27FC236}">
                  <a16:creationId xmlns:a16="http://schemas.microsoft.com/office/drawing/2014/main" id="{EF3240A1-1A78-1321-74A1-A3B7F47893D9}"/>
                </a:ext>
              </a:extLst>
            </p:cNvPr>
            <p:cNvSpPr/>
            <p:nvPr/>
          </p:nvSpPr>
          <p:spPr>
            <a:xfrm>
              <a:off x="3660423" y="3552253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5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795;p68">
              <a:extLst>
                <a:ext uri="{FF2B5EF4-FFF2-40B4-BE49-F238E27FC236}">
                  <a16:creationId xmlns:a16="http://schemas.microsoft.com/office/drawing/2014/main" id="{CE007B73-2FDF-B0C7-C03E-2B3DF75E9911}"/>
                </a:ext>
              </a:extLst>
            </p:cNvPr>
            <p:cNvSpPr/>
            <p:nvPr/>
          </p:nvSpPr>
          <p:spPr>
            <a:xfrm>
              <a:off x="2241210" y="3870362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796;p68">
              <a:extLst>
                <a:ext uri="{FF2B5EF4-FFF2-40B4-BE49-F238E27FC236}">
                  <a16:creationId xmlns:a16="http://schemas.microsoft.com/office/drawing/2014/main" id="{5325EB21-A9D7-91A6-42C6-81E693D0B97F}"/>
                </a:ext>
              </a:extLst>
            </p:cNvPr>
            <p:cNvSpPr/>
            <p:nvPr/>
          </p:nvSpPr>
          <p:spPr>
            <a:xfrm>
              <a:off x="2401586" y="3869847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5" y="0"/>
                    <a:pt x="54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797;p68">
              <a:extLst>
                <a:ext uri="{FF2B5EF4-FFF2-40B4-BE49-F238E27FC236}">
                  <a16:creationId xmlns:a16="http://schemas.microsoft.com/office/drawing/2014/main" id="{5C8D78BA-7B61-D7A4-4E3A-98656EF758CE}"/>
                </a:ext>
              </a:extLst>
            </p:cNvPr>
            <p:cNvSpPr/>
            <p:nvPr/>
          </p:nvSpPr>
          <p:spPr>
            <a:xfrm>
              <a:off x="2561979" y="3868784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52" y="1"/>
                  </a:moveTo>
                  <a:cubicBezTo>
                    <a:pt x="728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8" y="7063"/>
                    <a:pt x="1583" y="7063"/>
                  </a:cubicBezTo>
                  <a:lnTo>
                    <a:pt x="5510" y="7063"/>
                  </a:lnTo>
                  <a:cubicBezTo>
                    <a:pt x="6334" y="7063"/>
                    <a:pt x="7062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798;p68">
              <a:extLst>
                <a:ext uri="{FF2B5EF4-FFF2-40B4-BE49-F238E27FC236}">
                  <a16:creationId xmlns:a16="http://schemas.microsoft.com/office/drawing/2014/main" id="{4501AEB9-1697-4CA1-4E14-22FC3D155D98}"/>
                </a:ext>
              </a:extLst>
            </p:cNvPr>
            <p:cNvSpPr/>
            <p:nvPr/>
          </p:nvSpPr>
          <p:spPr>
            <a:xfrm>
              <a:off x="2721824" y="3868270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4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799;p68">
              <a:extLst>
                <a:ext uri="{FF2B5EF4-FFF2-40B4-BE49-F238E27FC236}">
                  <a16:creationId xmlns:a16="http://schemas.microsoft.com/office/drawing/2014/main" id="{98E3B6F6-CB47-1E3D-B9A2-98649F2328B9}"/>
                </a:ext>
              </a:extLst>
            </p:cNvPr>
            <p:cNvSpPr/>
            <p:nvPr/>
          </p:nvSpPr>
          <p:spPr>
            <a:xfrm>
              <a:off x="2882201" y="3868270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800;p68">
              <a:extLst>
                <a:ext uri="{FF2B5EF4-FFF2-40B4-BE49-F238E27FC236}">
                  <a16:creationId xmlns:a16="http://schemas.microsoft.com/office/drawing/2014/main" id="{3BDB7711-356A-BC98-8A5E-7AF6B38B0DEA}"/>
                </a:ext>
              </a:extLst>
            </p:cNvPr>
            <p:cNvSpPr/>
            <p:nvPr/>
          </p:nvSpPr>
          <p:spPr>
            <a:xfrm>
              <a:off x="3042577" y="3867738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4" y="7031"/>
                    <a:pt x="7063" y="6334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801;p68">
              <a:extLst>
                <a:ext uri="{FF2B5EF4-FFF2-40B4-BE49-F238E27FC236}">
                  <a16:creationId xmlns:a16="http://schemas.microsoft.com/office/drawing/2014/main" id="{DDCCE407-88B2-1F04-3A7E-AB24172200C3}"/>
                </a:ext>
              </a:extLst>
            </p:cNvPr>
            <p:cNvSpPr/>
            <p:nvPr/>
          </p:nvSpPr>
          <p:spPr>
            <a:xfrm>
              <a:off x="3202422" y="3867207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802;p68">
              <a:extLst>
                <a:ext uri="{FF2B5EF4-FFF2-40B4-BE49-F238E27FC236}">
                  <a16:creationId xmlns:a16="http://schemas.microsoft.com/office/drawing/2014/main" id="{FB726D90-D95A-B801-28E2-CB8E18736494}"/>
                </a:ext>
              </a:extLst>
            </p:cNvPr>
            <p:cNvSpPr/>
            <p:nvPr/>
          </p:nvSpPr>
          <p:spPr>
            <a:xfrm>
              <a:off x="3362815" y="3866161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3" y="7063"/>
                  </a:cubicBezTo>
                  <a:lnTo>
                    <a:pt x="5510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803;p68">
              <a:extLst>
                <a:ext uri="{FF2B5EF4-FFF2-40B4-BE49-F238E27FC236}">
                  <a16:creationId xmlns:a16="http://schemas.microsoft.com/office/drawing/2014/main" id="{C13C3BED-36B3-B646-582F-9BB4D71B712D}"/>
                </a:ext>
              </a:extLst>
            </p:cNvPr>
            <p:cNvSpPr/>
            <p:nvPr/>
          </p:nvSpPr>
          <p:spPr>
            <a:xfrm>
              <a:off x="3523192" y="3865630"/>
              <a:ext cx="116750" cy="117298"/>
            </a:xfrm>
            <a:custGeom>
              <a:avLst/>
              <a:gdLst/>
              <a:ahLst/>
              <a:cxnLst/>
              <a:rect l="l" t="t" r="r" b="b"/>
              <a:pathLst>
                <a:path w="7031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804;p68">
              <a:extLst>
                <a:ext uri="{FF2B5EF4-FFF2-40B4-BE49-F238E27FC236}">
                  <a16:creationId xmlns:a16="http://schemas.microsoft.com/office/drawing/2014/main" id="{CD562279-2352-DF64-1E41-FE535F233F26}"/>
                </a:ext>
              </a:extLst>
            </p:cNvPr>
            <p:cNvSpPr/>
            <p:nvPr/>
          </p:nvSpPr>
          <p:spPr>
            <a:xfrm>
              <a:off x="3683037" y="386511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805;p68">
              <a:extLst>
                <a:ext uri="{FF2B5EF4-FFF2-40B4-BE49-F238E27FC236}">
                  <a16:creationId xmlns:a16="http://schemas.microsoft.com/office/drawing/2014/main" id="{ACF577D5-FC44-8984-C886-C57C2B4F76F6}"/>
                </a:ext>
              </a:extLst>
            </p:cNvPr>
            <p:cNvSpPr/>
            <p:nvPr/>
          </p:nvSpPr>
          <p:spPr>
            <a:xfrm>
              <a:off x="1900483" y="4031799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97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02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806;p68">
              <a:extLst>
                <a:ext uri="{FF2B5EF4-FFF2-40B4-BE49-F238E27FC236}">
                  <a16:creationId xmlns:a16="http://schemas.microsoft.com/office/drawing/2014/main" id="{5A9AA6F5-631A-94E8-20CD-7F445F1ABFD4}"/>
                </a:ext>
              </a:extLst>
            </p:cNvPr>
            <p:cNvSpPr/>
            <p:nvPr/>
          </p:nvSpPr>
          <p:spPr>
            <a:xfrm>
              <a:off x="2060859" y="4031799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1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34" y="7062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807;p68">
              <a:extLst>
                <a:ext uri="{FF2B5EF4-FFF2-40B4-BE49-F238E27FC236}">
                  <a16:creationId xmlns:a16="http://schemas.microsoft.com/office/drawing/2014/main" id="{B044BAE6-0671-FC34-D811-A8A81C873A39}"/>
                </a:ext>
              </a:extLst>
            </p:cNvPr>
            <p:cNvSpPr/>
            <p:nvPr/>
          </p:nvSpPr>
          <p:spPr>
            <a:xfrm>
              <a:off x="2220189" y="4031267"/>
              <a:ext cx="117796" cy="117281"/>
            </a:xfrm>
            <a:custGeom>
              <a:avLst/>
              <a:gdLst/>
              <a:ahLst/>
              <a:cxnLst/>
              <a:rect l="l" t="t" r="r" b="b"/>
              <a:pathLst>
                <a:path w="7094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808;p68">
              <a:extLst>
                <a:ext uri="{FF2B5EF4-FFF2-40B4-BE49-F238E27FC236}">
                  <a16:creationId xmlns:a16="http://schemas.microsoft.com/office/drawing/2014/main" id="{2A148E17-8F7A-CEE1-D292-6C3A5D08725D}"/>
                </a:ext>
              </a:extLst>
            </p:cNvPr>
            <p:cNvSpPr/>
            <p:nvPr/>
          </p:nvSpPr>
          <p:spPr>
            <a:xfrm>
              <a:off x="2380566" y="4030736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809;p68">
              <a:extLst>
                <a:ext uri="{FF2B5EF4-FFF2-40B4-BE49-F238E27FC236}">
                  <a16:creationId xmlns:a16="http://schemas.microsoft.com/office/drawing/2014/main" id="{E23FF6F3-7C9A-7D23-FAAF-0972C78FBDE6}"/>
                </a:ext>
              </a:extLst>
            </p:cNvPr>
            <p:cNvSpPr/>
            <p:nvPr/>
          </p:nvSpPr>
          <p:spPr>
            <a:xfrm>
              <a:off x="1901014" y="4183224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31"/>
                    <a:pt x="1583" y="7031"/>
                  </a:cubicBezTo>
                  <a:lnTo>
                    <a:pt x="5510" y="7031"/>
                  </a:lnTo>
                  <a:cubicBezTo>
                    <a:pt x="6365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810;p68">
              <a:extLst>
                <a:ext uri="{FF2B5EF4-FFF2-40B4-BE49-F238E27FC236}">
                  <a16:creationId xmlns:a16="http://schemas.microsoft.com/office/drawing/2014/main" id="{F0D2B321-9032-DB9A-8CAB-7DE29B65C839}"/>
                </a:ext>
              </a:extLst>
            </p:cNvPr>
            <p:cNvSpPr/>
            <p:nvPr/>
          </p:nvSpPr>
          <p:spPr>
            <a:xfrm>
              <a:off x="2060859" y="4182709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811;p68">
              <a:extLst>
                <a:ext uri="{FF2B5EF4-FFF2-40B4-BE49-F238E27FC236}">
                  <a16:creationId xmlns:a16="http://schemas.microsoft.com/office/drawing/2014/main" id="{15020AF0-32A2-9719-C7E9-616C14FBF66E}"/>
                </a:ext>
              </a:extLst>
            </p:cNvPr>
            <p:cNvSpPr/>
            <p:nvPr/>
          </p:nvSpPr>
          <p:spPr>
            <a:xfrm>
              <a:off x="2221235" y="4181646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1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3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03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812;p68">
              <a:extLst>
                <a:ext uri="{FF2B5EF4-FFF2-40B4-BE49-F238E27FC236}">
                  <a16:creationId xmlns:a16="http://schemas.microsoft.com/office/drawing/2014/main" id="{7A7ED9E6-7D24-85A8-2693-D6B8FA98173B}"/>
                </a:ext>
              </a:extLst>
            </p:cNvPr>
            <p:cNvSpPr/>
            <p:nvPr/>
          </p:nvSpPr>
          <p:spPr>
            <a:xfrm>
              <a:off x="2381612" y="4181132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813;p68">
              <a:extLst>
                <a:ext uri="{FF2B5EF4-FFF2-40B4-BE49-F238E27FC236}">
                  <a16:creationId xmlns:a16="http://schemas.microsoft.com/office/drawing/2014/main" id="{8D86D76E-0644-31B8-63FE-9B0517DAE35B}"/>
                </a:ext>
              </a:extLst>
            </p:cNvPr>
            <p:cNvSpPr/>
            <p:nvPr/>
          </p:nvSpPr>
          <p:spPr>
            <a:xfrm>
              <a:off x="3342293" y="4177977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814;p68">
              <a:extLst>
                <a:ext uri="{FF2B5EF4-FFF2-40B4-BE49-F238E27FC236}">
                  <a16:creationId xmlns:a16="http://schemas.microsoft.com/office/drawing/2014/main" id="{EE2DC276-0A8A-C330-EAE5-681ABB7F02A5}"/>
                </a:ext>
              </a:extLst>
            </p:cNvPr>
            <p:cNvSpPr/>
            <p:nvPr/>
          </p:nvSpPr>
          <p:spPr>
            <a:xfrm>
              <a:off x="3502686" y="4177977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8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8" y="7031"/>
                    <a:pt x="1583" y="7031"/>
                  </a:cubicBezTo>
                  <a:lnTo>
                    <a:pt x="5510" y="7031"/>
                  </a:lnTo>
                  <a:cubicBezTo>
                    <a:pt x="6365" y="6999"/>
                    <a:pt x="7062" y="6334"/>
                    <a:pt x="7062" y="5447"/>
                  </a:cubicBezTo>
                  <a:lnTo>
                    <a:pt x="7062" y="1552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815;p68">
              <a:extLst>
                <a:ext uri="{FF2B5EF4-FFF2-40B4-BE49-F238E27FC236}">
                  <a16:creationId xmlns:a16="http://schemas.microsoft.com/office/drawing/2014/main" id="{32E7FAF6-BCE1-F3DB-2C1A-9EC8EE49F511}"/>
                </a:ext>
              </a:extLst>
            </p:cNvPr>
            <p:cNvSpPr/>
            <p:nvPr/>
          </p:nvSpPr>
          <p:spPr>
            <a:xfrm>
              <a:off x="2540942" y="4030221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4"/>
                    <a:pt x="7062" y="5447"/>
                  </a:cubicBezTo>
                  <a:lnTo>
                    <a:pt x="7062" y="1520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816;p68">
              <a:extLst>
                <a:ext uri="{FF2B5EF4-FFF2-40B4-BE49-F238E27FC236}">
                  <a16:creationId xmlns:a16="http://schemas.microsoft.com/office/drawing/2014/main" id="{0350E3BB-2372-1AC1-E9C5-23FB4A54C473}"/>
                </a:ext>
              </a:extLst>
            </p:cNvPr>
            <p:cNvSpPr/>
            <p:nvPr/>
          </p:nvSpPr>
          <p:spPr>
            <a:xfrm>
              <a:off x="2700787" y="4029159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817;p68">
              <a:extLst>
                <a:ext uri="{FF2B5EF4-FFF2-40B4-BE49-F238E27FC236}">
                  <a16:creationId xmlns:a16="http://schemas.microsoft.com/office/drawing/2014/main" id="{38C10CAC-B8E0-1923-2C28-6B407ECB543E}"/>
                </a:ext>
              </a:extLst>
            </p:cNvPr>
            <p:cNvSpPr/>
            <p:nvPr/>
          </p:nvSpPr>
          <p:spPr>
            <a:xfrm>
              <a:off x="2861164" y="402864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66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818;p68">
              <a:extLst>
                <a:ext uri="{FF2B5EF4-FFF2-40B4-BE49-F238E27FC236}">
                  <a16:creationId xmlns:a16="http://schemas.microsoft.com/office/drawing/2014/main" id="{B916E8FC-006C-3249-F0F2-5897CA561CE2}"/>
                </a:ext>
              </a:extLst>
            </p:cNvPr>
            <p:cNvSpPr/>
            <p:nvPr/>
          </p:nvSpPr>
          <p:spPr>
            <a:xfrm>
              <a:off x="3021540" y="4028644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819;p68">
              <a:extLst>
                <a:ext uri="{FF2B5EF4-FFF2-40B4-BE49-F238E27FC236}">
                  <a16:creationId xmlns:a16="http://schemas.microsoft.com/office/drawing/2014/main" id="{CD86C53E-8779-F30B-CAF3-202A78CFEA7C}"/>
                </a:ext>
              </a:extLst>
            </p:cNvPr>
            <p:cNvSpPr/>
            <p:nvPr/>
          </p:nvSpPr>
          <p:spPr>
            <a:xfrm>
              <a:off x="3181917" y="4028113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63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820;p68">
              <a:extLst>
                <a:ext uri="{FF2B5EF4-FFF2-40B4-BE49-F238E27FC236}">
                  <a16:creationId xmlns:a16="http://schemas.microsoft.com/office/drawing/2014/main" id="{FF4E8D85-7FAA-1615-5344-5A45B112D475}"/>
                </a:ext>
              </a:extLst>
            </p:cNvPr>
            <p:cNvSpPr/>
            <p:nvPr/>
          </p:nvSpPr>
          <p:spPr>
            <a:xfrm>
              <a:off x="3341778" y="4027581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821;p68">
              <a:extLst>
                <a:ext uri="{FF2B5EF4-FFF2-40B4-BE49-F238E27FC236}">
                  <a16:creationId xmlns:a16="http://schemas.microsoft.com/office/drawing/2014/main" id="{2B36B83C-196D-B799-137E-0027E64A6482}"/>
                </a:ext>
              </a:extLst>
            </p:cNvPr>
            <p:cNvSpPr/>
            <p:nvPr/>
          </p:nvSpPr>
          <p:spPr>
            <a:xfrm>
              <a:off x="3502155" y="4026535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822;p68">
              <a:extLst>
                <a:ext uri="{FF2B5EF4-FFF2-40B4-BE49-F238E27FC236}">
                  <a16:creationId xmlns:a16="http://schemas.microsoft.com/office/drawing/2014/main" id="{AD12F861-6732-EA61-AB41-4BD710B08EFD}"/>
                </a:ext>
              </a:extLst>
            </p:cNvPr>
            <p:cNvSpPr/>
            <p:nvPr/>
          </p:nvSpPr>
          <p:spPr>
            <a:xfrm>
              <a:off x="3843413" y="386511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823;p68">
              <a:extLst>
                <a:ext uri="{FF2B5EF4-FFF2-40B4-BE49-F238E27FC236}">
                  <a16:creationId xmlns:a16="http://schemas.microsoft.com/office/drawing/2014/main" id="{8F803213-CE6E-E53D-02E6-B988D7E6C5F5}"/>
                </a:ext>
              </a:extLst>
            </p:cNvPr>
            <p:cNvSpPr/>
            <p:nvPr/>
          </p:nvSpPr>
          <p:spPr>
            <a:xfrm>
              <a:off x="3815021" y="3550676"/>
              <a:ext cx="283979" cy="118327"/>
            </a:xfrm>
            <a:custGeom>
              <a:avLst/>
              <a:gdLst/>
              <a:ahLst/>
              <a:cxnLst/>
              <a:rect l="l" t="t" r="r" b="b"/>
              <a:pathLst>
                <a:path w="17102" h="7126" extrusionOk="0">
                  <a:moveTo>
                    <a:pt x="15360" y="0"/>
                  </a:moveTo>
                  <a:lnTo>
                    <a:pt x="1742" y="64"/>
                  </a:lnTo>
                  <a:cubicBezTo>
                    <a:pt x="792" y="64"/>
                    <a:pt x="0" y="855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15360" y="7094"/>
                  </a:lnTo>
                  <a:cubicBezTo>
                    <a:pt x="16310" y="7094"/>
                    <a:pt x="17102" y="6302"/>
                    <a:pt x="17102" y="5352"/>
                  </a:cubicBezTo>
                  <a:lnTo>
                    <a:pt x="17102" y="1742"/>
                  </a:lnTo>
                  <a:cubicBezTo>
                    <a:pt x="17102" y="792"/>
                    <a:pt x="16310" y="0"/>
                    <a:pt x="153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824;p68">
              <a:extLst>
                <a:ext uri="{FF2B5EF4-FFF2-40B4-BE49-F238E27FC236}">
                  <a16:creationId xmlns:a16="http://schemas.microsoft.com/office/drawing/2014/main" id="{5682FC4D-32CE-4434-EE25-F61252AC65C1}"/>
                </a:ext>
              </a:extLst>
            </p:cNvPr>
            <p:cNvSpPr/>
            <p:nvPr/>
          </p:nvSpPr>
          <p:spPr>
            <a:xfrm>
              <a:off x="1898905" y="3715782"/>
              <a:ext cx="199310" cy="117812"/>
            </a:xfrm>
            <a:custGeom>
              <a:avLst/>
              <a:gdLst/>
              <a:ahLst/>
              <a:cxnLst/>
              <a:rect l="l" t="t" r="r" b="b"/>
              <a:pathLst>
                <a:path w="12003" h="7095" extrusionOk="0">
                  <a:moveTo>
                    <a:pt x="10134" y="7062"/>
                  </a:moveTo>
                  <a:lnTo>
                    <a:pt x="1900" y="7094"/>
                  </a:lnTo>
                  <a:cubicBezTo>
                    <a:pt x="855" y="7094"/>
                    <a:pt x="0" y="6271"/>
                    <a:pt x="0" y="5226"/>
                  </a:cubicBezTo>
                  <a:lnTo>
                    <a:pt x="0" y="1932"/>
                  </a:lnTo>
                  <a:cubicBezTo>
                    <a:pt x="0" y="919"/>
                    <a:pt x="824" y="32"/>
                    <a:pt x="1869" y="32"/>
                  </a:cubicBezTo>
                  <a:lnTo>
                    <a:pt x="10103" y="0"/>
                  </a:lnTo>
                  <a:cubicBezTo>
                    <a:pt x="11116" y="0"/>
                    <a:pt x="12003" y="824"/>
                    <a:pt x="12003" y="1869"/>
                  </a:cubicBezTo>
                  <a:lnTo>
                    <a:pt x="12003" y="5162"/>
                  </a:lnTo>
                  <a:cubicBezTo>
                    <a:pt x="12003" y="6207"/>
                    <a:pt x="11180" y="7062"/>
                    <a:pt x="10134" y="706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825;p68">
              <a:extLst>
                <a:ext uri="{FF2B5EF4-FFF2-40B4-BE49-F238E27FC236}">
                  <a16:creationId xmlns:a16="http://schemas.microsoft.com/office/drawing/2014/main" id="{386F6ACB-C845-B42A-073B-CD020E88999D}"/>
                </a:ext>
              </a:extLst>
            </p:cNvPr>
            <p:cNvSpPr/>
            <p:nvPr/>
          </p:nvSpPr>
          <p:spPr>
            <a:xfrm>
              <a:off x="3910725" y="3709473"/>
              <a:ext cx="189330" cy="272405"/>
            </a:xfrm>
            <a:custGeom>
              <a:avLst/>
              <a:gdLst/>
              <a:ahLst/>
              <a:cxnLst/>
              <a:rect l="l" t="t" r="r" b="b"/>
              <a:pathLst>
                <a:path w="11402" h="16405" extrusionOk="0">
                  <a:moveTo>
                    <a:pt x="0" y="1457"/>
                  </a:moveTo>
                  <a:lnTo>
                    <a:pt x="0" y="5606"/>
                  </a:lnTo>
                  <a:cubicBezTo>
                    <a:pt x="0" y="6397"/>
                    <a:pt x="697" y="7062"/>
                    <a:pt x="1489" y="7062"/>
                  </a:cubicBezTo>
                  <a:lnTo>
                    <a:pt x="5859" y="7062"/>
                  </a:lnTo>
                  <a:lnTo>
                    <a:pt x="5922" y="15265"/>
                  </a:lnTo>
                  <a:cubicBezTo>
                    <a:pt x="5922" y="15898"/>
                    <a:pt x="6429" y="16405"/>
                    <a:pt x="7062" y="16405"/>
                  </a:cubicBezTo>
                  <a:lnTo>
                    <a:pt x="10261" y="16405"/>
                  </a:lnTo>
                  <a:cubicBezTo>
                    <a:pt x="10894" y="16405"/>
                    <a:pt x="11401" y="15898"/>
                    <a:pt x="11401" y="15265"/>
                  </a:cubicBezTo>
                  <a:lnTo>
                    <a:pt x="11369" y="2122"/>
                  </a:lnTo>
                  <a:cubicBezTo>
                    <a:pt x="11369" y="919"/>
                    <a:pt x="10419" y="0"/>
                    <a:pt x="9248" y="0"/>
                  </a:cubicBezTo>
                  <a:lnTo>
                    <a:pt x="1489" y="32"/>
                  </a:lnTo>
                  <a:cubicBezTo>
                    <a:pt x="634" y="0"/>
                    <a:pt x="0" y="634"/>
                    <a:pt x="0" y="145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826;p68">
              <a:extLst>
                <a:ext uri="{FF2B5EF4-FFF2-40B4-BE49-F238E27FC236}">
                  <a16:creationId xmlns:a16="http://schemas.microsoft.com/office/drawing/2014/main" id="{E1B18867-FA1F-AA3F-D53D-280B27E21314}"/>
                </a:ext>
              </a:extLst>
            </p:cNvPr>
            <p:cNvSpPr/>
            <p:nvPr/>
          </p:nvSpPr>
          <p:spPr>
            <a:xfrm>
              <a:off x="1899437" y="3870893"/>
              <a:ext cx="306063" cy="117812"/>
            </a:xfrm>
            <a:custGeom>
              <a:avLst/>
              <a:gdLst/>
              <a:ahLst/>
              <a:cxnLst/>
              <a:rect l="l" t="t" r="r" b="b"/>
              <a:pathLst>
                <a:path w="18432" h="7095" extrusionOk="0">
                  <a:moveTo>
                    <a:pt x="17196" y="7063"/>
                  </a:moveTo>
                  <a:lnTo>
                    <a:pt x="1235" y="7094"/>
                  </a:lnTo>
                  <a:cubicBezTo>
                    <a:pt x="570" y="7094"/>
                    <a:pt x="0" y="6524"/>
                    <a:pt x="0" y="5859"/>
                  </a:cubicBezTo>
                  <a:lnTo>
                    <a:pt x="0" y="1267"/>
                  </a:lnTo>
                  <a:cubicBezTo>
                    <a:pt x="0" y="602"/>
                    <a:pt x="570" y="32"/>
                    <a:pt x="1235" y="32"/>
                  </a:cubicBezTo>
                  <a:lnTo>
                    <a:pt x="17196" y="1"/>
                  </a:lnTo>
                  <a:cubicBezTo>
                    <a:pt x="17861" y="1"/>
                    <a:pt x="18431" y="539"/>
                    <a:pt x="18431" y="1236"/>
                  </a:cubicBezTo>
                  <a:lnTo>
                    <a:pt x="18431" y="5828"/>
                  </a:lnTo>
                  <a:cubicBezTo>
                    <a:pt x="18431" y="6493"/>
                    <a:pt x="17861" y="7063"/>
                    <a:pt x="17196" y="70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827;p68">
              <a:extLst>
                <a:ext uri="{FF2B5EF4-FFF2-40B4-BE49-F238E27FC236}">
                  <a16:creationId xmlns:a16="http://schemas.microsoft.com/office/drawing/2014/main" id="{07208A46-430C-2DDE-182A-155A35873F4E}"/>
                </a:ext>
              </a:extLst>
            </p:cNvPr>
            <p:cNvSpPr/>
            <p:nvPr/>
          </p:nvSpPr>
          <p:spPr>
            <a:xfrm>
              <a:off x="3662531" y="4023912"/>
              <a:ext cx="438588" cy="120967"/>
            </a:xfrm>
            <a:custGeom>
              <a:avLst/>
              <a:gdLst/>
              <a:ahLst/>
              <a:cxnLst/>
              <a:rect l="l" t="t" r="r" b="b"/>
              <a:pathLst>
                <a:path w="26413" h="7285" extrusionOk="0">
                  <a:moveTo>
                    <a:pt x="25019" y="0"/>
                  </a:moveTo>
                  <a:lnTo>
                    <a:pt x="1394" y="95"/>
                  </a:lnTo>
                  <a:cubicBezTo>
                    <a:pt x="634" y="95"/>
                    <a:pt x="0" y="729"/>
                    <a:pt x="0" y="1489"/>
                  </a:cubicBezTo>
                  <a:lnTo>
                    <a:pt x="0" y="5922"/>
                  </a:lnTo>
                  <a:cubicBezTo>
                    <a:pt x="0" y="6651"/>
                    <a:pt x="602" y="7284"/>
                    <a:pt x="1394" y="7284"/>
                  </a:cubicBezTo>
                  <a:lnTo>
                    <a:pt x="25019" y="7221"/>
                  </a:lnTo>
                  <a:cubicBezTo>
                    <a:pt x="25779" y="7221"/>
                    <a:pt x="26412" y="6587"/>
                    <a:pt x="26412" y="5827"/>
                  </a:cubicBezTo>
                  <a:lnTo>
                    <a:pt x="26412" y="1394"/>
                  </a:lnTo>
                  <a:cubicBezTo>
                    <a:pt x="26412" y="634"/>
                    <a:pt x="25779" y="0"/>
                    <a:pt x="2501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828;p68">
              <a:extLst>
                <a:ext uri="{FF2B5EF4-FFF2-40B4-BE49-F238E27FC236}">
                  <a16:creationId xmlns:a16="http://schemas.microsoft.com/office/drawing/2014/main" id="{8C686D84-6340-96D4-D02B-D23FE1AE72C8}"/>
                </a:ext>
              </a:extLst>
            </p:cNvPr>
            <p:cNvSpPr/>
            <p:nvPr/>
          </p:nvSpPr>
          <p:spPr>
            <a:xfrm>
              <a:off x="2561979" y="4178492"/>
              <a:ext cx="737279" cy="120453"/>
            </a:xfrm>
            <a:custGeom>
              <a:avLst/>
              <a:gdLst/>
              <a:ahLst/>
              <a:cxnLst/>
              <a:rect l="l" t="t" r="r" b="b"/>
              <a:pathLst>
                <a:path w="44401" h="7254" extrusionOk="0">
                  <a:moveTo>
                    <a:pt x="43355" y="1"/>
                  </a:moveTo>
                  <a:lnTo>
                    <a:pt x="1045" y="159"/>
                  </a:lnTo>
                  <a:cubicBezTo>
                    <a:pt x="475" y="159"/>
                    <a:pt x="0" y="634"/>
                    <a:pt x="0" y="1204"/>
                  </a:cubicBezTo>
                  <a:lnTo>
                    <a:pt x="0" y="6208"/>
                  </a:lnTo>
                  <a:cubicBezTo>
                    <a:pt x="0" y="6778"/>
                    <a:pt x="475" y="7253"/>
                    <a:pt x="1045" y="7253"/>
                  </a:cubicBezTo>
                  <a:lnTo>
                    <a:pt x="43355" y="7095"/>
                  </a:lnTo>
                  <a:cubicBezTo>
                    <a:pt x="43893" y="7095"/>
                    <a:pt x="44368" y="6620"/>
                    <a:pt x="44368" y="6050"/>
                  </a:cubicBezTo>
                  <a:lnTo>
                    <a:pt x="44368" y="1046"/>
                  </a:lnTo>
                  <a:cubicBezTo>
                    <a:pt x="44400" y="444"/>
                    <a:pt x="43957" y="1"/>
                    <a:pt x="4335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829;p68">
              <a:extLst>
                <a:ext uri="{FF2B5EF4-FFF2-40B4-BE49-F238E27FC236}">
                  <a16:creationId xmlns:a16="http://schemas.microsoft.com/office/drawing/2014/main" id="{DC1E3105-5DD0-865D-32DC-088E887C377B}"/>
                </a:ext>
              </a:extLst>
            </p:cNvPr>
            <p:cNvSpPr/>
            <p:nvPr/>
          </p:nvSpPr>
          <p:spPr>
            <a:xfrm>
              <a:off x="3663063" y="4243694"/>
              <a:ext cx="120951" cy="51027"/>
            </a:xfrm>
            <a:custGeom>
              <a:avLst/>
              <a:gdLst/>
              <a:ahLst/>
              <a:cxnLst/>
              <a:rect l="l" t="t" r="r" b="b"/>
              <a:pathLst>
                <a:path w="7284" h="3073" extrusionOk="0">
                  <a:moveTo>
                    <a:pt x="6746" y="1"/>
                  </a:moveTo>
                  <a:lnTo>
                    <a:pt x="570" y="33"/>
                  </a:lnTo>
                  <a:cubicBezTo>
                    <a:pt x="253" y="33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53" y="3073"/>
                    <a:pt x="570" y="3073"/>
                  </a:cubicBezTo>
                  <a:lnTo>
                    <a:pt x="6746" y="3041"/>
                  </a:lnTo>
                  <a:cubicBezTo>
                    <a:pt x="7062" y="3041"/>
                    <a:pt x="7284" y="2756"/>
                    <a:pt x="7284" y="2503"/>
                  </a:cubicBezTo>
                  <a:lnTo>
                    <a:pt x="7284" y="539"/>
                  </a:lnTo>
                  <a:cubicBezTo>
                    <a:pt x="7284" y="223"/>
                    <a:pt x="7062" y="1"/>
                    <a:pt x="67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830;p68">
              <a:extLst>
                <a:ext uri="{FF2B5EF4-FFF2-40B4-BE49-F238E27FC236}">
                  <a16:creationId xmlns:a16="http://schemas.microsoft.com/office/drawing/2014/main" id="{D496C12B-A175-8C2F-8FE8-CE89864570DF}"/>
                </a:ext>
              </a:extLst>
            </p:cNvPr>
            <p:cNvSpPr/>
            <p:nvPr/>
          </p:nvSpPr>
          <p:spPr>
            <a:xfrm>
              <a:off x="3821330" y="4243179"/>
              <a:ext cx="120967" cy="51027"/>
            </a:xfrm>
            <a:custGeom>
              <a:avLst/>
              <a:gdLst/>
              <a:ahLst/>
              <a:cxnLst/>
              <a:rect l="l" t="t" r="r" b="b"/>
              <a:pathLst>
                <a:path w="7285" h="3073" extrusionOk="0">
                  <a:moveTo>
                    <a:pt x="6746" y="0"/>
                  </a:moveTo>
                  <a:lnTo>
                    <a:pt x="570" y="32"/>
                  </a:lnTo>
                  <a:cubicBezTo>
                    <a:pt x="254" y="32"/>
                    <a:pt x="0" y="254"/>
                    <a:pt x="0" y="570"/>
                  </a:cubicBezTo>
                  <a:lnTo>
                    <a:pt x="0" y="2534"/>
                  </a:lnTo>
                  <a:cubicBezTo>
                    <a:pt x="0" y="2850"/>
                    <a:pt x="254" y="3072"/>
                    <a:pt x="570" y="3072"/>
                  </a:cubicBezTo>
                  <a:lnTo>
                    <a:pt x="6746" y="3040"/>
                  </a:lnTo>
                  <a:cubicBezTo>
                    <a:pt x="7063" y="3040"/>
                    <a:pt x="7284" y="2755"/>
                    <a:pt x="7284" y="2470"/>
                  </a:cubicBezTo>
                  <a:lnTo>
                    <a:pt x="7284" y="539"/>
                  </a:lnTo>
                  <a:cubicBezTo>
                    <a:pt x="7284" y="222"/>
                    <a:pt x="7063" y="0"/>
                    <a:pt x="67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831;p68">
              <a:extLst>
                <a:ext uri="{FF2B5EF4-FFF2-40B4-BE49-F238E27FC236}">
                  <a16:creationId xmlns:a16="http://schemas.microsoft.com/office/drawing/2014/main" id="{CDBF2023-A066-050B-3417-EB6655DFA49D}"/>
                </a:ext>
              </a:extLst>
            </p:cNvPr>
            <p:cNvSpPr/>
            <p:nvPr/>
          </p:nvSpPr>
          <p:spPr>
            <a:xfrm>
              <a:off x="3821330" y="4165873"/>
              <a:ext cx="120967" cy="51559"/>
            </a:xfrm>
            <a:custGeom>
              <a:avLst/>
              <a:gdLst/>
              <a:ahLst/>
              <a:cxnLst/>
              <a:rect l="l" t="t" r="r" b="b"/>
              <a:pathLst>
                <a:path w="7285" h="3105" extrusionOk="0">
                  <a:moveTo>
                    <a:pt x="6746" y="1"/>
                  </a:moveTo>
                  <a:lnTo>
                    <a:pt x="570" y="64"/>
                  </a:lnTo>
                  <a:cubicBezTo>
                    <a:pt x="254" y="64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54" y="3104"/>
                    <a:pt x="570" y="3104"/>
                  </a:cubicBezTo>
                  <a:lnTo>
                    <a:pt x="6746" y="3073"/>
                  </a:lnTo>
                  <a:cubicBezTo>
                    <a:pt x="7063" y="3073"/>
                    <a:pt x="7284" y="2819"/>
                    <a:pt x="7284" y="2503"/>
                  </a:cubicBezTo>
                  <a:lnTo>
                    <a:pt x="7284" y="571"/>
                  </a:lnTo>
                  <a:cubicBezTo>
                    <a:pt x="7284" y="254"/>
                    <a:pt x="7063" y="1"/>
                    <a:pt x="67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832;p68">
              <a:extLst>
                <a:ext uri="{FF2B5EF4-FFF2-40B4-BE49-F238E27FC236}">
                  <a16:creationId xmlns:a16="http://schemas.microsoft.com/office/drawing/2014/main" id="{A556A42D-D003-758F-6DCB-C1B935A994BC}"/>
                </a:ext>
              </a:extLst>
            </p:cNvPr>
            <p:cNvSpPr/>
            <p:nvPr/>
          </p:nvSpPr>
          <p:spPr>
            <a:xfrm>
              <a:off x="3980129" y="4242117"/>
              <a:ext cx="121499" cy="51559"/>
            </a:xfrm>
            <a:custGeom>
              <a:avLst/>
              <a:gdLst/>
              <a:ahLst/>
              <a:cxnLst/>
              <a:rect l="l" t="t" r="r" b="b"/>
              <a:pathLst>
                <a:path w="7317" h="3105" extrusionOk="0">
                  <a:moveTo>
                    <a:pt x="6714" y="1"/>
                  </a:moveTo>
                  <a:lnTo>
                    <a:pt x="539" y="64"/>
                  </a:lnTo>
                  <a:cubicBezTo>
                    <a:pt x="222" y="64"/>
                    <a:pt x="1" y="286"/>
                    <a:pt x="1" y="603"/>
                  </a:cubicBezTo>
                  <a:lnTo>
                    <a:pt x="1" y="2534"/>
                  </a:lnTo>
                  <a:cubicBezTo>
                    <a:pt x="1" y="2851"/>
                    <a:pt x="222" y="3104"/>
                    <a:pt x="539" y="3104"/>
                  </a:cubicBezTo>
                  <a:lnTo>
                    <a:pt x="6714" y="3073"/>
                  </a:lnTo>
                  <a:cubicBezTo>
                    <a:pt x="7031" y="3073"/>
                    <a:pt x="7316" y="2788"/>
                    <a:pt x="7253" y="2503"/>
                  </a:cubicBezTo>
                  <a:lnTo>
                    <a:pt x="7253" y="571"/>
                  </a:lnTo>
                  <a:cubicBezTo>
                    <a:pt x="7253" y="254"/>
                    <a:pt x="7031" y="1"/>
                    <a:pt x="671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833;p68">
              <a:extLst>
                <a:ext uri="{FF2B5EF4-FFF2-40B4-BE49-F238E27FC236}">
                  <a16:creationId xmlns:a16="http://schemas.microsoft.com/office/drawing/2014/main" id="{11EDAD59-3949-AC5C-DBF7-9233AB0C4FB5}"/>
                </a:ext>
              </a:extLst>
            </p:cNvPr>
            <p:cNvSpPr/>
            <p:nvPr/>
          </p:nvSpPr>
          <p:spPr>
            <a:xfrm>
              <a:off x="1834233" y="4372007"/>
              <a:ext cx="2346951" cy="103599"/>
            </a:xfrm>
            <a:custGeom>
              <a:avLst/>
              <a:gdLst/>
              <a:ahLst/>
              <a:cxnLst/>
              <a:rect l="l" t="t" r="r" b="b"/>
              <a:pathLst>
                <a:path w="141340" h="6239" extrusionOk="0">
                  <a:moveTo>
                    <a:pt x="141339" y="0"/>
                  </a:moveTo>
                  <a:lnTo>
                    <a:pt x="0" y="475"/>
                  </a:lnTo>
                  <a:lnTo>
                    <a:pt x="0" y="3579"/>
                  </a:lnTo>
                  <a:cubicBezTo>
                    <a:pt x="63" y="5067"/>
                    <a:pt x="1235" y="6239"/>
                    <a:pt x="2692" y="6239"/>
                  </a:cubicBezTo>
                  <a:lnTo>
                    <a:pt x="138679" y="5764"/>
                  </a:lnTo>
                  <a:cubicBezTo>
                    <a:pt x="140167" y="5764"/>
                    <a:pt x="141339" y="4592"/>
                    <a:pt x="141339" y="3104"/>
                  </a:cubicBezTo>
                  <a:lnTo>
                    <a:pt x="14133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834;p68">
              <a:extLst>
                <a:ext uri="{FF2B5EF4-FFF2-40B4-BE49-F238E27FC236}">
                  <a16:creationId xmlns:a16="http://schemas.microsoft.com/office/drawing/2014/main" id="{D04D8DC3-E6AF-6478-5880-0FEAAB86B962}"/>
                </a:ext>
              </a:extLst>
            </p:cNvPr>
            <p:cNvSpPr/>
            <p:nvPr/>
          </p:nvSpPr>
          <p:spPr>
            <a:xfrm>
              <a:off x="1834748" y="4423528"/>
              <a:ext cx="2346436" cy="7904"/>
            </a:xfrm>
            <a:custGeom>
              <a:avLst/>
              <a:gdLst/>
              <a:ahLst/>
              <a:cxnLst/>
              <a:rect l="l" t="t" r="r" b="b"/>
              <a:pathLst>
                <a:path w="141309" h="476" fill="none" extrusionOk="0">
                  <a:moveTo>
                    <a:pt x="1" y="476"/>
                  </a:moveTo>
                  <a:lnTo>
                    <a:pt x="14130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4250" cap="flat" cmpd="sng">
              <a:solidFill>
                <a:schemeClr val="dk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835;p68">
              <a:extLst>
                <a:ext uri="{FF2B5EF4-FFF2-40B4-BE49-F238E27FC236}">
                  <a16:creationId xmlns:a16="http://schemas.microsoft.com/office/drawing/2014/main" id="{84621A9B-78A1-EC4B-5298-7C2D231F4E43}"/>
                </a:ext>
              </a:extLst>
            </p:cNvPr>
            <p:cNvSpPr/>
            <p:nvPr/>
          </p:nvSpPr>
          <p:spPr>
            <a:xfrm>
              <a:off x="1831079" y="3512288"/>
              <a:ext cx="2346951" cy="17"/>
            </a:xfrm>
            <a:custGeom>
              <a:avLst/>
              <a:gdLst/>
              <a:ahLst/>
              <a:cxnLst/>
              <a:rect l="l" t="t" r="r" b="b"/>
              <a:pathLst>
                <a:path w="141340" h="1" fill="none" extrusionOk="0">
                  <a:moveTo>
                    <a:pt x="0" y="0"/>
                  </a:moveTo>
                  <a:lnTo>
                    <a:pt x="14133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4250" cap="flat" cmpd="sng">
              <a:solidFill>
                <a:schemeClr val="lt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836;p68">
              <a:extLst>
                <a:ext uri="{FF2B5EF4-FFF2-40B4-BE49-F238E27FC236}">
                  <a16:creationId xmlns:a16="http://schemas.microsoft.com/office/drawing/2014/main" id="{2388332D-93A2-7598-A83E-C17A59CEF4D2}"/>
                </a:ext>
              </a:extLst>
            </p:cNvPr>
            <p:cNvSpPr/>
            <p:nvPr/>
          </p:nvSpPr>
          <p:spPr>
            <a:xfrm>
              <a:off x="2059282" y="3557500"/>
              <a:ext cx="92573" cy="98883"/>
            </a:xfrm>
            <a:custGeom>
              <a:avLst/>
              <a:gdLst/>
              <a:ahLst/>
              <a:cxnLst/>
              <a:rect l="l" t="t" r="r" b="b"/>
              <a:pathLst>
                <a:path w="5575" h="5955" extrusionOk="0">
                  <a:moveTo>
                    <a:pt x="1552" y="1"/>
                  </a:moveTo>
                  <a:cubicBezTo>
                    <a:pt x="665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5638"/>
                    <a:pt x="32" y="5796"/>
                    <a:pt x="95" y="5955"/>
                  </a:cubicBezTo>
                  <a:cubicBezTo>
                    <a:pt x="2217" y="4435"/>
                    <a:pt x="4117" y="2091"/>
                    <a:pt x="557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837;p68">
              <a:extLst>
                <a:ext uri="{FF2B5EF4-FFF2-40B4-BE49-F238E27FC236}">
                  <a16:creationId xmlns:a16="http://schemas.microsoft.com/office/drawing/2014/main" id="{1995ADE3-5AEB-652C-BF38-2BD475FDD5EC}"/>
                </a:ext>
              </a:extLst>
            </p:cNvPr>
            <p:cNvSpPr/>
            <p:nvPr/>
          </p:nvSpPr>
          <p:spPr>
            <a:xfrm>
              <a:off x="2219127" y="3556454"/>
              <a:ext cx="76267" cy="107816"/>
            </a:xfrm>
            <a:custGeom>
              <a:avLst/>
              <a:gdLst/>
              <a:ahLst/>
              <a:cxnLst/>
              <a:rect l="l" t="t" r="r" b="b"/>
              <a:pathLst>
                <a:path w="4593" h="6493" extrusionOk="0">
                  <a:moveTo>
                    <a:pt x="4593" y="1"/>
                  </a:moveTo>
                  <a:lnTo>
                    <a:pt x="1553" y="64"/>
                  </a:lnTo>
                  <a:cubicBezTo>
                    <a:pt x="666" y="64"/>
                    <a:pt x="1" y="761"/>
                    <a:pt x="1" y="1647"/>
                  </a:cubicBezTo>
                  <a:lnTo>
                    <a:pt x="1" y="5543"/>
                  </a:lnTo>
                  <a:cubicBezTo>
                    <a:pt x="1" y="5923"/>
                    <a:pt x="127" y="6271"/>
                    <a:pt x="349" y="6493"/>
                  </a:cubicBezTo>
                  <a:cubicBezTo>
                    <a:pt x="1901" y="4593"/>
                    <a:pt x="3674" y="1647"/>
                    <a:pt x="459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838;p68">
              <a:extLst>
                <a:ext uri="{FF2B5EF4-FFF2-40B4-BE49-F238E27FC236}">
                  <a16:creationId xmlns:a16="http://schemas.microsoft.com/office/drawing/2014/main" id="{9B3C10E6-C624-08AD-A369-D7EF093B6DF5}"/>
                </a:ext>
              </a:extLst>
            </p:cNvPr>
            <p:cNvSpPr/>
            <p:nvPr/>
          </p:nvSpPr>
          <p:spPr>
            <a:xfrm>
              <a:off x="2379503" y="3556454"/>
              <a:ext cx="87840" cy="114126"/>
            </a:xfrm>
            <a:custGeom>
              <a:avLst/>
              <a:gdLst/>
              <a:ahLst/>
              <a:cxnLst/>
              <a:rect l="l" t="t" r="r" b="b"/>
              <a:pathLst>
                <a:path w="5290" h="6873" extrusionOk="0">
                  <a:moveTo>
                    <a:pt x="5290" y="1"/>
                  </a:moveTo>
                  <a:lnTo>
                    <a:pt x="1553" y="32"/>
                  </a:lnTo>
                  <a:cubicBezTo>
                    <a:pt x="666" y="32"/>
                    <a:pt x="1" y="729"/>
                    <a:pt x="1" y="1616"/>
                  </a:cubicBezTo>
                  <a:lnTo>
                    <a:pt x="1" y="5511"/>
                  </a:lnTo>
                  <a:cubicBezTo>
                    <a:pt x="1" y="6081"/>
                    <a:pt x="318" y="6588"/>
                    <a:pt x="761" y="6873"/>
                  </a:cubicBezTo>
                  <a:cubicBezTo>
                    <a:pt x="2376" y="5004"/>
                    <a:pt x="4308" y="1774"/>
                    <a:pt x="52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839;p68">
              <a:extLst>
                <a:ext uri="{FF2B5EF4-FFF2-40B4-BE49-F238E27FC236}">
                  <a16:creationId xmlns:a16="http://schemas.microsoft.com/office/drawing/2014/main" id="{F083305A-A8F3-F08B-432C-9A70C7EE6BDF}"/>
                </a:ext>
              </a:extLst>
            </p:cNvPr>
            <p:cNvSpPr/>
            <p:nvPr/>
          </p:nvSpPr>
          <p:spPr>
            <a:xfrm>
              <a:off x="2539365" y="3555923"/>
              <a:ext cx="76267" cy="107833"/>
            </a:xfrm>
            <a:custGeom>
              <a:avLst/>
              <a:gdLst/>
              <a:ahLst/>
              <a:cxnLst/>
              <a:rect l="l" t="t" r="r" b="b"/>
              <a:pathLst>
                <a:path w="4593" h="6494" extrusionOk="0">
                  <a:moveTo>
                    <a:pt x="1520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5891"/>
                    <a:pt x="159" y="6208"/>
                    <a:pt x="349" y="6493"/>
                  </a:cubicBezTo>
                  <a:cubicBezTo>
                    <a:pt x="1932" y="4593"/>
                    <a:pt x="3674" y="1584"/>
                    <a:pt x="459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840;p68">
              <a:extLst>
                <a:ext uri="{FF2B5EF4-FFF2-40B4-BE49-F238E27FC236}">
                  <a16:creationId xmlns:a16="http://schemas.microsoft.com/office/drawing/2014/main" id="{E8589864-583E-8F4D-3A13-C945D0833429}"/>
                </a:ext>
              </a:extLst>
            </p:cNvPr>
            <p:cNvSpPr/>
            <p:nvPr/>
          </p:nvSpPr>
          <p:spPr>
            <a:xfrm>
              <a:off x="2699741" y="3554877"/>
              <a:ext cx="88355" cy="114126"/>
            </a:xfrm>
            <a:custGeom>
              <a:avLst/>
              <a:gdLst/>
              <a:ahLst/>
              <a:cxnLst/>
              <a:rect l="l" t="t" r="r" b="b"/>
              <a:pathLst>
                <a:path w="5321" h="6873" extrusionOk="0">
                  <a:moveTo>
                    <a:pt x="5321" y="1"/>
                  </a:moveTo>
                  <a:lnTo>
                    <a:pt x="1520" y="32"/>
                  </a:lnTo>
                  <a:cubicBezTo>
                    <a:pt x="665" y="32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4"/>
                    <a:pt x="317" y="6619"/>
                    <a:pt x="792" y="6873"/>
                  </a:cubicBezTo>
                  <a:cubicBezTo>
                    <a:pt x="2407" y="4973"/>
                    <a:pt x="4371" y="1679"/>
                    <a:pt x="532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841;p68">
              <a:extLst>
                <a:ext uri="{FF2B5EF4-FFF2-40B4-BE49-F238E27FC236}">
                  <a16:creationId xmlns:a16="http://schemas.microsoft.com/office/drawing/2014/main" id="{BD329D58-91C8-53A8-BD1F-EBF65CE04B39}"/>
                </a:ext>
              </a:extLst>
            </p:cNvPr>
            <p:cNvSpPr/>
            <p:nvPr/>
          </p:nvSpPr>
          <p:spPr>
            <a:xfrm>
              <a:off x="2860118" y="3553831"/>
              <a:ext cx="89418" cy="114658"/>
            </a:xfrm>
            <a:custGeom>
              <a:avLst/>
              <a:gdLst/>
              <a:ahLst/>
              <a:cxnLst/>
              <a:rect l="l" t="t" r="r" b="b"/>
              <a:pathLst>
                <a:path w="5385" h="6905" extrusionOk="0">
                  <a:moveTo>
                    <a:pt x="5384" y="0"/>
                  </a:moveTo>
                  <a:lnTo>
                    <a:pt x="1521" y="64"/>
                  </a:lnTo>
                  <a:cubicBezTo>
                    <a:pt x="665" y="64"/>
                    <a:pt x="0" y="760"/>
                    <a:pt x="0" y="1647"/>
                  </a:cubicBezTo>
                  <a:lnTo>
                    <a:pt x="0" y="5542"/>
                  </a:lnTo>
                  <a:cubicBezTo>
                    <a:pt x="0" y="6144"/>
                    <a:pt x="317" y="6682"/>
                    <a:pt x="824" y="6904"/>
                  </a:cubicBezTo>
                  <a:cubicBezTo>
                    <a:pt x="2471" y="5004"/>
                    <a:pt x="4434" y="1710"/>
                    <a:pt x="53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842;p68">
              <a:extLst>
                <a:ext uri="{FF2B5EF4-FFF2-40B4-BE49-F238E27FC236}">
                  <a16:creationId xmlns:a16="http://schemas.microsoft.com/office/drawing/2014/main" id="{171AF8FB-8CB9-1F9C-68E4-699A79BBA621}"/>
                </a:ext>
              </a:extLst>
            </p:cNvPr>
            <p:cNvSpPr/>
            <p:nvPr/>
          </p:nvSpPr>
          <p:spPr>
            <a:xfrm>
              <a:off x="3020494" y="3554345"/>
              <a:ext cx="97820" cy="116766"/>
            </a:xfrm>
            <a:custGeom>
              <a:avLst/>
              <a:gdLst/>
              <a:ahLst/>
              <a:cxnLst/>
              <a:rect l="l" t="t" r="r" b="b"/>
              <a:pathLst>
                <a:path w="5891" h="7032" extrusionOk="0">
                  <a:moveTo>
                    <a:pt x="1521" y="1"/>
                  </a:moveTo>
                  <a:cubicBezTo>
                    <a:pt x="666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240"/>
                    <a:pt x="539" y="6873"/>
                    <a:pt x="1267" y="7031"/>
                  </a:cubicBezTo>
                  <a:cubicBezTo>
                    <a:pt x="2882" y="5163"/>
                    <a:pt x="4909" y="1774"/>
                    <a:pt x="5891" y="64"/>
                  </a:cubicBezTo>
                  <a:cubicBezTo>
                    <a:pt x="5764" y="33"/>
                    <a:pt x="5606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843;p68">
              <a:extLst>
                <a:ext uri="{FF2B5EF4-FFF2-40B4-BE49-F238E27FC236}">
                  <a16:creationId xmlns:a16="http://schemas.microsoft.com/office/drawing/2014/main" id="{7259CB75-26E7-00F2-4760-C911D4622F36}"/>
                </a:ext>
              </a:extLst>
            </p:cNvPr>
            <p:cNvSpPr/>
            <p:nvPr/>
          </p:nvSpPr>
          <p:spPr>
            <a:xfrm>
              <a:off x="3180871" y="3553299"/>
              <a:ext cx="97820" cy="117281"/>
            </a:xfrm>
            <a:custGeom>
              <a:avLst/>
              <a:gdLst/>
              <a:ahLst/>
              <a:cxnLst/>
              <a:rect l="l" t="t" r="r" b="b"/>
              <a:pathLst>
                <a:path w="5891" h="7063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71"/>
                    <a:pt x="539" y="6904"/>
                    <a:pt x="1299" y="7063"/>
                  </a:cubicBezTo>
                  <a:cubicBezTo>
                    <a:pt x="2914" y="5194"/>
                    <a:pt x="4909" y="1806"/>
                    <a:pt x="5891" y="96"/>
                  </a:cubicBezTo>
                  <a:cubicBezTo>
                    <a:pt x="5733" y="32"/>
                    <a:pt x="5606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844;p68">
              <a:extLst>
                <a:ext uri="{FF2B5EF4-FFF2-40B4-BE49-F238E27FC236}">
                  <a16:creationId xmlns:a16="http://schemas.microsoft.com/office/drawing/2014/main" id="{D83B72A1-54FB-02CE-36F1-604EE455B6A6}"/>
                </a:ext>
              </a:extLst>
            </p:cNvPr>
            <p:cNvSpPr/>
            <p:nvPr/>
          </p:nvSpPr>
          <p:spPr>
            <a:xfrm>
              <a:off x="3340201" y="3552768"/>
              <a:ext cx="89933" cy="115189"/>
            </a:xfrm>
            <a:custGeom>
              <a:avLst/>
              <a:gdLst/>
              <a:ahLst/>
              <a:cxnLst/>
              <a:rect l="l" t="t" r="r" b="b"/>
              <a:pathLst>
                <a:path w="5416" h="6937" extrusionOk="0">
                  <a:moveTo>
                    <a:pt x="5416" y="1"/>
                  </a:moveTo>
                  <a:lnTo>
                    <a:pt x="1552" y="33"/>
                  </a:lnTo>
                  <a:cubicBezTo>
                    <a:pt x="697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76"/>
                    <a:pt x="380" y="6683"/>
                    <a:pt x="887" y="6936"/>
                  </a:cubicBezTo>
                  <a:cubicBezTo>
                    <a:pt x="2534" y="5005"/>
                    <a:pt x="4529" y="1616"/>
                    <a:pt x="541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845;p68">
              <a:extLst>
                <a:ext uri="{FF2B5EF4-FFF2-40B4-BE49-F238E27FC236}">
                  <a16:creationId xmlns:a16="http://schemas.microsoft.com/office/drawing/2014/main" id="{F9723380-7385-8276-1DD7-FF8BE59764B3}"/>
                </a:ext>
              </a:extLst>
            </p:cNvPr>
            <p:cNvSpPr/>
            <p:nvPr/>
          </p:nvSpPr>
          <p:spPr>
            <a:xfrm>
              <a:off x="3500046" y="3552253"/>
              <a:ext cx="90464" cy="114658"/>
            </a:xfrm>
            <a:custGeom>
              <a:avLst/>
              <a:gdLst/>
              <a:ahLst/>
              <a:cxnLst/>
              <a:rect l="l" t="t" r="r" b="b"/>
              <a:pathLst>
                <a:path w="5448" h="6905" extrusionOk="0">
                  <a:moveTo>
                    <a:pt x="5448" y="0"/>
                  </a:moveTo>
                  <a:lnTo>
                    <a:pt x="1552" y="32"/>
                  </a:lnTo>
                  <a:cubicBezTo>
                    <a:pt x="666" y="32"/>
                    <a:pt x="1" y="760"/>
                    <a:pt x="1" y="1615"/>
                  </a:cubicBezTo>
                  <a:lnTo>
                    <a:pt x="1" y="5542"/>
                  </a:lnTo>
                  <a:cubicBezTo>
                    <a:pt x="1" y="6176"/>
                    <a:pt x="349" y="6682"/>
                    <a:pt x="919" y="6904"/>
                  </a:cubicBezTo>
                  <a:cubicBezTo>
                    <a:pt x="2566" y="4941"/>
                    <a:pt x="4561" y="1615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846;p68">
              <a:extLst>
                <a:ext uri="{FF2B5EF4-FFF2-40B4-BE49-F238E27FC236}">
                  <a16:creationId xmlns:a16="http://schemas.microsoft.com/office/drawing/2014/main" id="{B93C4EBA-4C60-9270-62B7-B6C71E316338}"/>
                </a:ext>
              </a:extLst>
            </p:cNvPr>
            <p:cNvSpPr/>
            <p:nvPr/>
          </p:nvSpPr>
          <p:spPr>
            <a:xfrm>
              <a:off x="3660423" y="3551722"/>
              <a:ext cx="78907" cy="110456"/>
            </a:xfrm>
            <a:custGeom>
              <a:avLst/>
              <a:gdLst/>
              <a:ahLst/>
              <a:cxnLst/>
              <a:rect l="l" t="t" r="r" b="b"/>
              <a:pathLst>
                <a:path w="4752" h="6652" extrusionOk="0">
                  <a:moveTo>
                    <a:pt x="4751" y="1"/>
                  </a:moveTo>
                  <a:lnTo>
                    <a:pt x="1553" y="32"/>
                  </a:lnTo>
                  <a:cubicBezTo>
                    <a:pt x="666" y="32"/>
                    <a:pt x="1" y="729"/>
                    <a:pt x="1" y="1616"/>
                  </a:cubicBezTo>
                  <a:lnTo>
                    <a:pt x="1" y="5543"/>
                  </a:lnTo>
                  <a:cubicBezTo>
                    <a:pt x="1" y="5954"/>
                    <a:pt x="191" y="6366"/>
                    <a:pt x="476" y="6651"/>
                  </a:cubicBezTo>
                  <a:cubicBezTo>
                    <a:pt x="2091" y="4624"/>
                    <a:pt x="3928" y="1521"/>
                    <a:pt x="475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847;p68">
              <a:extLst>
                <a:ext uri="{FF2B5EF4-FFF2-40B4-BE49-F238E27FC236}">
                  <a16:creationId xmlns:a16="http://schemas.microsoft.com/office/drawing/2014/main" id="{3CCD4905-D413-9F6C-50F4-9F4590A63425}"/>
                </a:ext>
              </a:extLst>
            </p:cNvPr>
            <p:cNvSpPr/>
            <p:nvPr/>
          </p:nvSpPr>
          <p:spPr>
            <a:xfrm>
              <a:off x="2146037" y="3715251"/>
              <a:ext cx="86263" cy="113611"/>
            </a:xfrm>
            <a:custGeom>
              <a:avLst/>
              <a:gdLst/>
              <a:ahLst/>
              <a:cxnLst/>
              <a:rect l="l" t="t" r="r" b="b"/>
              <a:pathLst>
                <a:path w="5195" h="6842" extrusionOk="0">
                  <a:moveTo>
                    <a:pt x="1553" y="1"/>
                  </a:moveTo>
                  <a:cubicBezTo>
                    <a:pt x="666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049"/>
                    <a:pt x="317" y="6556"/>
                    <a:pt x="761" y="6841"/>
                  </a:cubicBezTo>
                  <a:cubicBezTo>
                    <a:pt x="2471" y="4783"/>
                    <a:pt x="4371" y="1489"/>
                    <a:pt x="519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848;p68">
              <a:extLst>
                <a:ext uri="{FF2B5EF4-FFF2-40B4-BE49-F238E27FC236}">
                  <a16:creationId xmlns:a16="http://schemas.microsoft.com/office/drawing/2014/main" id="{EE44C3BA-E740-81B0-44E6-A36C6298B783}"/>
                </a:ext>
              </a:extLst>
            </p:cNvPr>
            <p:cNvSpPr/>
            <p:nvPr/>
          </p:nvSpPr>
          <p:spPr>
            <a:xfrm>
              <a:off x="2306413" y="3713674"/>
              <a:ext cx="84685" cy="112549"/>
            </a:xfrm>
            <a:custGeom>
              <a:avLst/>
              <a:gdLst/>
              <a:ahLst/>
              <a:cxnLst/>
              <a:rect l="l" t="t" r="r" b="b"/>
              <a:pathLst>
                <a:path w="5100" h="6778" extrusionOk="0">
                  <a:moveTo>
                    <a:pt x="5100" y="1"/>
                  </a:moveTo>
                  <a:lnTo>
                    <a:pt x="1553" y="64"/>
                  </a:lnTo>
                  <a:cubicBezTo>
                    <a:pt x="666" y="64"/>
                    <a:pt x="1" y="761"/>
                    <a:pt x="1" y="1647"/>
                  </a:cubicBezTo>
                  <a:lnTo>
                    <a:pt x="1" y="5543"/>
                  </a:lnTo>
                  <a:cubicBezTo>
                    <a:pt x="1" y="6081"/>
                    <a:pt x="254" y="6493"/>
                    <a:pt x="634" y="6778"/>
                  </a:cubicBezTo>
                  <a:cubicBezTo>
                    <a:pt x="2249" y="4909"/>
                    <a:pt x="4118" y="1742"/>
                    <a:pt x="510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849;p68">
              <a:extLst>
                <a:ext uri="{FF2B5EF4-FFF2-40B4-BE49-F238E27FC236}">
                  <a16:creationId xmlns:a16="http://schemas.microsoft.com/office/drawing/2014/main" id="{2F3C85FB-0B8A-0FAC-6929-2150D1A7A5FB}"/>
                </a:ext>
              </a:extLst>
            </p:cNvPr>
            <p:cNvSpPr/>
            <p:nvPr/>
          </p:nvSpPr>
          <p:spPr>
            <a:xfrm>
              <a:off x="2466790" y="3713142"/>
              <a:ext cx="89949" cy="115189"/>
            </a:xfrm>
            <a:custGeom>
              <a:avLst/>
              <a:gdLst/>
              <a:ahLst/>
              <a:cxnLst/>
              <a:rect l="l" t="t" r="r" b="b"/>
              <a:pathLst>
                <a:path w="5417" h="6937" extrusionOk="0">
                  <a:moveTo>
                    <a:pt x="5416" y="1"/>
                  </a:moveTo>
                  <a:lnTo>
                    <a:pt x="1553" y="33"/>
                  </a:lnTo>
                  <a:cubicBezTo>
                    <a:pt x="666" y="33"/>
                    <a:pt x="1" y="761"/>
                    <a:pt x="1" y="1616"/>
                  </a:cubicBezTo>
                  <a:lnTo>
                    <a:pt x="1" y="5543"/>
                  </a:lnTo>
                  <a:cubicBezTo>
                    <a:pt x="1" y="6176"/>
                    <a:pt x="349" y="6683"/>
                    <a:pt x="888" y="6936"/>
                  </a:cubicBezTo>
                  <a:cubicBezTo>
                    <a:pt x="2534" y="5036"/>
                    <a:pt x="4466" y="1711"/>
                    <a:pt x="541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850;p68">
              <a:extLst>
                <a:ext uri="{FF2B5EF4-FFF2-40B4-BE49-F238E27FC236}">
                  <a16:creationId xmlns:a16="http://schemas.microsoft.com/office/drawing/2014/main" id="{52211CCB-226C-334F-D8B4-47CF78E6FC7A}"/>
                </a:ext>
              </a:extLst>
            </p:cNvPr>
            <p:cNvSpPr/>
            <p:nvPr/>
          </p:nvSpPr>
          <p:spPr>
            <a:xfrm>
              <a:off x="2626651" y="3713142"/>
              <a:ext cx="86263" cy="113080"/>
            </a:xfrm>
            <a:custGeom>
              <a:avLst/>
              <a:gdLst/>
              <a:ahLst/>
              <a:cxnLst/>
              <a:rect l="l" t="t" r="r" b="b"/>
              <a:pathLst>
                <a:path w="5195" h="6810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50"/>
                    <a:pt x="285" y="6525"/>
                    <a:pt x="697" y="6810"/>
                  </a:cubicBezTo>
                  <a:cubicBezTo>
                    <a:pt x="2376" y="4878"/>
                    <a:pt x="4276" y="1616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851;p68">
              <a:extLst>
                <a:ext uri="{FF2B5EF4-FFF2-40B4-BE49-F238E27FC236}">
                  <a16:creationId xmlns:a16="http://schemas.microsoft.com/office/drawing/2014/main" id="{C860EC57-43B4-FFE1-97C5-524E6D3C40DC}"/>
                </a:ext>
              </a:extLst>
            </p:cNvPr>
            <p:cNvSpPr/>
            <p:nvPr/>
          </p:nvSpPr>
          <p:spPr>
            <a:xfrm>
              <a:off x="2787028" y="3713142"/>
              <a:ext cx="84685" cy="112565"/>
            </a:xfrm>
            <a:custGeom>
              <a:avLst/>
              <a:gdLst/>
              <a:ahLst/>
              <a:cxnLst/>
              <a:rect l="l" t="t" r="r" b="b"/>
              <a:pathLst>
                <a:path w="5100" h="6779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18"/>
                    <a:pt x="285" y="6493"/>
                    <a:pt x="665" y="6778"/>
                  </a:cubicBezTo>
                  <a:cubicBezTo>
                    <a:pt x="2344" y="4783"/>
                    <a:pt x="4181" y="1584"/>
                    <a:pt x="509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852;p68">
              <a:extLst>
                <a:ext uri="{FF2B5EF4-FFF2-40B4-BE49-F238E27FC236}">
                  <a16:creationId xmlns:a16="http://schemas.microsoft.com/office/drawing/2014/main" id="{D1E58C99-7C3E-4525-E750-CB67C84227ED}"/>
                </a:ext>
              </a:extLst>
            </p:cNvPr>
            <p:cNvSpPr/>
            <p:nvPr/>
          </p:nvSpPr>
          <p:spPr>
            <a:xfrm>
              <a:off x="2947404" y="3711565"/>
              <a:ext cx="86263" cy="114143"/>
            </a:xfrm>
            <a:custGeom>
              <a:avLst/>
              <a:gdLst/>
              <a:ahLst/>
              <a:cxnLst/>
              <a:rect l="l" t="t" r="r" b="b"/>
              <a:pathLst>
                <a:path w="5195" h="6874" extrusionOk="0">
                  <a:moveTo>
                    <a:pt x="5194" y="1"/>
                  </a:moveTo>
                  <a:lnTo>
                    <a:pt x="1552" y="64"/>
                  </a:lnTo>
                  <a:cubicBezTo>
                    <a:pt x="666" y="64"/>
                    <a:pt x="0" y="761"/>
                    <a:pt x="0" y="1648"/>
                  </a:cubicBezTo>
                  <a:lnTo>
                    <a:pt x="0" y="5543"/>
                  </a:lnTo>
                  <a:cubicBezTo>
                    <a:pt x="0" y="6113"/>
                    <a:pt x="317" y="6620"/>
                    <a:pt x="761" y="6873"/>
                  </a:cubicBezTo>
                  <a:cubicBezTo>
                    <a:pt x="2407" y="4815"/>
                    <a:pt x="4339" y="1521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853;p68">
              <a:extLst>
                <a:ext uri="{FF2B5EF4-FFF2-40B4-BE49-F238E27FC236}">
                  <a16:creationId xmlns:a16="http://schemas.microsoft.com/office/drawing/2014/main" id="{94611064-085E-BEDF-D927-E7C696DE1FF3}"/>
                </a:ext>
              </a:extLst>
            </p:cNvPr>
            <p:cNvSpPr/>
            <p:nvPr/>
          </p:nvSpPr>
          <p:spPr>
            <a:xfrm>
              <a:off x="3107249" y="3711565"/>
              <a:ext cx="85217" cy="113080"/>
            </a:xfrm>
            <a:custGeom>
              <a:avLst/>
              <a:gdLst/>
              <a:ahLst/>
              <a:cxnLst/>
              <a:rect l="l" t="t" r="r" b="b"/>
              <a:pathLst>
                <a:path w="5132" h="6810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081"/>
                    <a:pt x="254" y="6493"/>
                    <a:pt x="666" y="6810"/>
                  </a:cubicBezTo>
                  <a:cubicBezTo>
                    <a:pt x="2281" y="4878"/>
                    <a:pt x="4213" y="1648"/>
                    <a:pt x="513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854;p68">
              <a:extLst>
                <a:ext uri="{FF2B5EF4-FFF2-40B4-BE49-F238E27FC236}">
                  <a16:creationId xmlns:a16="http://schemas.microsoft.com/office/drawing/2014/main" id="{2AD18FD6-1D60-CF1D-0870-C307B49E7DFE}"/>
                </a:ext>
              </a:extLst>
            </p:cNvPr>
            <p:cNvSpPr/>
            <p:nvPr/>
          </p:nvSpPr>
          <p:spPr>
            <a:xfrm>
              <a:off x="3267626" y="3711050"/>
              <a:ext cx="87840" cy="114658"/>
            </a:xfrm>
            <a:custGeom>
              <a:avLst/>
              <a:gdLst/>
              <a:ahLst/>
              <a:cxnLst/>
              <a:rect l="l" t="t" r="r" b="b"/>
              <a:pathLst>
                <a:path w="5290" h="6905" extrusionOk="0">
                  <a:moveTo>
                    <a:pt x="1521" y="0"/>
                  </a:moveTo>
                  <a:cubicBezTo>
                    <a:pt x="666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112"/>
                    <a:pt x="349" y="6619"/>
                    <a:pt x="824" y="6904"/>
                  </a:cubicBezTo>
                  <a:cubicBezTo>
                    <a:pt x="2534" y="4846"/>
                    <a:pt x="4466" y="1489"/>
                    <a:pt x="529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855;p68">
              <a:extLst>
                <a:ext uri="{FF2B5EF4-FFF2-40B4-BE49-F238E27FC236}">
                  <a16:creationId xmlns:a16="http://schemas.microsoft.com/office/drawing/2014/main" id="{552BE1ED-813E-E06D-0230-C56D81010F5B}"/>
                </a:ext>
              </a:extLst>
            </p:cNvPr>
            <p:cNvSpPr/>
            <p:nvPr/>
          </p:nvSpPr>
          <p:spPr>
            <a:xfrm>
              <a:off x="3428002" y="3710519"/>
              <a:ext cx="92058" cy="116235"/>
            </a:xfrm>
            <a:custGeom>
              <a:avLst/>
              <a:gdLst/>
              <a:ahLst/>
              <a:cxnLst/>
              <a:rect l="l" t="t" r="r" b="b"/>
              <a:pathLst>
                <a:path w="5544" h="7000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08"/>
                    <a:pt x="476" y="6809"/>
                    <a:pt x="1109" y="6999"/>
                  </a:cubicBezTo>
                  <a:cubicBezTo>
                    <a:pt x="2915" y="4719"/>
                    <a:pt x="4941" y="1109"/>
                    <a:pt x="554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856;p68">
              <a:extLst>
                <a:ext uri="{FF2B5EF4-FFF2-40B4-BE49-F238E27FC236}">
                  <a16:creationId xmlns:a16="http://schemas.microsoft.com/office/drawing/2014/main" id="{48E1665C-AFBB-A1C5-041B-3C0C95B03E19}"/>
                </a:ext>
              </a:extLst>
            </p:cNvPr>
            <p:cNvSpPr/>
            <p:nvPr/>
          </p:nvSpPr>
          <p:spPr>
            <a:xfrm>
              <a:off x="3587332" y="3709473"/>
              <a:ext cx="85732" cy="113595"/>
            </a:xfrm>
            <a:custGeom>
              <a:avLst/>
              <a:gdLst/>
              <a:ahLst/>
              <a:cxnLst/>
              <a:rect l="l" t="t" r="r" b="b"/>
              <a:pathLst>
                <a:path w="5163" h="6841" extrusionOk="0">
                  <a:moveTo>
                    <a:pt x="5163" y="0"/>
                  </a:moveTo>
                  <a:lnTo>
                    <a:pt x="1553" y="32"/>
                  </a:lnTo>
                  <a:cubicBezTo>
                    <a:pt x="697" y="32"/>
                    <a:pt x="1" y="729"/>
                    <a:pt x="1" y="1615"/>
                  </a:cubicBezTo>
                  <a:lnTo>
                    <a:pt x="1" y="5542"/>
                  </a:lnTo>
                  <a:cubicBezTo>
                    <a:pt x="1" y="6081"/>
                    <a:pt x="286" y="6556"/>
                    <a:pt x="729" y="6841"/>
                  </a:cubicBezTo>
                  <a:cubicBezTo>
                    <a:pt x="2376" y="4814"/>
                    <a:pt x="4339" y="1520"/>
                    <a:pt x="516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857;p68">
              <a:extLst>
                <a:ext uri="{FF2B5EF4-FFF2-40B4-BE49-F238E27FC236}">
                  <a16:creationId xmlns:a16="http://schemas.microsoft.com/office/drawing/2014/main" id="{F79CC3DF-18E2-489E-5256-8021A01EFF2D}"/>
                </a:ext>
              </a:extLst>
            </p:cNvPr>
            <p:cNvSpPr/>
            <p:nvPr/>
          </p:nvSpPr>
          <p:spPr>
            <a:xfrm>
              <a:off x="3747709" y="3709988"/>
              <a:ext cx="87840" cy="114143"/>
            </a:xfrm>
            <a:custGeom>
              <a:avLst/>
              <a:gdLst/>
              <a:ahLst/>
              <a:cxnLst/>
              <a:rect l="l" t="t" r="r" b="b"/>
              <a:pathLst>
                <a:path w="5290" h="6874" extrusionOk="0">
                  <a:moveTo>
                    <a:pt x="1553" y="1"/>
                  </a:moveTo>
                  <a:cubicBezTo>
                    <a:pt x="666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081"/>
                    <a:pt x="381" y="6620"/>
                    <a:pt x="856" y="6873"/>
                  </a:cubicBezTo>
                  <a:cubicBezTo>
                    <a:pt x="2534" y="4751"/>
                    <a:pt x="4498" y="1426"/>
                    <a:pt x="52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858;p68">
              <a:extLst>
                <a:ext uri="{FF2B5EF4-FFF2-40B4-BE49-F238E27FC236}">
                  <a16:creationId xmlns:a16="http://schemas.microsoft.com/office/drawing/2014/main" id="{A4CF78EB-5845-F0A5-965E-457D05F3764C}"/>
                </a:ext>
              </a:extLst>
            </p:cNvPr>
            <p:cNvSpPr/>
            <p:nvPr/>
          </p:nvSpPr>
          <p:spPr>
            <a:xfrm>
              <a:off x="2241210" y="3870362"/>
              <a:ext cx="80999" cy="110456"/>
            </a:xfrm>
            <a:custGeom>
              <a:avLst/>
              <a:gdLst/>
              <a:ahLst/>
              <a:cxnLst/>
              <a:rect l="l" t="t" r="r" b="b"/>
              <a:pathLst>
                <a:path w="4878" h="665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5923"/>
                    <a:pt x="223" y="6335"/>
                    <a:pt x="476" y="6651"/>
                  </a:cubicBezTo>
                  <a:cubicBezTo>
                    <a:pt x="2059" y="4783"/>
                    <a:pt x="3896" y="1679"/>
                    <a:pt x="487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859;p68">
              <a:extLst>
                <a:ext uri="{FF2B5EF4-FFF2-40B4-BE49-F238E27FC236}">
                  <a16:creationId xmlns:a16="http://schemas.microsoft.com/office/drawing/2014/main" id="{976C26AA-6C9C-6CC9-C8E5-0A821413B34D}"/>
                </a:ext>
              </a:extLst>
            </p:cNvPr>
            <p:cNvSpPr/>
            <p:nvPr/>
          </p:nvSpPr>
          <p:spPr>
            <a:xfrm>
              <a:off x="2401586" y="3869316"/>
              <a:ext cx="90481" cy="114658"/>
            </a:xfrm>
            <a:custGeom>
              <a:avLst/>
              <a:gdLst/>
              <a:ahLst/>
              <a:cxnLst/>
              <a:rect l="l" t="t" r="r" b="b"/>
              <a:pathLst>
                <a:path w="5449" h="6905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113"/>
                    <a:pt x="381" y="6619"/>
                    <a:pt x="856" y="6904"/>
                  </a:cubicBezTo>
                  <a:cubicBezTo>
                    <a:pt x="2471" y="5068"/>
                    <a:pt x="4435" y="1742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860;p68">
              <a:extLst>
                <a:ext uri="{FF2B5EF4-FFF2-40B4-BE49-F238E27FC236}">
                  <a16:creationId xmlns:a16="http://schemas.microsoft.com/office/drawing/2014/main" id="{2F4BC87B-4B40-DE93-4025-D0E8ED14281E}"/>
                </a:ext>
              </a:extLst>
            </p:cNvPr>
            <p:cNvSpPr/>
            <p:nvPr/>
          </p:nvSpPr>
          <p:spPr>
            <a:xfrm>
              <a:off x="2561979" y="3868270"/>
              <a:ext cx="94665" cy="115704"/>
            </a:xfrm>
            <a:custGeom>
              <a:avLst/>
              <a:gdLst/>
              <a:ahLst/>
              <a:cxnLst/>
              <a:rect l="l" t="t" r="r" b="b"/>
              <a:pathLst>
                <a:path w="5701" h="6968" extrusionOk="0">
                  <a:moveTo>
                    <a:pt x="1552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176"/>
                    <a:pt x="443" y="6777"/>
                    <a:pt x="1077" y="6967"/>
                  </a:cubicBezTo>
                  <a:cubicBezTo>
                    <a:pt x="2692" y="5194"/>
                    <a:pt x="4719" y="1837"/>
                    <a:pt x="5700" y="32"/>
                  </a:cubicBezTo>
                  <a:cubicBezTo>
                    <a:pt x="5637" y="32"/>
                    <a:pt x="5542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861;p68">
              <a:extLst>
                <a:ext uri="{FF2B5EF4-FFF2-40B4-BE49-F238E27FC236}">
                  <a16:creationId xmlns:a16="http://schemas.microsoft.com/office/drawing/2014/main" id="{479A0222-0B34-F710-9E9C-70D5E1084E76}"/>
                </a:ext>
              </a:extLst>
            </p:cNvPr>
            <p:cNvSpPr/>
            <p:nvPr/>
          </p:nvSpPr>
          <p:spPr>
            <a:xfrm>
              <a:off x="2721824" y="3868270"/>
              <a:ext cx="75221" cy="107285"/>
            </a:xfrm>
            <a:custGeom>
              <a:avLst/>
              <a:gdLst/>
              <a:ahLst/>
              <a:cxnLst/>
              <a:rect l="l" t="t" r="r" b="b"/>
              <a:pathLst>
                <a:path w="4530" h="6461" extrusionOk="0">
                  <a:moveTo>
                    <a:pt x="1552" y="0"/>
                  </a:moveTo>
                  <a:cubicBezTo>
                    <a:pt x="665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5859"/>
                    <a:pt x="127" y="6176"/>
                    <a:pt x="317" y="6461"/>
                  </a:cubicBezTo>
                  <a:cubicBezTo>
                    <a:pt x="1869" y="4561"/>
                    <a:pt x="3611" y="1584"/>
                    <a:pt x="452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862;p68">
              <a:extLst>
                <a:ext uri="{FF2B5EF4-FFF2-40B4-BE49-F238E27FC236}">
                  <a16:creationId xmlns:a16="http://schemas.microsoft.com/office/drawing/2014/main" id="{183BB8C1-0626-0A49-81EA-121E555E4109}"/>
                </a:ext>
              </a:extLst>
            </p:cNvPr>
            <p:cNvSpPr/>
            <p:nvPr/>
          </p:nvSpPr>
          <p:spPr>
            <a:xfrm>
              <a:off x="2882732" y="3867738"/>
              <a:ext cx="95711" cy="116235"/>
            </a:xfrm>
            <a:custGeom>
              <a:avLst/>
              <a:gdLst/>
              <a:ahLst/>
              <a:cxnLst/>
              <a:rect l="l" t="t" r="r" b="b"/>
              <a:pathLst>
                <a:path w="5764" h="7000" extrusionOk="0">
                  <a:moveTo>
                    <a:pt x="1552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8"/>
                    <a:pt x="475" y="6809"/>
                    <a:pt x="1109" y="6999"/>
                  </a:cubicBezTo>
                  <a:cubicBezTo>
                    <a:pt x="2755" y="5131"/>
                    <a:pt x="4751" y="1774"/>
                    <a:pt x="5764" y="32"/>
                  </a:cubicBezTo>
                  <a:cubicBezTo>
                    <a:pt x="5669" y="32"/>
                    <a:pt x="5542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863;p68">
              <a:extLst>
                <a:ext uri="{FF2B5EF4-FFF2-40B4-BE49-F238E27FC236}">
                  <a16:creationId xmlns:a16="http://schemas.microsoft.com/office/drawing/2014/main" id="{B2C1E31A-3E0F-97C6-2E9E-ECC979AC50C0}"/>
                </a:ext>
              </a:extLst>
            </p:cNvPr>
            <p:cNvSpPr/>
            <p:nvPr/>
          </p:nvSpPr>
          <p:spPr>
            <a:xfrm>
              <a:off x="3042577" y="3867738"/>
              <a:ext cx="77844" cy="108348"/>
            </a:xfrm>
            <a:custGeom>
              <a:avLst/>
              <a:gdLst/>
              <a:ahLst/>
              <a:cxnLst/>
              <a:rect l="l" t="t" r="r" b="b"/>
              <a:pathLst>
                <a:path w="4688" h="6525" extrusionOk="0">
                  <a:moveTo>
                    <a:pt x="1552" y="1"/>
                  </a:moveTo>
                  <a:cubicBezTo>
                    <a:pt x="666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5891"/>
                    <a:pt x="159" y="6239"/>
                    <a:pt x="412" y="6524"/>
                  </a:cubicBezTo>
                  <a:cubicBezTo>
                    <a:pt x="1996" y="4593"/>
                    <a:pt x="3769" y="1584"/>
                    <a:pt x="468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864;p68">
              <a:extLst>
                <a:ext uri="{FF2B5EF4-FFF2-40B4-BE49-F238E27FC236}">
                  <a16:creationId xmlns:a16="http://schemas.microsoft.com/office/drawing/2014/main" id="{32D40D92-E086-DDE7-E4E8-92236AEF13F9}"/>
                </a:ext>
              </a:extLst>
            </p:cNvPr>
            <p:cNvSpPr/>
            <p:nvPr/>
          </p:nvSpPr>
          <p:spPr>
            <a:xfrm>
              <a:off x="3202954" y="3867207"/>
              <a:ext cx="96774" cy="116235"/>
            </a:xfrm>
            <a:custGeom>
              <a:avLst/>
              <a:gdLst/>
              <a:ahLst/>
              <a:cxnLst/>
              <a:rect l="l" t="t" r="r" b="b"/>
              <a:pathLst>
                <a:path w="5828" h="7000" extrusionOk="0">
                  <a:moveTo>
                    <a:pt x="1552" y="1"/>
                  </a:moveTo>
                  <a:cubicBezTo>
                    <a:pt x="666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240"/>
                    <a:pt x="507" y="6841"/>
                    <a:pt x="1236" y="7000"/>
                  </a:cubicBezTo>
                  <a:cubicBezTo>
                    <a:pt x="2851" y="5131"/>
                    <a:pt x="4846" y="1711"/>
                    <a:pt x="5828" y="33"/>
                  </a:cubicBezTo>
                  <a:cubicBezTo>
                    <a:pt x="5701" y="1"/>
                    <a:pt x="557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865;p68">
              <a:extLst>
                <a:ext uri="{FF2B5EF4-FFF2-40B4-BE49-F238E27FC236}">
                  <a16:creationId xmlns:a16="http://schemas.microsoft.com/office/drawing/2014/main" id="{00A71F8F-EA24-0B95-5FED-A2B31E73D2FE}"/>
                </a:ext>
              </a:extLst>
            </p:cNvPr>
            <p:cNvSpPr/>
            <p:nvPr/>
          </p:nvSpPr>
          <p:spPr>
            <a:xfrm>
              <a:off x="3362815" y="3865630"/>
              <a:ext cx="90464" cy="115189"/>
            </a:xfrm>
            <a:custGeom>
              <a:avLst/>
              <a:gdLst/>
              <a:ahLst/>
              <a:cxnLst/>
              <a:rect l="l" t="t" r="r" b="b"/>
              <a:pathLst>
                <a:path w="5448" h="6937" extrusionOk="0">
                  <a:moveTo>
                    <a:pt x="5447" y="1"/>
                  </a:moveTo>
                  <a:lnTo>
                    <a:pt x="1552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76"/>
                    <a:pt x="348" y="6683"/>
                    <a:pt x="887" y="6936"/>
                  </a:cubicBezTo>
                  <a:cubicBezTo>
                    <a:pt x="2565" y="5005"/>
                    <a:pt x="4560" y="1648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866;p68">
              <a:extLst>
                <a:ext uri="{FF2B5EF4-FFF2-40B4-BE49-F238E27FC236}">
                  <a16:creationId xmlns:a16="http://schemas.microsoft.com/office/drawing/2014/main" id="{9AA83CDA-F5D6-FB12-ACC7-1C251596C502}"/>
                </a:ext>
              </a:extLst>
            </p:cNvPr>
            <p:cNvSpPr/>
            <p:nvPr/>
          </p:nvSpPr>
          <p:spPr>
            <a:xfrm>
              <a:off x="3523192" y="3865115"/>
              <a:ext cx="83623" cy="112549"/>
            </a:xfrm>
            <a:custGeom>
              <a:avLst/>
              <a:gdLst/>
              <a:ahLst/>
              <a:cxnLst/>
              <a:rect l="l" t="t" r="r" b="b"/>
              <a:pathLst>
                <a:path w="5036" h="6778" extrusionOk="0">
                  <a:moveTo>
                    <a:pt x="5035" y="0"/>
                  </a:moveTo>
                  <a:lnTo>
                    <a:pt x="1520" y="32"/>
                  </a:lnTo>
                  <a:cubicBezTo>
                    <a:pt x="665" y="32"/>
                    <a:pt x="0" y="760"/>
                    <a:pt x="0" y="1615"/>
                  </a:cubicBezTo>
                  <a:lnTo>
                    <a:pt x="0" y="5542"/>
                  </a:lnTo>
                  <a:cubicBezTo>
                    <a:pt x="0" y="6049"/>
                    <a:pt x="222" y="6492"/>
                    <a:pt x="633" y="6777"/>
                  </a:cubicBezTo>
                  <a:cubicBezTo>
                    <a:pt x="2249" y="4782"/>
                    <a:pt x="4149" y="1584"/>
                    <a:pt x="503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867;p68">
              <a:extLst>
                <a:ext uri="{FF2B5EF4-FFF2-40B4-BE49-F238E27FC236}">
                  <a16:creationId xmlns:a16="http://schemas.microsoft.com/office/drawing/2014/main" id="{F75C9338-18D6-B540-F0F4-E4FB5E064776}"/>
                </a:ext>
              </a:extLst>
            </p:cNvPr>
            <p:cNvSpPr/>
            <p:nvPr/>
          </p:nvSpPr>
          <p:spPr>
            <a:xfrm>
              <a:off x="3683037" y="3864052"/>
              <a:ext cx="85732" cy="114143"/>
            </a:xfrm>
            <a:custGeom>
              <a:avLst/>
              <a:gdLst/>
              <a:ahLst/>
              <a:cxnLst/>
              <a:rect l="l" t="t" r="r" b="b"/>
              <a:pathLst>
                <a:path w="5163" h="6874" extrusionOk="0">
                  <a:moveTo>
                    <a:pt x="5163" y="1"/>
                  </a:moveTo>
                  <a:lnTo>
                    <a:pt x="1521" y="64"/>
                  </a:lnTo>
                  <a:cubicBezTo>
                    <a:pt x="666" y="64"/>
                    <a:pt x="0" y="761"/>
                    <a:pt x="0" y="1648"/>
                  </a:cubicBezTo>
                  <a:lnTo>
                    <a:pt x="0" y="5575"/>
                  </a:lnTo>
                  <a:cubicBezTo>
                    <a:pt x="0" y="6113"/>
                    <a:pt x="254" y="6588"/>
                    <a:pt x="697" y="6873"/>
                  </a:cubicBezTo>
                  <a:cubicBezTo>
                    <a:pt x="2376" y="4878"/>
                    <a:pt x="4276" y="1584"/>
                    <a:pt x="516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868;p68">
              <a:extLst>
                <a:ext uri="{FF2B5EF4-FFF2-40B4-BE49-F238E27FC236}">
                  <a16:creationId xmlns:a16="http://schemas.microsoft.com/office/drawing/2014/main" id="{D4B7BF5E-EB4A-6DD5-7F06-56D5B468A1A3}"/>
                </a:ext>
              </a:extLst>
            </p:cNvPr>
            <p:cNvSpPr/>
            <p:nvPr/>
          </p:nvSpPr>
          <p:spPr>
            <a:xfrm>
              <a:off x="3843413" y="3864052"/>
              <a:ext cx="93088" cy="116235"/>
            </a:xfrm>
            <a:custGeom>
              <a:avLst/>
              <a:gdLst/>
              <a:ahLst/>
              <a:cxnLst/>
              <a:rect l="l" t="t" r="r" b="b"/>
              <a:pathLst>
                <a:path w="5606" h="7000" extrusionOk="0">
                  <a:moveTo>
                    <a:pt x="5606" y="1"/>
                  </a:moveTo>
                  <a:lnTo>
                    <a:pt x="5448" y="33"/>
                  </a:lnTo>
                  <a:lnTo>
                    <a:pt x="1521" y="33"/>
                  </a:lnTo>
                  <a:cubicBezTo>
                    <a:pt x="666" y="33"/>
                    <a:pt x="1" y="729"/>
                    <a:pt x="1" y="1616"/>
                  </a:cubicBezTo>
                  <a:lnTo>
                    <a:pt x="1" y="5511"/>
                  </a:lnTo>
                  <a:cubicBezTo>
                    <a:pt x="1" y="6208"/>
                    <a:pt x="412" y="6778"/>
                    <a:pt x="1014" y="7000"/>
                  </a:cubicBezTo>
                  <a:cubicBezTo>
                    <a:pt x="2724" y="5005"/>
                    <a:pt x="4688" y="1648"/>
                    <a:pt x="560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869;p68">
              <a:extLst>
                <a:ext uri="{FF2B5EF4-FFF2-40B4-BE49-F238E27FC236}">
                  <a16:creationId xmlns:a16="http://schemas.microsoft.com/office/drawing/2014/main" id="{7EEE2C49-B353-DA3B-7BB9-CBA6462BB8A6}"/>
                </a:ext>
              </a:extLst>
            </p:cNvPr>
            <p:cNvSpPr/>
            <p:nvPr/>
          </p:nvSpPr>
          <p:spPr>
            <a:xfrm>
              <a:off x="1900483" y="4031799"/>
              <a:ext cx="93619" cy="115704"/>
            </a:xfrm>
            <a:custGeom>
              <a:avLst/>
              <a:gdLst/>
              <a:ahLst/>
              <a:cxnLst/>
              <a:rect l="l" t="t" r="r" b="b"/>
              <a:pathLst>
                <a:path w="5638" h="6968" extrusionOk="0">
                  <a:moveTo>
                    <a:pt x="1520" y="0"/>
                  </a:moveTo>
                  <a:cubicBezTo>
                    <a:pt x="665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176"/>
                    <a:pt x="380" y="6746"/>
                    <a:pt x="982" y="6967"/>
                  </a:cubicBezTo>
                  <a:cubicBezTo>
                    <a:pt x="2597" y="5226"/>
                    <a:pt x="4624" y="1869"/>
                    <a:pt x="563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870;p68">
              <a:extLst>
                <a:ext uri="{FF2B5EF4-FFF2-40B4-BE49-F238E27FC236}">
                  <a16:creationId xmlns:a16="http://schemas.microsoft.com/office/drawing/2014/main" id="{3863DEF9-C71D-D7D1-CA12-DFD0F58E3219}"/>
                </a:ext>
              </a:extLst>
            </p:cNvPr>
            <p:cNvSpPr/>
            <p:nvPr/>
          </p:nvSpPr>
          <p:spPr>
            <a:xfrm>
              <a:off x="2060859" y="4030736"/>
              <a:ext cx="89418" cy="114143"/>
            </a:xfrm>
            <a:custGeom>
              <a:avLst/>
              <a:gdLst/>
              <a:ahLst/>
              <a:cxnLst/>
              <a:rect l="l" t="t" r="r" b="b"/>
              <a:pathLst>
                <a:path w="5385" h="6874" extrusionOk="0">
                  <a:moveTo>
                    <a:pt x="5384" y="1"/>
                  </a:moveTo>
                  <a:lnTo>
                    <a:pt x="1521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5"/>
                    <a:pt x="317" y="6620"/>
                    <a:pt x="792" y="6873"/>
                  </a:cubicBezTo>
                  <a:cubicBezTo>
                    <a:pt x="2407" y="5100"/>
                    <a:pt x="4339" y="1806"/>
                    <a:pt x="538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871;p68">
              <a:extLst>
                <a:ext uri="{FF2B5EF4-FFF2-40B4-BE49-F238E27FC236}">
                  <a16:creationId xmlns:a16="http://schemas.microsoft.com/office/drawing/2014/main" id="{10FE97D0-CB32-E8B6-7F2B-C3B8C9DAC483}"/>
                </a:ext>
              </a:extLst>
            </p:cNvPr>
            <p:cNvSpPr/>
            <p:nvPr/>
          </p:nvSpPr>
          <p:spPr>
            <a:xfrm>
              <a:off x="2220189" y="4031267"/>
              <a:ext cx="88355" cy="113611"/>
            </a:xfrm>
            <a:custGeom>
              <a:avLst/>
              <a:gdLst/>
              <a:ahLst/>
              <a:cxnLst/>
              <a:rect l="l" t="t" r="r" b="b"/>
              <a:pathLst>
                <a:path w="5321" h="6842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49"/>
                    <a:pt x="317" y="6588"/>
                    <a:pt x="760" y="6841"/>
                  </a:cubicBezTo>
                  <a:cubicBezTo>
                    <a:pt x="2375" y="5036"/>
                    <a:pt x="4339" y="1742"/>
                    <a:pt x="532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872;p68">
              <a:extLst>
                <a:ext uri="{FF2B5EF4-FFF2-40B4-BE49-F238E27FC236}">
                  <a16:creationId xmlns:a16="http://schemas.microsoft.com/office/drawing/2014/main" id="{B1A2111B-4004-7075-C787-85116518B8F5}"/>
                </a:ext>
              </a:extLst>
            </p:cNvPr>
            <p:cNvSpPr/>
            <p:nvPr/>
          </p:nvSpPr>
          <p:spPr>
            <a:xfrm>
              <a:off x="2380566" y="4029690"/>
              <a:ext cx="86246" cy="113080"/>
            </a:xfrm>
            <a:custGeom>
              <a:avLst/>
              <a:gdLst/>
              <a:ahLst/>
              <a:cxnLst/>
              <a:rect l="l" t="t" r="r" b="b"/>
              <a:pathLst>
                <a:path w="5194" h="6810" extrusionOk="0">
                  <a:moveTo>
                    <a:pt x="5194" y="1"/>
                  </a:moveTo>
                  <a:lnTo>
                    <a:pt x="1552" y="64"/>
                  </a:lnTo>
                  <a:cubicBezTo>
                    <a:pt x="697" y="64"/>
                    <a:pt x="0" y="761"/>
                    <a:pt x="0" y="1647"/>
                  </a:cubicBezTo>
                  <a:lnTo>
                    <a:pt x="0" y="5543"/>
                  </a:lnTo>
                  <a:cubicBezTo>
                    <a:pt x="0" y="6081"/>
                    <a:pt x="285" y="6556"/>
                    <a:pt x="697" y="6809"/>
                  </a:cubicBezTo>
                  <a:cubicBezTo>
                    <a:pt x="2312" y="4973"/>
                    <a:pt x="4212" y="1742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873;p68">
              <a:extLst>
                <a:ext uri="{FF2B5EF4-FFF2-40B4-BE49-F238E27FC236}">
                  <a16:creationId xmlns:a16="http://schemas.microsoft.com/office/drawing/2014/main" id="{3388D1A6-21EC-8A2B-CCC2-EAC51912257C}"/>
                </a:ext>
              </a:extLst>
            </p:cNvPr>
            <p:cNvSpPr/>
            <p:nvPr/>
          </p:nvSpPr>
          <p:spPr>
            <a:xfrm>
              <a:off x="2540942" y="4030221"/>
              <a:ext cx="86246" cy="113080"/>
            </a:xfrm>
            <a:custGeom>
              <a:avLst/>
              <a:gdLst/>
              <a:ahLst/>
              <a:cxnLst/>
              <a:rect l="l" t="t" r="r" b="b"/>
              <a:pathLst>
                <a:path w="5194" h="6810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049"/>
                    <a:pt x="285" y="6524"/>
                    <a:pt x="697" y="6809"/>
                  </a:cubicBezTo>
                  <a:cubicBezTo>
                    <a:pt x="2312" y="4941"/>
                    <a:pt x="4212" y="1679"/>
                    <a:pt x="519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874;p68">
              <a:extLst>
                <a:ext uri="{FF2B5EF4-FFF2-40B4-BE49-F238E27FC236}">
                  <a16:creationId xmlns:a16="http://schemas.microsoft.com/office/drawing/2014/main" id="{5474A852-3DA9-1737-7E6B-CE86D409EB70}"/>
                </a:ext>
              </a:extLst>
            </p:cNvPr>
            <p:cNvSpPr/>
            <p:nvPr/>
          </p:nvSpPr>
          <p:spPr>
            <a:xfrm>
              <a:off x="2700787" y="4029159"/>
              <a:ext cx="86794" cy="113080"/>
            </a:xfrm>
            <a:custGeom>
              <a:avLst/>
              <a:gdLst/>
              <a:ahLst/>
              <a:cxnLst/>
              <a:rect l="l" t="t" r="r" b="b"/>
              <a:pathLst>
                <a:path w="5227" h="6810" extrusionOk="0">
                  <a:moveTo>
                    <a:pt x="1552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050"/>
                    <a:pt x="286" y="6556"/>
                    <a:pt x="729" y="6810"/>
                  </a:cubicBezTo>
                  <a:cubicBezTo>
                    <a:pt x="2344" y="4973"/>
                    <a:pt x="4276" y="1711"/>
                    <a:pt x="522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875;p68">
              <a:extLst>
                <a:ext uri="{FF2B5EF4-FFF2-40B4-BE49-F238E27FC236}">
                  <a16:creationId xmlns:a16="http://schemas.microsoft.com/office/drawing/2014/main" id="{011A639F-F95A-AD43-03FC-9B0F1340E17C}"/>
                </a:ext>
              </a:extLst>
            </p:cNvPr>
            <p:cNvSpPr/>
            <p:nvPr/>
          </p:nvSpPr>
          <p:spPr>
            <a:xfrm>
              <a:off x="2861164" y="4028113"/>
              <a:ext cx="86794" cy="113611"/>
            </a:xfrm>
            <a:custGeom>
              <a:avLst/>
              <a:gdLst/>
              <a:ahLst/>
              <a:cxnLst/>
              <a:rect l="l" t="t" r="r" b="b"/>
              <a:pathLst>
                <a:path w="5227" h="6842" extrusionOk="0">
                  <a:moveTo>
                    <a:pt x="5226" y="1"/>
                  </a:moveTo>
                  <a:lnTo>
                    <a:pt x="1553" y="32"/>
                  </a:lnTo>
                  <a:cubicBezTo>
                    <a:pt x="666" y="32"/>
                    <a:pt x="1" y="761"/>
                    <a:pt x="1" y="1616"/>
                  </a:cubicBezTo>
                  <a:lnTo>
                    <a:pt x="1" y="5543"/>
                  </a:lnTo>
                  <a:cubicBezTo>
                    <a:pt x="1" y="6081"/>
                    <a:pt x="286" y="6556"/>
                    <a:pt x="729" y="6841"/>
                  </a:cubicBezTo>
                  <a:cubicBezTo>
                    <a:pt x="2344" y="4941"/>
                    <a:pt x="4276" y="1711"/>
                    <a:pt x="522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876;p68">
              <a:extLst>
                <a:ext uri="{FF2B5EF4-FFF2-40B4-BE49-F238E27FC236}">
                  <a16:creationId xmlns:a16="http://schemas.microsoft.com/office/drawing/2014/main" id="{58F2B4ED-7953-74E5-F510-B6A3E65A3942}"/>
                </a:ext>
              </a:extLst>
            </p:cNvPr>
            <p:cNvSpPr/>
            <p:nvPr/>
          </p:nvSpPr>
          <p:spPr>
            <a:xfrm>
              <a:off x="3021540" y="4027581"/>
              <a:ext cx="87309" cy="113611"/>
            </a:xfrm>
            <a:custGeom>
              <a:avLst/>
              <a:gdLst/>
              <a:ahLst/>
              <a:cxnLst/>
              <a:rect l="l" t="t" r="r" b="b"/>
              <a:pathLst>
                <a:path w="5258" h="6842" extrusionOk="0">
                  <a:moveTo>
                    <a:pt x="5258" y="1"/>
                  </a:moveTo>
                  <a:lnTo>
                    <a:pt x="1553" y="33"/>
                  </a:lnTo>
                  <a:cubicBezTo>
                    <a:pt x="666" y="33"/>
                    <a:pt x="1" y="729"/>
                    <a:pt x="1" y="1616"/>
                  </a:cubicBezTo>
                  <a:lnTo>
                    <a:pt x="1" y="5543"/>
                  </a:lnTo>
                  <a:cubicBezTo>
                    <a:pt x="1" y="6081"/>
                    <a:pt x="317" y="6588"/>
                    <a:pt x="761" y="6841"/>
                  </a:cubicBezTo>
                  <a:cubicBezTo>
                    <a:pt x="2376" y="4941"/>
                    <a:pt x="4308" y="1648"/>
                    <a:pt x="52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877;p68">
              <a:extLst>
                <a:ext uri="{FF2B5EF4-FFF2-40B4-BE49-F238E27FC236}">
                  <a16:creationId xmlns:a16="http://schemas.microsoft.com/office/drawing/2014/main" id="{68700A03-6A01-FE75-A1E5-3DC6C70ED45B}"/>
                </a:ext>
              </a:extLst>
            </p:cNvPr>
            <p:cNvSpPr/>
            <p:nvPr/>
          </p:nvSpPr>
          <p:spPr>
            <a:xfrm>
              <a:off x="3181402" y="4028113"/>
              <a:ext cx="87309" cy="113611"/>
            </a:xfrm>
            <a:custGeom>
              <a:avLst/>
              <a:gdLst/>
              <a:ahLst/>
              <a:cxnLst/>
              <a:rect l="l" t="t" r="r" b="b"/>
              <a:pathLst>
                <a:path w="5258" h="6842" extrusionOk="0">
                  <a:moveTo>
                    <a:pt x="1552" y="1"/>
                  </a:moveTo>
                  <a:cubicBezTo>
                    <a:pt x="665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049"/>
                    <a:pt x="317" y="6556"/>
                    <a:pt x="760" y="6841"/>
                  </a:cubicBezTo>
                  <a:cubicBezTo>
                    <a:pt x="2407" y="4909"/>
                    <a:pt x="4307" y="1647"/>
                    <a:pt x="525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878;p68">
              <a:extLst>
                <a:ext uri="{FF2B5EF4-FFF2-40B4-BE49-F238E27FC236}">
                  <a16:creationId xmlns:a16="http://schemas.microsoft.com/office/drawing/2014/main" id="{583BA129-00D5-D2D9-5FAF-1675BC525AD0}"/>
                </a:ext>
              </a:extLst>
            </p:cNvPr>
            <p:cNvSpPr/>
            <p:nvPr/>
          </p:nvSpPr>
          <p:spPr>
            <a:xfrm>
              <a:off x="3341778" y="4027067"/>
              <a:ext cx="87824" cy="114126"/>
            </a:xfrm>
            <a:custGeom>
              <a:avLst/>
              <a:gdLst/>
              <a:ahLst/>
              <a:cxnLst/>
              <a:rect l="l" t="t" r="r" b="b"/>
              <a:pathLst>
                <a:path w="5289" h="6873" extrusionOk="0">
                  <a:moveTo>
                    <a:pt x="5289" y="0"/>
                  </a:moveTo>
                  <a:lnTo>
                    <a:pt x="1552" y="32"/>
                  </a:lnTo>
                  <a:cubicBezTo>
                    <a:pt x="665" y="32"/>
                    <a:pt x="0" y="729"/>
                    <a:pt x="0" y="1615"/>
                  </a:cubicBezTo>
                  <a:lnTo>
                    <a:pt x="0" y="5511"/>
                  </a:lnTo>
                  <a:cubicBezTo>
                    <a:pt x="0" y="6112"/>
                    <a:pt x="317" y="6587"/>
                    <a:pt x="792" y="6872"/>
                  </a:cubicBezTo>
                  <a:cubicBezTo>
                    <a:pt x="2439" y="4909"/>
                    <a:pt x="4402" y="1647"/>
                    <a:pt x="528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879;p68">
              <a:extLst>
                <a:ext uri="{FF2B5EF4-FFF2-40B4-BE49-F238E27FC236}">
                  <a16:creationId xmlns:a16="http://schemas.microsoft.com/office/drawing/2014/main" id="{2F276425-8CC8-CA20-5361-88A82A722C3D}"/>
                </a:ext>
              </a:extLst>
            </p:cNvPr>
            <p:cNvSpPr/>
            <p:nvPr/>
          </p:nvSpPr>
          <p:spPr>
            <a:xfrm>
              <a:off x="3502155" y="4026004"/>
              <a:ext cx="87840" cy="114658"/>
            </a:xfrm>
            <a:custGeom>
              <a:avLst/>
              <a:gdLst/>
              <a:ahLst/>
              <a:cxnLst/>
              <a:rect l="l" t="t" r="r" b="b"/>
              <a:pathLst>
                <a:path w="5290" h="6905" extrusionOk="0">
                  <a:moveTo>
                    <a:pt x="5289" y="1"/>
                  </a:moveTo>
                  <a:lnTo>
                    <a:pt x="1552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5"/>
                    <a:pt x="317" y="6651"/>
                    <a:pt x="792" y="6905"/>
                  </a:cubicBezTo>
                  <a:cubicBezTo>
                    <a:pt x="2439" y="4941"/>
                    <a:pt x="4402" y="1616"/>
                    <a:pt x="528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880;p68">
              <a:extLst>
                <a:ext uri="{FF2B5EF4-FFF2-40B4-BE49-F238E27FC236}">
                  <a16:creationId xmlns:a16="http://schemas.microsoft.com/office/drawing/2014/main" id="{6DCD15C2-2816-D8F5-57FD-96F557476F80}"/>
                </a:ext>
              </a:extLst>
            </p:cNvPr>
            <p:cNvSpPr/>
            <p:nvPr/>
          </p:nvSpPr>
          <p:spPr>
            <a:xfrm>
              <a:off x="1901014" y="4182709"/>
              <a:ext cx="94665" cy="116750"/>
            </a:xfrm>
            <a:custGeom>
              <a:avLst/>
              <a:gdLst/>
              <a:ahLst/>
              <a:cxnLst/>
              <a:rect l="l" t="t" r="r" b="b"/>
              <a:pathLst>
                <a:path w="5701" h="7031" extrusionOk="0">
                  <a:moveTo>
                    <a:pt x="1552" y="0"/>
                  </a:moveTo>
                  <a:cubicBezTo>
                    <a:pt x="665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39"/>
                    <a:pt x="538" y="6872"/>
                    <a:pt x="1235" y="7031"/>
                  </a:cubicBezTo>
                  <a:cubicBezTo>
                    <a:pt x="3040" y="4687"/>
                    <a:pt x="5099" y="1077"/>
                    <a:pt x="5700" y="32"/>
                  </a:cubicBezTo>
                  <a:cubicBezTo>
                    <a:pt x="5605" y="32"/>
                    <a:pt x="5542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881;p68">
              <a:extLst>
                <a:ext uri="{FF2B5EF4-FFF2-40B4-BE49-F238E27FC236}">
                  <a16:creationId xmlns:a16="http://schemas.microsoft.com/office/drawing/2014/main" id="{A7DFC492-CFB1-F817-62D5-7EAB27FBD8A5}"/>
                </a:ext>
              </a:extLst>
            </p:cNvPr>
            <p:cNvSpPr/>
            <p:nvPr/>
          </p:nvSpPr>
          <p:spPr>
            <a:xfrm>
              <a:off x="2061390" y="4182709"/>
              <a:ext cx="93088" cy="116235"/>
            </a:xfrm>
            <a:custGeom>
              <a:avLst/>
              <a:gdLst/>
              <a:ahLst/>
              <a:cxnLst/>
              <a:rect l="l" t="t" r="r" b="b"/>
              <a:pathLst>
                <a:path w="5606" h="7000" extrusionOk="0">
                  <a:moveTo>
                    <a:pt x="1552" y="0"/>
                  </a:moveTo>
                  <a:cubicBezTo>
                    <a:pt x="665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7"/>
                    <a:pt x="507" y="6841"/>
                    <a:pt x="1172" y="6999"/>
                  </a:cubicBezTo>
                  <a:cubicBezTo>
                    <a:pt x="3040" y="4624"/>
                    <a:pt x="5067" y="1014"/>
                    <a:pt x="5606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882;p68">
              <a:extLst>
                <a:ext uri="{FF2B5EF4-FFF2-40B4-BE49-F238E27FC236}">
                  <a16:creationId xmlns:a16="http://schemas.microsoft.com/office/drawing/2014/main" id="{4B62B2F7-06F3-27AD-AAEF-EAC284BFCD87}"/>
                </a:ext>
              </a:extLst>
            </p:cNvPr>
            <p:cNvSpPr/>
            <p:nvPr/>
          </p:nvSpPr>
          <p:spPr>
            <a:xfrm>
              <a:off x="2221767" y="4181646"/>
              <a:ext cx="94134" cy="116766"/>
            </a:xfrm>
            <a:custGeom>
              <a:avLst/>
              <a:gdLst/>
              <a:ahLst/>
              <a:cxnLst/>
              <a:rect l="l" t="t" r="r" b="b"/>
              <a:pathLst>
                <a:path w="5669" h="7032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271"/>
                    <a:pt x="507" y="6905"/>
                    <a:pt x="1235" y="7031"/>
                  </a:cubicBezTo>
                  <a:cubicBezTo>
                    <a:pt x="3072" y="4656"/>
                    <a:pt x="5131" y="951"/>
                    <a:pt x="566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883;p68">
              <a:extLst>
                <a:ext uri="{FF2B5EF4-FFF2-40B4-BE49-F238E27FC236}">
                  <a16:creationId xmlns:a16="http://schemas.microsoft.com/office/drawing/2014/main" id="{5E08509E-1E4B-9744-8757-B8F8809FA9A6}"/>
                </a:ext>
              </a:extLst>
            </p:cNvPr>
            <p:cNvSpPr/>
            <p:nvPr/>
          </p:nvSpPr>
          <p:spPr>
            <a:xfrm>
              <a:off x="2381612" y="4181132"/>
              <a:ext cx="94665" cy="117281"/>
            </a:xfrm>
            <a:custGeom>
              <a:avLst/>
              <a:gdLst/>
              <a:ahLst/>
              <a:cxnLst/>
              <a:rect l="l" t="t" r="r" b="b"/>
              <a:pathLst>
                <a:path w="5701" h="7063" extrusionOk="0">
                  <a:moveTo>
                    <a:pt x="1521" y="0"/>
                  </a:moveTo>
                  <a:cubicBezTo>
                    <a:pt x="666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71"/>
                    <a:pt x="539" y="6904"/>
                    <a:pt x="1267" y="7062"/>
                  </a:cubicBezTo>
                  <a:cubicBezTo>
                    <a:pt x="3104" y="4624"/>
                    <a:pt x="5163" y="950"/>
                    <a:pt x="5701" y="32"/>
                  </a:cubicBezTo>
                  <a:cubicBezTo>
                    <a:pt x="5606" y="0"/>
                    <a:pt x="5543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884;p68">
              <a:extLst>
                <a:ext uri="{FF2B5EF4-FFF2-40B4-BE49-F238E27FC236}">
                  <a16:creationId xmlns:a16="http://schemas.microsoft.com/office/drawing/2014/main" id="{A75DAB14-8891-F510-5149-0844497205FD}"/>
                </a:ext>
              </a:extLst>
            </p:cNvPr>
            <p:cNvSpPr/>
            <p:nvPr/>
          </p:nvSpPr>
          <p:spPr>
            <a:xfrm>
              <a:off x="3342293" y="4177977"/>
              <a:ext cx="93636" cy="116235"/>
            </a:xfrm>
            <a:custGeom>
              <a:avLst/>
              <a:gdLst/>
              <a:ahLst/>
              <a:cxnLst/>
              <a:rect l="l" t="t" r="r" b="b"/>
              <a:pathLst>
                <a:path w="5639" h="7000" extrusionOk="0">
                  <a:moveTo>
                    <a:pt x="1553" y="0"/>
                  </a:moveTo>
                  <a:cubicBezTo>
                    <a:pt x="666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207"/>
                    <a:pt x="476" y="6809"/>
                    <a:pt x="1141" y="6999"/>
                  </a:cubicBezTo>
                  <a:cubicBezTo>
                    <a:pt x="2978" y="4751"/>
                    <a:pt x="4941" y="1172"/>
                    <a:pt x="563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885;p68">
              <a:extLst>
                <a:ext uri="{FF2B5EF4-FFF2-40B4-BE49-F238E27FC236}">
                  <a16:creationId xmlns:a16="http://schemas.microsoft.com/office/drawing/2014/main" id="{FE8DB738-5D42-D5E7-16A0-050F785F0AB4}"/>
                </a:ext>
              </a:extLst>
            </p:cNvPr>
            <p:cNvSpPr/>
            <p:nvPr/>
          </p:nvSpPr>
          <p:spPr>
            <a:xfrm>
              <a:off x="3502686" y="4177446"/>
              <a:ext cx="93619" cy="116235"/>
            </a:xfrm>
            <a:custGeom>
              <a:avLst/>
              <a:gdLst/>
              <a:ahLst/>
              <a:cxnLst/>
              <a:rect l="l" t="t" r="r" b="b"/>
              <a:pathLst>
                <a:path w="5638" h="7000" extrusionOk="0">
                  <a:moveTo>
                    <a:pt x="1552" y="1"/>
                  </a:moveTo>
                  <a:cubicBezTo>
                    <a:pt x="665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8"/>
                    <a:pt x="475" y="6809"/>
                    <a:pt x="1140" y="6999"/>
                  </a:cubicBezTo>
                  <a:cubicBezTo>
                    <a:pt x="2977" y="4688"/>
                    <a:pt x="5004" y="1141"/>
                    <a:pt x="563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886;p68">
              <a:extLst>
                <a:ext uri="{FF2B5EF4-FFF2-40B4-BE49-F238E27FC236}">
                  <a16:creationId xmlns:a16="http://schemas.microsoft.com/office/drawing/2014/main" id="{32ACCFDE-E012-BAE5-E648-5CC5E27E63C5}"/>
                </a:ext>
              </a:extLst>
            </p:cNvPr>
            <p:cNvSpPr/>
            <p:nvPr/>
          </p:nvSpPr>
          <p:spPr>
            <a:xfrm>
              <a:off x="2561979" y="4180069"/>
              <a:ext cx="280292" cy="118344"/>
            </a:xfrm>
            <a:custGeom>
              <a:avLst/>
              <a:gdLst/>
              <a:ahLst/>
              <a:cxnLst/>
              <a:rect l="l" t="t" r="r" b="b"/>
              <a:pathLst>
                <a:path w="16880" h="7127" extrusionOk="0">
                  <a:moveTo>
                    <a:pt x="16880" y="1"/>
                  </a:moveTo>
                  <a:lnTo>
                    <a:pt x="1045" y="33"/>
                  </a:lnTo>
                  <a:cubicBezTo>
                    <a:pt x="475" y="33"/>
                    <a:pt x="0" y="508"/>
                    <a:pt x="0" y="1046"/>
                  </a:cubicBezTo>
                  <a:lnTo>
                    <a:pt x="0" y="6081"/>
                  </a:lnTo>
                  <a:cubicBezTo>
                    <a:pt x="0" y="6651"/>
                    <a:pt x="475" y="7126"/>
                    <a:pt x="1045" y="7126"/>
                  </a:cubicBezTo>
                  <a:lnTo>
                    <a:pt x="10039" y="7063"/>
                  </a:lnTo>
                  <a:lnTo>
                    <a:pt x="1688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887;p68">
              <a:extLst>
                <a:ext uri="{FF2B5EF4-FFF2-40B4-BE49-F238E27FC236}">
                  <a16:creationId xmlns:a16="http://schemas.microsoft.com/office/drawing/2014/main" id="{8BCAD4B0-8485-E28F-104B-F858E3DFF1EB}"/>
                </a:ext>
              </a:extLst>
            </p:cNvPr>
            <p:cNvSpPr/>
            <p:nvPr/>
          </p:nvSpPr>
          <p:spPr>
            <a:xfrm>
              <a:off x="1899437" y="3870893"/>
              <a:ext cx="182489" cy="117812"/>
            </a:xfrm>
            <a:custGeom>
              <a:avLst/>
              <a:gdLst/>
              <a:ahLst/>
              <a:cxnLst/>
              <a:rect l="l" t="t" r="r" b="b"/>
              <a:pathLst>
                <a:path w="10990" h="7095" extrusionOk="0">
                  <a:moveTo>
                    <a:pt x="10989" y="1"/>
                  </a:moveTo>
                  <a:lnTo>
                    <a:pt x="1235" y="32"/>
                  </a:lnTo>
                  <a:cubicBezTo>
                    <a:pt x="570" y="32"/>
                    <a:pt x="0" y="602"/>
                    <a:pt x="0" y="1267"/>
                  </a:cubicBezTo>
                  <a:lnTo>
                    <a:pt x="0" y="5859"/>
                  </a:lnTo>
                  <a:cubicBezTo>
                    <a:pt x="0" y="6524"/>
                    <a:pt x="570" y="7094"/>
                    <a:pt x="1235" y="7094"/>
                  </a:cubicBezTo>
                  <a:lnTo>
                    <a:pt x="5637" y="7094"/>
                  </a:lnTo>
                  <a:lnTo>
                    <a:pt x="109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888;p68">
              <a:extLst>
                <a:ext uri="{FF2B5EF4-FFF2-40B4-BE49-F238E27FC236}">
                  <a16:creationId xmlns:a16="http://schemas.microsoft.com/office/drawing/2014/main" id="{B35A9B21-9BB3-D894-4E0E-0CF88D179657}"/>
                </a:ext>
              </a:extLst>
            </p:cNvPr>
            <p:cNvSpPr/>
            <p:nvPr/>
          </p:nvSpPr>
          <p:spPr>
            <a:xfrm>
              <a:off x="1898905" y="3715251"/>
              <a:ext cx="106770" cy="115189"/>
            </a:xfrm>
            <a:custGeom>
              <a:avLst/>
              <a:gdLst/>
              <a:ahLst/>
              <a:cxnLst/>
              <a:rect l="l" t="t" r="r" b="b"/>
              <a:pathLst>
                <a:path w="6430" h="6937" extrusionOk="0">
                  <a:moveTo>
                    <a:pt x="6429" y="1"/>
                  </a:moveTo>
                  <a:lnTo>
                    <a:pt x="1869" y="32"/>
                  </a:lnTo>
                  <a:cubicBezTo>
                    <a:pt x="824" y="32"/>
                    <a:pt x="0" y="856"/>
                    <a:pt x="0" y="1932"/>
                  </a:cubicBezTo>
                  <a:lnTo>
                    <a:pt x="0" y="5226"/>
                  </a:lnTo>
                  <a:cubicBezTo>
                    <a:pt x="0" y="5986"/>
                    <a:pt x="475" y="6651"/>
                    <a:pt x="1109" y="6936"/>
                  </a:cubicBezTo>
                  <a:lnTo>
                    <a:pt x="642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889;p68">
              <a:extLst>
                <a:ext uri="{FF2B5EF4-FFF2-40B4-BE49-F238E27FC236}">
                  <a16:creationId xmlns:a16="http://schemas.microsoft.com/office/drawing/2014/main" id="{5131F738-B9F2-4B91-34D2-C878642CF062}"/>
                </a:ext>
              </a:extLst>
            </p:cNvPr>
            <p:cNvSpPr/>
            <p:nvPr/>
          </p:nvSpPr>
          <p:spPr>
            <a:xfrm>
              <a:off x="3815552" y="3551722"/>
              <a:ext cx="137257" cy="118344"/>
            </a:xfrm>
            <a:custGeom>
              <a:avLst/>
              <a:gdLst/>
              <a:ahLst/>
              <a:cxnLst/>
              <a:rect l="l" t="t" r="r" b="b"/>
              <a:pathLst>
                <a:path w="8266" h="7127" extrusionOk="0">
                  <a:moveTo>
                    <a:pt x="8266" y="1"/>
                  </a:moveTo>
                  <a:lnTo>
                    <a:pt x="1742" y="32"/>
                  </a:lnTo>
                  <a:cubicBezTo>
                    <a:pt x="792" y="32"/>
                    <a:pt x="0" y="824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4117" y="7126"/>
                  </a:lnTo>
                  <a:cubicBezTo>
                    <a:pt x="6334" y="4434"/>
                    <a:pt x="7632" y="1584"/>
                    <a:pt x="826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890;p68">
              <a:extLst>
                <a:ext uri="{FF2B5EF4-FFF2-40B4-BE49-F238E27FC236}">
                  <a16:creationId xmlns:a16="http://schemas.microsoft.com/office/drawing/2014/main" id="{AC9649E2-13AB-C9B4-22BD-1B9A438FF8C2}"/>
                </a:ext>
              </a:extLst>
            </p:cNvPr>
            <p:cNvSpPr/>
            <p:nvPr/>
          </p:nvSpPr>
          <p:spPr>
            <a:xfrm>
              <a:off x="3910194" y="3708410"/>
              <a:ext cx="117812" cy="116235"/>
            </a:xfrm>
            <a:custGeom>
              <a:avLst/>
              <a:gdLst/>
              <a:ahLst/>
              <a:cxnLst/>
              <a:rect l="l" t="t" r="r" b="b"/>
              <a:pathLst>
                <a:path w="7095" h="7000" extrusionOk="0">
                  <a:moveTo>
                    <a:pt x="7094" y="1"/>
                  </a:moveTo>
                  <a:lnTo>
                    <a:pt x="1457" y="64"/>
                  </a:lnTo>
                  <a:cubicBezTo>
                    <a:pt x="666" y="64"/>
                    <a:pt x="1" y="729"/>
                    <a:pt x="1" y="1521"/>
                  </a:cubicBezTo>
                  <a:lnTo>
                    <a:pt x="1" y="5670"/>
                  </a:lnTo>
                  <a:cubicBezTo>
                    <a:pt x="1" y="6303"/>
                    <a:pt x="381" y="6810"/>
                    <a:pt x="951" y="7000"/>
                  </a:cubicBezTo>
                  <a:lnTo>
                    <a:pt x="709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891;p68">
            <a:extLst>
              <a:ext uri="{FF2B5EF4-FFF2-40B4-BE49-F238E27FC236}">
                <a16:creationId xmlns:a16="http://schemas.microsoft.com/office/drawing/2014/main" id="{FF038B0D-D9B9-394F-B259-D60AA1FC7E98}"/>
              </a:ext>
            </a:extLst>
          </p:cNvPr>
          <p:cNvGrpSpPr/>
          <p:nvPr/>
        </p:nvGrpSpPr>
        <p:grpSpPr>
          <a:xfrm>
            <a:off x="8597982" y="3256861"/>
            <a:ext cx="830818" cy="965109"/>
            <a:chOff x="7360162" y="3160500"/>
            <a:chExt cx="1063833" cy="1235788"/>
          </a:xfrm>
        </p:grpSpPr>
        <p:sp>
          <p:nvSpPr>
            <p:cNvPr id="1285" name="Google Shape;1892;p68">
              <a:extLst>
                <a:ext uri="{FF2B5EF4-FFF2-40B4-BE49-F238E27FC236}">
                  <a16:creationId xmlns:a16="http://schemas.microsoft.com/office/drawing/2014/main" id="{FF631475-F56E-60FD-11D2-E83B3AAC89A9}"/>
                </a:ext>
              </a:extLst>
            </p:cNvPr>
            <p:cNvSpPr/>
            <p:nvPr/>
          </p:nvSpPr>
          <p:spPr>
            <a:xfrm>
              <a:off x="7360162" y="3225702"/>
              <a:ext cx="1063833" cy="1170586"/>
            </a:xfrm>
            <a:custGeom>
              <a:avLst/>
              <a:gdLst/>
              <a:ahLst/>
              <a:cxnLst/>
              <a:rect l="l" t="t" r="r" b="b"/>
              <a:pathLst>
                <a:path w="64067" h="70496" extrusionOk="0">
                  <a:moveTo>
                    <a:pt x="55231" y="9469"/>
                  </a:moveTo>
                  <a:lnTo>
                    <a:pt x="48802" y="3769"/>
                  </a:lnTo>
                  <a:lnTo>
                    <a:pt x="32081" y="0"/>
                  </a:lnTo>
                  <a:lnTo>
                    <a:pt x="15328" y="3706"/>
                  </a:lnTo>
                  <a:lnTo>
                    <a:pt x="8931" y="9406"/>
                  </a:lnTo>
                  <a:cubicBezTo>
                    <a:pt x="8931" y="9406"/>
                    <a:pt x="0" y="61280"/>
                    <a:pt x="20965" y="68310"/>
                  </a:cubicBezTo>
                  <a:cubicBezTo>
                    <a:pt x="26824" y="70305"/>
                    <a:pt x="29864" y="70495"/>
                    <a:pt x="31163" y="70432"/>
                  </a:cubicBezTo>
                  <a:cubicBezTo>
                    <a:pt x="31733" y="70369"/>
                    <a:pt x="32271" y="70369"/>
                    <a:pt x="32873" y="70432"/>
                  </a:cubicBezTo>
                  <a:cubicBezTo>
                    <a:pt x="34203" y="70495"/>
                    <a:pt x="37275" y="70305"/>
                    <a:pt x="43133" y="68374"/>
                  </a:cubicBezTo>
                  <a:cubicBezTo>
                    <a:pt x="64067" y="61343"/>
                    <a:pt x="55231" y="9469"/>
                    <a:pt x="55231" y="94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893;p68">
              <a:extLst>
                <a:ext uri="{FF2B5EF4-FFF2-40B4-BE49-F238E27FC236}">
                  <a16:creationId xmlns:a16="http://schemas.microsoft.com/office/drawing/2014/main" id="{1306932B-1156-A6B1-02F5-0314ADF0530C}"/>
                </a:ext>
              </a:extLst>
            </p:cNvPr>
            <p:cNvSpPr/>
            <p:nvPr/>
          </p:nvSpPr>
          <p:spPr>
            <a:xfrm>
              <a:off x="7443762" y="3160500"/>
              <a:ext cx="895043" cy="1167962"/>
            </a:xfrm>
            <a:custGeom>
              <a:avLst/>
              <a:gdLst/>
              <a:ahLst/>
              <a:cxnLst/>
              <a:rect l="l" t="t" r="r" b="b"/>
              <a:pathLst>
                <a:path w="53902" h="70338" extrusionOk="0">
                  <a:moveTo>
                    <a:pt x="45382" y="6619"/>
                  </a:moveTo>
                  <a:cubicBezTo>
                    <a:pt x="41962" y="3769"/>
                    <a:pt x="27014" y="0"/>
                    <a:pt x="27014" y="0"/>
                  </a:cubicBezTo>
                  <a:cubicBezTo>
                    <a:pt x="27014" y="0"/>
                    <a:pt x="12003" y="3737"/>
                    <a:pt x="8646" y="6587"/>
                  </a:cubicBezTo>
                  <a:cubicBezTo>
                    <a:pt x="2756" y="36546"/>
                    <a:pt x="1" y="70274"/>
                    <a:pt x="26983" y="70305"/>
                  </a:cubicBezTo>
                  <a:cubicBezTo>
                    <a:pt x="53901" y="70337"/>
                    <a:pt x="51241" y="36578"/>
                    <a:pt x="45382" y="661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894;p68">
              <a:extLst>
                <a:ext uri="{FF2B5EF4-FFF2-40B4-BE49-F238E27FC236}">
                  <a16:creationId xmlns:a16="http://schemas.microsoft.com/office/drawing/2014/main" id="{B3DA99C9-4EA9-6774-E2B3-7D84653CABB1}"/>
                </a:ext>
              </a:extLst>
            </p:cNvPr>
            <p:cNvSpPr/>
            <p:nvPr/>
          </p:nvSpPr>
          <p:spPr>
            <a:xfrm>
              <a:off x="7689847" y="3160500"/>
              <a:ext cx="400728" cy="1120622"/>
            </a:xfrm>
            <a:custGeom>
              <a:avLst/>
              <a:gdLst/>
              <a:ahLst/>
              <a:cxnLst/>
              <a:rect l="l" t="t" r="r" b="b"/>
              <a:pathLst>
                <a:path w="24133" h="67487" extrusionOk="0">
                  <a:moveTo>
                    <a:pt x="23911" y="3484"/>
                  </a:moveTo>
                  <a:cubicBezTo>
                    <a:pt x="18527" y="1584"/>
                    <a:pt x="12130" y="0"/>
                    <a:pt x="12130" y="0"/>
                  </a:cubicBezTo>
                  <a:cubicBezTo>
                    <a:pt x="12130" y="0"/>
                    <a:pt x="5764" y="1584"/>
                    <a:pt x="381" y="3484"/>
                  </a:cubicBezTo>
                  <a:cubicBezTo>
                    <a:pt x="1996" y="7791"/>
                    <a:pt x="5733" y="18210"/>
                    <a:pt x="6810" y="27394"/>
                  </a:cubicBezTo>
                  <a:cubicBezTo>
                    <a:pt x="8235" y="39333"/>
                    <a:pt x="2851" y="51937"/>
                    <a:pt x="1426" y="56181"/>
                  </a:cubicBezTo>
                  <a:cubicBezTo>
                    <a:pt x="1" y="60425"/>
                    <a:pt x="1109" y="67487"/>
                    <a:pt x="12067" y="67487"/>
                  </a:cubicBezTo>
                  <a:cubicBezTo>
                    <a:pt x="23024" y="67487"/>
                    <a:pt x="24133" y="60425"/>
                    <a:pt x="22707" y="56181"/>
                  </a:cubicBezTo>
                  <a:cubicBezTo>
                    <a:pt x="21282" y="51937"/>
                    <a:pt x="15930" y="39365"/>
                    <a:pt x="17355" y="27394"/>
                  </a:cubicBezTo>
                  <a:cubicBezTo>
                    <a:pt x="18559" y="18210"/>
                    <a:pt x="22296" y="7791"/>
                    <a:pt x="23911" y="34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895;p68">
              <a:extLst>
                <a:ext uri="{FF2B5EF4-FFF2-40B4-BE49-F238E27FC236}">
                  <a16:creationId xmlns:a16="http://schemas.microsoft.com/office/drawing/2014/main" id="{8DBED3A1-BCA6-0CAF-5A31-E2C6572CF1AB}"/>
                </a:ext>
              </a:extLst>
            </p:cNvPr>
            <p:cNvSpPr/>
            <p:nvPr/>
          </p:nvSpPr>
          <p:spPr>
            <a:xfrm>
              <a:off x="7884926" y="3189938"/>
              <a:ext cx="15277" cy="739902"/>
            </a:xfrm>
            <a:custGeom>
              <a:avLst/>
              <a:gdLst/>
              <a:ahLst/>
              <a:cxnLst/>
              <a:rect l="l" t="t" r="r" b="b"/>
              <a:pathLst>
                <a:path w="920" h="44559" extrusionOk="0">
                  <a:moveTo>
                    <a:pt x="1" y="1"/>
                  </a:moveTo>
                  <a:lnTo>
                    <a:pt x="1" y="44559"/>
                  </a:lnTo>
                  <a:lnTo>
                    <a:pt x="919" y="44559"/>
                  </a:lnTo>
                  <a:lnTo>
                    <a:pt x="919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896;p68">
              <a:extLst>
                <a:ext uri="{FF2B5EF4-FFF2-40B4-BE49-F238E27FC236}">
                  <a16:creationId xmlns:a16="http://schemas.microsoft.com/office/drawing/2014/main" id="{5FBAF54A-81B0-EDC3-93A3-77360D722C60}"/>
                </a:ext>
              </a:extLst>
            </p:cNvPr>
            <p:cNvSpPr/>
            <p:nvPr/>
          </p:nvSpPr>
          <p:spPr>
            <a:xfrm>
              <a:off x="7835513" y="3307193"/>
              <a:ext cx="109908" cy="221411"/>
            </a:xfrm>
            <a:custGeom>
              <a:avLst/>
              <a:gdLst/>
              <a:ahLst/>
              <a:cxnLst/>
              <a:rect l="l" t="t" r="r" b="b"/>
              <a:pathLst>
                <a:path w="6619" h="13334" extrusionOk="0">
                  <a:moveTo>
                    <a:pt x="3325" y="1"/>
                  </a:moveTo>
                  <a:cubicBezTo>
                    <a:pt x="1488" y="1"/>
                    <a:pt x="0" y="1458"/>
                    <a:pt x="0" y="3263"/>
                  </a:cubicBezTo>
                  <a:lnTo>
                    <a:pt x="0" y="10008"/>
                  </a:lnTo>
                  <a:cubicBezTo>
                    <a:pt x="0" y="11877"/>
                    <a:pt x="1457" y="13334"/>
                    <a:pt x="3294" y="13334"/>
                  </a:cubicBezTo>
                  <a:cubicBezTo>
                    <a:pt x="5162" y="13334"/>
                    <a:pt x="6619" y="11877"/>
                    <a:pt x="6619" y="10040"/>
                  </a:cubicBezTo>
                  <a:lnTo>
                    <a:pt x="6619" y="3326"/>
                  </a:lnTo>
                  <a:cubicBezTo>
                    <a:pt x="6619" y="1458"/>
                    <a:pt x="5162" y="1"/>
                    <a:pt x="332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897;p68">
              <a:extLst>
                <a:ext uri="{FF2B5EF4-FFF2-40B4-BE49-F238E27FC236}">
                  <a16:creationId xmlns:a16="http://schemas.microsoft.com/office/drawing/2014/main" id="{01C1258A-E452-8A3C-696B-4F443C790A43}"/>
                </a:ext>
              </a:extLst>
            </p:cNvPr>
            <p:cNvSpPr/>
            <p:nvPr/>
          </p:nvSpPr>
          <p:spPr>
            <a:xfrm>
              <a:off x="8029014" y="3342426"/>
              <a:ext cx="257162" cy="725705"/>
            </a:xfrm>
            <a:custGeom>
              <a:avLst/>
              <a:gdLst/>
              <a:ahLst/>
              <a:cxnLst/>
              <a:rect l="l" t="t" r="r" b="b"/>
              <a:pathLst>
                <a:path w="15487" h="43704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6492" y="10040"/>
                    <a:pt x="0" y="30213"/>
                    <a:pt x="12161" y="43704"/>
                  </a:cubicBezTo>
                  <a:cubicBezTo>
                    <a:pt x="15486" y="32145"/>
                    <a:pt x="13808" y="15804"/>
                    <a:pt x="109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898;p68">
              <a:extLst>
                <a:ext uri="{FF2B5EF4-FFF2-40B4-BE49-F238E27FC236}">
                  <a16:creationId xmlns:a16="http://schemas.microsoft.com/office/drawing/2014/main" id="{0CE66BD7-6151-E2D1-8519-6C195999498F}"/>
                </a:ext>
              </a:extLst>
            </p:cNvPr>
            <p:cNvSpPr/>
            <p:nvPr/>
          </p:nvSpPr>
          <p:spPr>
            <a:xfrm>
              <a:off x="7497392" y="3341911"/>
              <a:ext cx="256116" cy="725705"/>
            </a:xfrm>
            <a:custGeom>
              <a:avLst/>
              <a:gdLst/>
              <a:ahLst/>
              <a:cxnLst/>
              <a:rect l="l" t="t" r="r" b="b"/>
              <a:pathLst>
                <a:path w="15424" h="43704" extrusionOk="0">
                  <a:moveTo>
                    <a:pt x="4530" y="0"/>
                  </a:moveTo>
                  <a:lnTo>
                    <a:pt x="4530" y="0"/>
                  </a:lnTo>
                  <a:cubicBezTo>
                    <a:pt x="1648" y="15803"/>
                    <a:pt x="1" y="32144"/>
                    <a:pt x="3326" y="43703"/>
                  </a:cubicBezTo>
                  <a:cubicBezTo>
                    <a:pt x="15424" y="30212"/>
                    <a:pt x="8963" y="10008"/>
                    <a:pt x="453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899;p68">
              <a:extLst>
                <a:ext uri="{FF2B5EF4-FFF2-40B4-BE49-F238E27FC236}">
                  <a16:creationId xmlns:a16="http://schemas.microsoft.com/office/drawing/2014/main" id="{6DC0ABE5-BEA8-5CDD-1E34-58D98F3A4626}"/>
                </a:ext>
              </a:extLst>
            </p:cNvPr>
            <p:cNvSpPr/>
            <p:nvPr/>
          </p:nvSpPr>
          <p:spPr>
            <a:xfrm>
              <a:off x="7823940" y="333560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900;p68">
              <a:extLst>
                <a:ext uri="{FF2B5EF4-FFF2-40B4-BE49-F238E27FC236}">
                  <a16:creationId xmlns:a16="http://schemas.microsoft.com/office/drawing/2014/main" id="{2D1199CF-27C5-1F27-14EE-C0B8620C21EA}"/>
                </a:ext>
              </a:extLst>
            </p:cNvPr>
            <p:cNvSpPr/>
            <p:nvPr/>
          </p:nvSpPr>
          <p:spPr>
            <a:xfrm>
              <a:off x="7823940" y="3371880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901;p68">
              <a:extLst>
                <a:ext uri="{FF2B5EF4-FFF2-40B4-BE49-F238E27FC236}">
                  <a16:creationId xmlns:a16="http://schemas.microsoft.com/office/drawing/2014/main" id="{BA5608CB-1FB9-F6A6-8CC4-46FF73852B31}"/>
                </a:ext>
              </a:extLst>
            </p:cNvPr>
            <p:cNvSpPr/>
            <p:nvPr/>
          </p:nvSpPr>
          <p:spPr>
            <a:xfrm>
              <a:off x="7823940" y="340869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902;p68">
              <a:extLst>
                <a:ext uri="{FF2B5EF4-FFF2-40B4-BE49-F238E27FC236}">
                  <a16:creationId xmlns:a16="http://schemas.microsoft.com/office/drawing/2014/main" id="{6BB4F27F-4CB8-ACE7-80F8-2567A5901C49}"/>
                </a:ext>
              </a:extLst>
            </p:cNvPr>
            <p:cNvSpPr/>
            <p:nvPr/>
          </p:nvSpPr>
          <p:spPr>
            <a:xfrm>
              <a:off x="7823940" y="3446015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1"/>
                  </a:moveTo>
                  <a:lnTo>
                    <a:pt x="829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903;p68">
              <a:extLst>
                <a:ext uri="{FF2B5EF4-FFF2-40B4-BE49-F238E27FC236}">
                  <a16:creationId xmlns:a16="http://schemas.microsoft.com/office/drawing/2014/main" id="{B6697E77-271C-857F-CD01-0B69A26D21CC}"/>
                </a:ext>
              </a:extLst>
            </p:cNvPr>
            <p:cNvSpPr/>
            <p:nvPr/>
          </p:nvSpPr>
          <p:spPr>
            <a:xfrm>
              <a:off x="7823940" y="3482826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904;p68">
              <a:extLst>
                <a:ext uri="{FF2B5EF4-FFF2-40B4-BE49-F238E27FC236}">
                  <a16:creationId xmlns:a16="http://schemas.microsoft.com/office/drawing/2014/main" id="{F555229C-3A13-3A5E-B347-D3DE5B6ECC6D}"/>
                </a:ext>
              </a:extLst>
            </p:cNvPr>
            <p:cNvSpPr/>
            <p:nvPr/>
          </p:nvSpPr>
          <p:spPr>
            <a:xfrm>
              <a:off x="8078958" y="3270399"/>
              <a:ext cx="136742" cy="840861"/>
            </a:xfrm>
            <a:custGeom>
              <a:avLst/>
              <a:gdLst/>
              <a:ahLst/>
              <a:cxnLst/>
              <a:rect l="l" t="t" r="r" b="b"/>
              <a:pathLst>
                <a:path w="8235" h="50639" fill="none" extrusionOk="0">
                  <a:moveTo>
                    <a:pt x="7126" y="0"/>
                  </a:moveTo>
                  <a:cubicBezTo>
                    <a:pt x="7126" y="0"/>
                    <a:pt x="1" y="13111"/>
                    <a:pt x="64" y="29199"/>
                  </a:cubicBezTo>
                  <a:cubicBezTo>
                    <a:pt x="191" y="45287"/>
                    <a:pt x="8235" y="50639"/>
                    <a:pt x="8235" y="50639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rgbClr val="FFFFFF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905;p68">
              <a:extLst>
                <a:ext uri="{FF2B5EF4-FFF2-40B4-BE49-F238E27FC236}">
                  <a16:creationId xmlns:a16="http://schemas.microsoft.com/office/drawing/2014/main" id="{724ADE04-3380-FB26-BF5B-7F8AD576B10E}"/>
                </a:ext>
              </a:extLst>
            </p:cNvPr>
            <p:cNvSpPr/>
            <p:nvPr/>
          </p:nvSpPr>
          <p:spPr>
            <a:xfrm>
              <a:off x="7568905" y="3278286"/>
              <a:ext cx="136742" cy="832973"/>
            </a:xfrm>
            <a:custGeom>
              <a:avLst/>
              <a:gdLst/>
              <a:ahLst/>
              <a:cxnLst/>
              <a:rect l="l" t="t" r="r" b="b"/>
              <a:pathLst>
                <a:path w="8235" h="50164" fill="none" extrusionOk="0">
                  <a:moveTo>
                    <a:pt x="1331" y="0"/>
                  </a:moveTo>
                  <a:cubicBezTo>
                    <a:pt x="1331" y="0"/>
                    <a:pt x="8235" y="12668"/>
                    <a:pt x="8140" y="28724"/>
                  </a:cubicBezTo>
                  <a:cubicBezTo>
                    <a:pt x="8045" y="44812"/>
                    <a:pt x="1" y="50164"/>
                    <a:pt x="1" y="50164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906;p68">
              <a:extLst>
                <a:ext uri="{FF2B5EF4-FFF2-40B4-BE49-F238E27FC236}">
                  <a16:creationId xmlns:a16="http://schemas.microsoft.com/office/drawing/2014/main" id="{C77DE9D6-2987-141F-7E1F-B57CA25CC9AF}"/>
                </a:ext>
              </a:extLst>
            </p:cNvPr>
            <p:cNvSpPr/>
            <p:nvPr/>
          </p:nvSpPr>
          <p:spPr>
            <a:xfrm>
              <a:off x="7361208" y="3160500"/>
              <a:ext cx="839798" cy="1234964"/>
            </a:xfrm>
            <a:custGeom>
              <a:avLst/>
              <a:gdLst/>
              <a:ahLst/>
              <a:cxnLst/>
              <a:rect l="l" t="t" r="r" b="b"/>
              <a:pathLst>
                <a:path w="50575" h="74373" extrusionOk="0">
                  <a:moveTo>
                    <a:pt x="31891" y="0"/>
                  </a:moveTo>
                  <a:cubicBezTo>
                    <a:pt x="31860" y="0"/>
                    <a:pt x="31860" y="0"/>
                    <a:pt x="31828" y="32"/>
                  </a:cubicBezTo>
                  <a:cubicBezTo>
                    <a:pt x="31765" y="32"/>
                    <a:pt x="31701" y="64"/>
                    <a:pt x="31670" y="64"/>
                  </a:cubicBezTo>
                  <a:lnTo>
                    <a:pt x="31575" y="64"/>
                  </a:lnTo>
                  <a:cubicBezTo>
                    <a:pt x="31543" y="64"/>
                    <a:pt x="31511" y="127"/>
                    <a:pt x="31416" y="127"/>
                  </a:cubicBezTo>
                  <a:cubicBezTo>
                    <a:pt x="31353" y="127"/>
                    <a:pt x="31321" y="159"/>
                    <a:pt x="31226" y="159"/>
                  </a:cubicBezTo>
                  <a:cubicBezTo>
                    <a:pt x="31195" y="159"/>
                    <a:pt x="31131" y="190"/>
                    <a:pt x="31100" y="190"/>
                  </a:cubicBezTo>
                  <a:cubicBezTo>
                    <a:pt x="31068" y="190"/>
                    <a:pt x="31005" y="254"/>
                    <a:pt x="30941" y="254"/>
                  </a:cubicBezTo>
                  <a:cubicBezTo>
                    <a:pt x="30910" y="254"/>
                    <a:pt x="30878" y="285"/>
                    <a:pt x="30846" y="285"/>
                  </a:cubicBezTo>
                  <a:cubicBezTo>
                    <a:pt x="30720" y="317"/>
                    <a:pt x="30593" y="349"/>
                    <a:pt x="30435" y="412"/>
                  </a:cubicBezTo>
                  <a:cubicBezTo>
                    <a:pt x="30403" y="412"/>
                    <a:pt x="30371" y="444"/>
                    <a:pt x="30308" y="444"/>
                  </a:cubicBezTo>
                  <a:cubicBezTo>
                    <a:pt x="30054" y="507"/>
                    <a:pt x="29738" y="602"/>
                    <a:pt x="29421" y="665"/>
                  </a:cubicBezTo>
                  <a:cubicBezTo>
                    <a:pt x="29358" y="665"/>
                    <a:pt x="29326" y="729"/>
                    <a:pt x="29294" y="729"/>
                  </a:cubicBezTo>
                  <a:cubicBezTo>
                    <a:pt x="28946" y="792"/>
                    <a:pt x="28566" y="919"/>
                    <a:pt x="28186" y="1045"/>
                  </a:cubicBezTo>
                  <a:cubicBezTo>
                    <a:pt x="28154" y="1045"/>
                    <a:pt x="28091" y="1077"/>
                    <a:pt x="28059" y="1077"/>
                  </a:cubicBezTo>
                  <a:cubicBezTo>
                    <a:pt x="27838" y="1140"/>
                    <a:pt x="27553" y="1235"/>
                    <a:pt x="27268" y="1299"/>
                  </a:cubicBezTo>
                  <a:lnTo>
                    <a:pt x="27236" y="1299"/>
                  </a:lnTo>
                  <a:cubicBezTo>
                    <a:pt x="27078" y="1362"/>
                    <a:pt x="26951" y="1394"/>
                    <a:pt x="26793" y="1425"/>
                  </a:cubicBezTo>
                  <a:cubicBezTo>
                    <a:pt x="26761" y="1425"/>
                    <a:pt x="26729" y="1425"/>
                    <a:pt x="26729" y="1457"/>
                  </a:cubicBezTo>
                  <a:lnTo>
                    <a:pt x="25874" y="1710"/>
                  </a:lnTo>
                  <a:cubicBezTo>
                    <a:pt x="25843" y="1710"/>
                    <a:pt x="25843" y="1710"/>
                    <a:pt x="25811" y="1742"/>
                  </a:cubicBezTo>
                  <a:cubicBezTo>
                    <a:pt x="25652" y="1774"/>
                    <a:pt x="25526" y="1837"/>
                    <a:pt x="25367" y="1869"/>
                  </a:cubicBezTo>
                  <a:cubicBezTo>
                    <a:pt x="25336" y="1869"/>
                    <a:pt x="25304" y="1900"/>
                    <a:pt x="25209" y="1900"/>
                  </a:cubicBezTo>
                  <a:cubicBezTo>
                    <a:pt x="24924" y="1996"/>
                    <a:pt x="24702" y="2059"/>
                    <a:pt x="24417" y="2154"/>
                  </a:cubicBezTo>
                  <a:cubicBezTo>
                    <a:pt x="24386" y="2154"/>
                    <a:pt x="24291" y="2186"/>
                    <a:pt x="24259" y="2186"/>
                  </a:cubicBezTo>
                  <a:cubicBezTo>
                    <a:pt x="24101" y="2217"/>
                    <a:pt x="23974" y="2249"/>
                    <a:pt x="23816" y="2312"/>
                  </a:cubicBezTo>
                  <a:cubicBezTo>
                    <a:pt x="23784" y="2312"/>
                    <a:pt x="23752" y="2344"/>
                    <a:pt x="23721" y="2344"/>
                  </a:cubicBezTo>
                  <a:cubicBezTo>
                    <a:pt x="23436" y="2407"/>
                    <a:pt x="23182" y="2502"/>
                    <a:pt x="22929" y="2566"/>
                  </a:cubicBezTo>
                  <a:cubicBezTo>
                    <a:pt x="22834" y="2629"/>
                    <a:pt x="22802" y="2629"/>
                    <a:pt x="22707" y="2661"/>
                  </a:cubicBezTo>
                  <a:cubicBezTo>
                    <a:pt x="22549" y="2692"/>
                    <a:pt x="22454" y="2724"/>
                    <a:pt x="22296" y="2787"/>
                  </a:cubicBezTo>
                  <a:cubicBezTo>
                    <a:pt x="22201" y="2819"/>
                    <a:pt x="22137" y="2819"/>
                    <a:pt x="22074" y="2851"/>
                  </a:cubicBezTo>
                  <a:cubicBezTo>
                    <a:pt x="21852" y="2946"/>
                    <a:pt x="21599" y="3009"/>
                    <a:pt x="21409" y="3104"/>
                  </a:cubicBezTo>
                  <a:cubicBezTo>
                    <a:pt x="21346" y="3136"/>
                    <a:pt x="21250" y="3136"/>
                    <a:pt x="21187" y="3167"/>
                  </a:cubicBezTo>
                  <a:cubicBezTo>
                    <a:pt x="21060" y="3199"/>
                    <a:pt x="20902" y="3262"/>
                    <a:pt x="20775" y="3294"/>
                  </a:cubicBezTo>
                  <a:cubicBezTo>
                    <a:pt x="20617" y="3326"/>
                    <a:pt x="20459" y="3421"/>
                    <a:pt x="20332" y="3452"/>
                  </a:cubicBezTo>
                  <a:cubicBezTo>
                    <a:pt x="17450" y="4466"/>
                    <a:pt x="14790" y="5574"/>
                    <a:pt x="13618" y="6587"/>
                  </a:cubicBezTo>
                  <a:cubicBezTo>
                    <a:pt x="13428" y="7601"/>
                    <a:pt x="13207" y="8646"/>
                    <a:pt x="13017" y="9691"/>
                  </a:cubicBezTo>
                  <a:lnTo>
                    <a:pt x="8900" y="13333"/>
                  </a:lnTo>
                  <a:cubicBezTo>
                    <a:pt x="8900" y="13333"/>
                    <a:pt x="1" y="65207"/>
                    <a:pt x="20934" y="72237"/>
                  </a:cubicBezTo>
                  <a:cubicBezTo>
                    <a:pt x="26227" y="74040"/>
                    <a:pt x="29220" y="74369"/>
                    <a:pt x="30729" y="74369"/>
                  </a:cubicBezTo>
                  <a:cubicBezTo>
                    <a:pt x="30890" y="74369"/>
                    <a:pt x="31035" y="74365"/>
                    <a:pt x="31163" y="74359"/>
                  </a:cubicBezTo>
                  <a:cubicBezTo>
                    <a:pt x="31432" y="74327"/>
                    <a:pt x="31709" y="74311"/>
                    <a:pt x="31990" y="74311"/>
                  </a:cubicBezTo>
                  <a:cubicBezTo>
                    <a:pt x="32271" y="74311"/>
                    <a:pt x="32556" y="74327"/>
                    <a:pt x="32841" y="74359"/>
                  </a:cubicBezTo>
                  <a:cubicBezTo>
                    <a:pt x="32984" y="74367"/>
                    <a:pt x="33148" y="74372"/>
                    <a:pt x="33332" y="74372"/>
                  </a:cubicBezTo>
                  <a:cubicBezTo>
                    <a:pt x="34536" y="74372"/>
                    <a:pt x="36644" y="74157"/>
                    <a:pt x="39967" y="73251"/>
                  </a:cubicBezTo>
                  <a:cubicBezTo>
                    <a:pt x="43261" y="71604"/>
                    <a:pt x="45762" y="69704"/>
                    <a:pt x="47029" y="67550"/>
                  </a:cubicBezTo>
                  <a:cubicBezTo>
                    <a:pt x="50574" y="61288"/>
                    <a:pt x="49159" y="59727"/>
                    <a:pt x="45395" y="59727"/>
                  </a:cubicBezTo>
                  <a:cubicBezTo>
                    <a:pt x="41653" y="59727"/>
                    <a:pt x="35588" y="61271"/>
                    <a:pt x="29771" y="61271"/>
                  </a:cubicBezTo>
                  <a:cubicBezTo>
                    <a:pt x="29368" y="61271"/>
                    <a:pt x="28966" y="61264"/>
                    <a:pt x="28566" y="61248"/>
                  </a:cubicBezTo>
                  <a:cubicBezTo>
                    <a:pt x="16595" y="60773"/>
                    <a:pt x="14790" y="46395"/>
                    <a:pt x="18527" y="26634"/>
                  </a:cubicBezTo>
                  <a:cubicBezTo>
                    <a:pt x="22201" y="6873"/>
                    <a:pt x="31986" y="0"/>
                    <a:pt x="3198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950;p39">
            <a:extLst>
              <a:ext uri="{FF2B5EF4-FFF2-40B4-BE49-F238E27FC236}">
                <a16:creationId xmlns:a16="http://schemas.microsoft.com/office/drawing/2014/main" id="{96572B91-9B24-6D36-4219-431DEE0B7BCE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19297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>
          <a:extLst>
            <a:ext uri="{FF2B5EF4-FFF2-40B4-BE49-F238E27FC236}">
              <a16:creationId xmlns:a16="http://schemas.microsoft.com/office/drawing/2014/main" id="{2C0B3DE2-A126-891E-CA7C-7DBA8D46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B00B79D4-9BA2-1E8E-9948-F563C7E6D6C9}"/>
              </a:ext>
            </a:extLst>
          </p:cNvPr>
          <p:cNvSpPr/>
          <p:nvPr/>
        </p:nvSpPr>
        <p:spPr>
          <a:xfrm>
            <a:off x="720000" y="2643024"/>
            <a:ext cx="2299425" cy="199424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500" b="1" dirty="0">
                <a:solidFill>
                  <a:srgbClr val="C1272D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01 </a:t>
            </a:r>
          </a:p>
          <a:p>
            <a:r>
              <a:rPr lang="en-US" sz="15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Hoàn </a:t>
            </a:r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thiện</a:t>
            </a:r>
            <a:r>
              <a:rPr lang="en-US" sz="15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và</a:t>
            </a:r>
            <a:r>
              <a:rPr lang="en-US" sz="15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tối</a:t>
            </a:r>
            <a:r>
              <a:rPr lang="en-US" sz="15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ưu</a:t>
            </a:r>
            <a:endParaRPr lang="en-US" sz="1500" dirty="0">
              <a:latin typeface="+mj-lt"/>
            </a:endParaRPr>
          </a:p>
          <a:p>
            <a:endParaRPr lang="en-US" sz="1500" dirty="0">
              <a:solidFill>
                <a:srgbClr val="AFAAA8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Khắc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phục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đường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chạm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vi AI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địa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phức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tạp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>
              <a:latin typeface="+mj-lt"/>
            </a:endParaRPr>
          </a:p>
          <a:p>
            <a:pPr marL="0" indent="0">
              <a:buNone/>
            </a:pPr>
            <a:endParaRPr lang="en-US" sz="1500" dirty="0">
              <a:latin typeface="+mj-lt"/>
            </a:endParaRPr>
          </a:p>
        </p:txBody>
      </p:sp>
      <p:sp>
        <p:nvSpPr>
          <p:cNvPr id="1136" name="Google Shape;1136;p45">
            <a:extLst>
              <a:ext uri="{FF2B5EF4-FFF2-40B4-BE49-F238E27FC236}">
                <a16:creationId xmlns:a16="http://schemas.microsoft.com/office/drawing/2014/main" id="{FF500487-3011-3A38-A5B7-7A6A5A4380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05506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0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Kết</a:t>
            </a:r>
            <a:r>
              <a:rPr lang="en-US" sz="3400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400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luận</a:t>
            </a:r>
            <a:endParaRPr lang="en-US" sz="3400" dirty="0">
              <a:latin typeface="+mj-lt"/>
            </a:endParaRPr>
          </a:p>
        </p:txBody>
      </p:sp>
      <p:grpSp>
        <p:nvGrpSpPr>
          <p:cNvPr id="8" name="Google Shape;1706;p68">
            <a:extLst>
              <a:ext uri="{FF2B5EF4-FFF2-40B4-BE49-F238E27FC236}">
                <a16:creationId xmlns:a16="http://schemas.microsoft.com/office/drawing/2014/main" id="{7DC8AD1D-F4B4-1022-DCFC-E5DEBDA7AE23}"/>
              </a:ext>
            </a:extLst>
          </p:cNvPr>
          <p:cNvGrpSpPr/>
          <p:nvPr/>
        </p:nvGrpSpPr>
        <p:grpSpPr>
          <a:xfrm rot="5400000">
            <a:off x="-869180" y="453370"/>
            <a:ext cx="1987759" cy="713911"/>
            <a:chOff x="1831079" y="3457081"/>
            <a:chExt cx="2350106" cy="1018524"/>
          </a:xfrm>
        </p:grpSpPr>
        <p:sp>
          <p:nvSpPr>
            <p:cNvPr id="9" name="Google Shape;1707;p68">
              <a:extLst>
                <a:ext uri="{FF2B5EF4-FFF2-40B4-BE49-F238E27FC236}">
                  <a16:creationId xmlns:a16="http://schemas.microsoft.com/office/drawing/2014/main" id="{918F2F38-655C-2ADF-4C15-EC3FEB489CC1}"/>
                </a:ext>
              </a:extLst>
            </p:cNvPr>
            <p:cNvSpPr/>
            <p:nvPr/>
          </p:nvSpPr>
          <p:spPr>
            <a:xfrm>
              <a:off x="1831079" y="3457081"/>
              <a:ext cx="2350106" cy="922906"/>
            </a:xfrm>
            <a:custGeom>
              <a:avLst/>
              <a:gdLst/>
              <a:ahLst/>
              <a:cxnLst/>
              <a:rect l="l" t="t" r="r" b="b"/>
              <a:pathLst>
                <a:path w="141530" h="55580" extrusionOk="0">
                  <a:moveTo>
                    <a:pt x="141529" y="55104"/>
                  </a:moveTo>
                  <a:lnTo>
                    <a:pt x="222" y="55579"/>
                  </a:lnTo>
                  <a:lnTo>
                    <a:pt x="0" y="2059"/>
                  </a:lnTo>
                  <a:cubicBezTo>
                    <a:pt x="0" y="1172"/>
                    <a:pt x="728" y="475"/>
                    <a:pt x="1583" y="475"/>
                  </a:cubicBezTo>
                  <a:lnTo>
                    <a:pt x="139724" y="0"/>
                  </a:lnTo>
                  <a:cubicBezTo>
                    <a:pt x="140579" y="0"/>
                    <a:pt x="141307" y="697"/>
                    <a:pt x="141307" y="15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08;p68">
              <a:extLst>
                <a:ext uri="{FF2B5EF4-FFF2-40B4-BE49-F238E27FC236}">
                  <a16:creationId xmlns:a16="http://schemas.microsoft.com/office/drawing/2014/main" id="{C9EFFA23-AAD3-FF99-71C4-6048B4B3B4A2}"/>
                </a:ext>
              </a:extLst>
            </p:cNvPr>
            <p:cNvSpPr/>
            <p:nvPr/>
          </p:nvSpPr>
          <p:spPr>
            <a:xfrm>
              <a:off x="1888910" y="3562232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66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09;p68">
              <a:extLst>
                <a:ext uri="{FF2B5EF4-FFF2-40B4-BE49-F238E27FC236}">
                  <a16:creationId xmlns:a16="http://schemas.microsoft.com/office/drawing/2014/main" id="{5B400F26-D9E7-D966-CB0B-F5115BA96B35}"/>
                </a:ext>
              </a:extLst>
            </p:cNvPr>
            <p:cNvSpPr/>
            <p:nvPr/>
          </p:nvSpPr>
          <p:spPr>
            <a:xfrm>
              <a:off x="2049286" y="3562232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5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5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10;p68">
              <a:extLst>
                <a:ext uri="{FF2B5EF4-FFF2-40B4-BE49-F238E27FC236}">
                  <a16:creationId xmlns:a16="http://schemas.microsoft.com/office/drawing/2014/main" id="{8B8AAE1E-9B61-AC26-A66B-D6FB02D9C2A4}"/>
                </a:ext>
              </a:extLst>
            </p:cNvPr>
            <p:cNvSpPr/>
            <p:nvPr/>
          </p:nvSpPr>
          <p:spPr>
            <a:xfrm>
              <a:off x="2209663" y="3561186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35" y="7063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11;p68">
              <a:extLst>
                <a:ext uri="{FF2B5EF4-FFF2-40B4-BE49-F238E27FC236}">
                  <a16:creationId xmlns:a16="http://schemas.microsoft.com/office/drawing/2014/main" id="{BB3AFCD5-3392-3F9B-9BD3-949E78D22A28}"/>
                </a:ext>
              </a:extLst>
            </p:cNvPr>
            <p:cNvSpPr/>
            <p:nvPr/>
          </p:nvSpPr>
          <p:spPr>
            <a:xfrm>
              <a:off x="2369524" y="3560655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12;p68">
              <a:extLst>
                <a:ext uri="{FF2B5EF4-FFF2-40B4-BE49-F238E27FC236}">
                  <a16:creationId xmlns:a16="http://schemas.microsoft.com/office/drawing/2014/main" id="{F8E03BAB-A1BF-E768-D4D6-9916725137CE}"/>
                </a:ext>
              </a:extLst>
            </p:cNvPr>
            <p:cNvSpPr/>
            <p:nvPr/>
          </p:nvSpPr>
          <p:spPr>
            <a:xfrm>
              <a:off x="2529901" y="3560140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2" y="6334"/>
                    <a:pt x="7062" y="5447"/>
                  </a:cubicBezTo>
                  <a:lnTo>
                    <a:pt x="7062" y="1552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13;p68">
              <a:extLst>
                <a:ext uri="{FF2B5EF4-FFF2-40B4-BE49-F238E27FC236}">
                  <a16:creationId xmlns:a16="http://schemas.microsoft.com/office/drawing/2014/main" id="{C4F29A9A-578B-5C67-E990-BCC3DF8AE142}"/>
                </a:ext>
              </a:extLst>
            </p:cNvPr>
            <p:cNvSpPr/>
            <p:nvPr/>
          </p:nvSpPr>
          <p:spPr>
            <a:xfrm>
              <a:off x="2690277" y="3559609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2" y="6334"/>
                    <a:pt x="7062" y="5448"/>
                  </a:cubicBezTo>
                  <a:lnTo>
                    <a:pt x="7062" y="1521"/>
                  </a:lnTo>
                  <a:cubicBezTo>
                    <a:pt x="7062" y="697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14;p68">
              <a:extLst>
                <a:ext uri="{FF2B5EF4-FFF2-40B4-BE49-F238E27FC236}">
                  <a16:creationId xmlns:a16="http://schemas.microsoft.com/office/drawing/2014/main" id="{A915AC85-B439-7D56-3D61-AE9E4ECA7739}"/>
                </a:ext>
              </a:extLst>
            </p:cNvPr>
            <p:cNvSpPr/>
            <p:nvPr/>
          </p:nvSpPr>
          <p:spPr>
            <a:xfrm>
              <a:off x="2850122" y="355856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97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15;p68">
              <a:extLst>
                <a:ext uri="{FF2B5EF4-FFF2-40B4-BE49-F238E27FC236}">
                  <a16:creationId xmlns:a16="http://schemas.microsoft.com/office/drawing/2014/main" id="{1E843882-BE2A-4747-13D7-C74F25D61488}"/>
                </a:ext>
              </a:extLst>
            </p:cNvPr>
            <p:cNvSpPr/>
            <p:nvPr/>
          </p:nvSpPr>
          <p:spPr>
            <a:xfrm>
              <a:off x="3010499" y="355856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16;p68">
              <a:extLst>
                <a:ext uri="{FF2B5EF4-FFF2-40B4-BE49-F238E27FC236}">
                  <a16:creationId xmlns:a16="http://schemas.microsoft.com/office/drawing/2014/main" id="{A9E92D94-C86B-A17F-DA67-905349E6788F}"/>
                </a:ext>
              </a:extLst>
            </p:cNvPr>
            <p:cNvSpPr/>
            <p:nvPr/>
          </p:nvSpPr>
          <p:spPr>
            <a:xfrm>
              <a:off x="3170875" y="3558031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17;p68">
              <a:extLst>
                <a:ext uri="{FF2B5EF4-FFF2-40B4-BE49-F238E27FC236}">
                  <a16:creationId xmlns:a16="http://schemas.microsoft.com/office/drawing/2014/main" id="{74DC4ECA-E775-E5DD-30D6-C75FA1FCE448}"/>
                </a:ext>
              </a:extLst>
            </p:cNvPr>
            <p:cNvSpPr/>
            <p:nvPr/>
          </p:nvSpPr>
          <p:spPr>
            <a:xfrm>
              <a:off x="3331252" y="3557500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18;p68">
              <a:extLst>
                <a:ext uri="{FF2B5EF4-FFF2-40B4-BE49-F238E27FC236}">
                  <a16:creationId xmlns:a16="http://schemas.microsoft.com/office/drawing/2014/main" id="{0FB5307D-0D51-615A-BB43-171100327C16}"/>
                </a:ext>
              </a:extLst>
            </p:cNvPr>
            <p:cNvSpPr/>
            <p:nvPr/>
          </p:nvSpPr>
          <p:spPr>
            <a:xfrm>
              <a:off x="3491113" y="355698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2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19;p68">
              <a:extLst>
                <a:ext uri="{FF2B5EF4-FFF2-40B4-BE49-F238E27FC236}">
                  <a16:creationId xmlns:a16="http://schemas.microsoft.com/office/drawing/2014/main" id="{AC280F20-2E93-5CD6-ECA3-4997C52AFA40}"/>
                </a:ext>
              </a:extLst>
            </p:cNvPr>
            <p:cNvSpPr/>
            <p:nvPr/>
          </p:nvSpPr>
          <p:spPr>
            <a:xfrm>
              <a:off x="2137104" y="3718937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1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03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20;p68">
              <a:extLst>
                <a:ext uri="{FF2B5EF4-FFF2-40B4-BE49-F238E27FC236}">
                  <a16:creationId xmlns:a16="http://schemas.microsoft.com/office/drawing/2014/main" id="{DDE24064-A0D1-3412-933F-ADB0C6FC9E36}"/>
                </a:ext>
              </a:extLst>
            </p:cNvPr>
            <p:cNvSpPr/>
            <p:nvPr/>
          </p:nvSpPr>
          <p:spPr>
            <a:xfrm>
              <a:off x="2297480" y="3718406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34" y="7063"/>
                    <a:pt x="7031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21;p68">
              <a:extLst>
                <a:ext uri="{FF2B5EF4-FFF2-40B4-BE49-F238E27FC236}">
                  <a16:creationId xmlns:a16="http://schemas.microsoft.com/office/drawing/2014/main" id="{A45A6548-557C-3EFA-74C6-9468F71C7335}"/>
                </a:ext>
              </a:extLst>
            </p:cNvPr>
            <p:cNvSpPr/>
            <p:nvPr/>
          </p:nvSpPr>
          <p:spPr>
            <a:xfrm>
              <a:off x="2456811" y="3718406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6999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22;p68">
              <a:extLst>
                <a:ext uri="{FF2B5EF4-FFF2-40B4-BE49-F238E27FC236}">
                  <a16:creationId xmlns:a16="http://schemas.microsoft.com/office/drawing/2014/main" id="{9D3687B1-952F-7160-56B7-25853AF43915}"/>
                </a:ext>
              </a:extLst>
            </p:cNvPr>
            <p:cNvSpPr/>
            <p:nvPr/>
          </p:nvSpPr>
          <p:spPr>
            <a:xfrm>
              <a:off x="2617187" y="3717874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723;p68">
              <a:extLst>
                <a:ext uri="{FF2B5EF4-FFF2-40B4-BE49-F238E27FC236}">
                  <a16:creationId xmlns:a16="http://schemas.microsoft.com/office/drawing/2014/main" id="{4A67D376-850B-59AF-AB0B-BA134527834F}"/>
                </a:ext>
              </a:extLst>
            </p:cNvPr>
            <p:cNvSpPr/>
            <p:nvPr/>
          </p:nvSpPr>
          <p:spPr>
            <a:xfrm>
              <a:off x="2777564" y="3717360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24;p68">
              <a:extLst>
                <a:ext uri="{FF2B5EF4-FFF2-40B4-BE49-F238E27FC236}">
                  <a16:creationId xmlns:a16="http://schemas.microsoft.com/office/drawing/2014/main" id="{82D6C9AA-97AC-C369-CA72-E983ED41146F}"/>
                </a:ext>
              </a:extLst>
            </p:cNvPr>
            <p:cNvSpPr/>
            <p:nvPr/>
          </p:nvSpPr>
          <p:spPr>
            <a:xfrm>
              <a:off x="2937409" y="3716297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25;p68">
              <a:extLst>
                <a:ext uri="{FF2B5EF4-FFF2-40B4-BE49-F238E27FC236}">
                  <a16:creationId xmlns:a16="http://schemas.microsoft.com/office/drawing/2014/main" id="{280CD52C-ED88-3D96-0B8A-F39B48CA1476}"/>
                </a:ext>
              </a:extLst>
            </p:cNvPr>
            <p:cNvSpPr/>
            <p:nvPr/>
          </p:nvSpPr>
          <p:spPr>
            <a:xfrm>
              <a:off x="3097785" y="3715782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26;p68">
              <a:extLst>
                <a:ext uri="{FF2B5EF4-FFF2-40B4-BE49-F238E27FC236}">
                  <a16:creationId xmlns:a16="http://schemas.microsoft.com/office/drawing/2014/main" id="{F79A6666-466E-95AE-6AD1-6A9AC0E639A7}"/>
                </a:ext>
              </a:extLst>
            </p:cNvPr>
            <p:cNvSpPr/>
            <p:nvPr/>
          </p:nvSpPr>
          <p:spPr>
            <a:xfrm>
              <a:off x="3258161" y="3715251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66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27;p68">
              <a:extLst>
                <a:ext uri="{FF2B5EF4-FFF2-40B4-BE49-F238E27FC236}">
                  <a16:creationId xmlns:a16="http://schemas.microsoft.com/office/drawing/2014/main" id="{2F37A8E0-D3CC-D5D2-11FF-29963E09DCFA}"/>
                </a:ext>
              </a:extLst>
            </p:cNvPr>
            <p:cNvSpPr/>
            <p:nvPr/>
          </p:nvSpPr>
          <p:spPr>
            <a:xfrm>
              <a:off x="3418538" y="3715251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6999"/>
                    <a:pt x="7031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28;p68">
              <a:extLst>
                <a:ext uri="{FF2B5EF4-FFF2-40B4-BE49-F238E27FC236}">
                  <a16:creationId xmlns:a16="http://schemas.microsoft.com/office/drawing/2014/main" id="{350F8282-8137-8944-4149-4A4CA794DA21}"/>
                </a:ext>
              </a:extLst>
            </p:cNvPr>
            <p:cNvSpPr/>
            <p:nvPr/>
          </p:nvSpPr>
          <p:spPr>
            <a:xfrm>
              <a:off x="3578400" y="3714720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29;p68">
              <a:extLst>
                <a:ext uri="{FF2B5EF4-FFF2-40B4-BE49-F238E27FC236}">
                  <a16:creationId xmlns:a16="http://schemas.microsoft.com/office/drawing/2014/main" id="{FAA32F20-A4A7-A591-3A8C-640C40B6B91F}"/>
                </a:ext>
              </a:extLst>
            </p:cNvPr>
            <p:cNvSpPr/>
            <p:nvPr/>
          </p:nvSpPr>
          <p:spPr>
            <a:xfrm>
              <a:off x="3738776" y="3713674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730;p68">
              <a:extLst>
                <a:ext uri="{FF2B5EF4-FFF2-40B4-BE49-F238E27FC236}">
                  <a16:creationId xmlns:a16="http://schemas.microsoft.com/office/drawing/2014/main" id="{102431A6-5796-FDF8-BC2F-F1F204D72BE6}"/>
                </a:ext>
              </a:extLst>
            </p:cNvPr>
            <p:cNvSpPr/>
            <p:nvPr/>
          </p:nvSpPr>
          <p:spPr>
            <a:xfrm>
              <a:off x="3651490" y="3555923"/>
              <a:ext cx="116750" cy="117298"/>
            </a:xfrm>
            <a:custGeom>
              <a:avLst/>
              <a:gdLst/>
              <a:ahLst/>
              <a:cxnLst/>
              <a:rect l="l" t="t" r="r" b="b"/>
              <a:pathLst>
                <a:path w="7031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731;p68">
              <a:extLst>
                <a:ext uri="{FF2B5EF4-FFF2-40B4-BE49-F238E27FC236}">
                  <a16:creationId xmlns:a16="http://schemas.microsoft.com/office/drawing/2014/main" id="{7305E454-8BC0-CA26-21D9-497278A94A71}"/>
                </a:ext>
              </a:extLst>
            </p:cNvPr>
            <p:cNvSpPr/>
            <p:nvPr/>
          </p:nvSpPr>
          <p:spPr>
            <a:xfrm>
              <a:off x="2232277" y="3874048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732;p68">
              <a:extLst>
                <a:ext uri="{FF2B5EF4-FFF2-40B4-BE49-F238E27FC236}">
                  <a16:creationId xmlns:a16="http://schemas.microsoft.com/office/drawing/2014/main" id="{015CFB53-273C-1252-783D-CF7E595296B0}"/>
                </a:ext>
              </a:extLst>
            </p:cNvPr>
            <p:cNvSpPr/>
            <p:nvPr/>
          </p:nvSpPr>
          <p:spPr>
            <a:xfrm>
              <a:off x="2392653" y="3873517"/>
              <a:ext cx="116766" cy="117298"/>
            </a:xfrm>
            <a:custGeom>
              <a:avLst/>
              <a:gdLst/>
              <a:ahLst/>
              <a:cxnLst/>
              <a:rect l="l" t="t" r="r" b="b"/>
              <a:pathLst>
                <a:path w="7032" h="7064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34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733;p68">
              <a:extLst>
                <a:ext uri="{FF2B5EF4-FFF2-40B4-BE49-F238E27FC236}">
                  <a16:creationId xmlns:a16="http://schemas.microsoft.com/office/drawing/2014/main" id="{992A8126-4EB9-AEE3-6D7B-1E03E3E84AAA}"/>
                </a:ext>
              </a:extLst>
            </p:cNvPr>
            <p:cNvSpPr/>
            <p:nvPr/>
          </p:nvSpPr>
          <p:spPr>
            <a:xfrm>
              <a:off x="2552499" y="3873002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21" y="0"/>
                  </a:moveTo>
                  <a:cubicBezTo>
                    <a:pt x="698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480" y="7031"/>
                  </a:lnTo>
                  <a:cubicBezTo>
                    <a:pt x="6366" y="7031"/>
                    <a:pt x="7063" y="6366"/>
                    <a:pt x="7032" y="5447"/>
                  </a:cubicBezTo>
                  <a:lnTo>
                    <a:pt x="7032" y="1552"/>
                  </a:lnTo>
                  <a:cubicBezTo>
                    <a:pt x="7032" y="697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734;p68">
              <a:extLst>
                <a:ext uri="{FF2B5EF4-FFF2-40B4-BE49-F238E27FC236}">
                  <a16:creationId xmlns:a16="http://schemas.microsoft.com/office/drawing/2014/main" id="{021D3DBF-E141-EF0E-2209-32C0E1ECF931}"/>
                </a:ext>
              </a:extLst>
            </p:cNvPr>
            <p:cNvSpPr/>
            <p:nvPr/>
          </p:nvSpPr>
          <p:spPr>
            <a:xfrm>
              <a:off x="2712892" y="3873002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735;p68">
              <a:extLst>
                <a:ext uri="{FF2B5EF4-FFF2-40B4-BE49-F238E27FC236}">
                  <a16:creationId xmlns:a16="http://schemas.microsoft.com/office/drawing/2014/main" id="{D81032B9-1EFE-8E07-9B15-A7493CAB1D7F}"/>
                </a:ext>
              </a:extLst>
            </p:cNvPr>
            <p:cNvSpPr/>
            <p:nvPr/>
          </p:nvSpPr>
          <p:spPr>
            <a:xfrm>
              <a:off x="2873268" y="3872470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0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34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02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736;p68">
              <a:extLst>
                <a:ext uri="{FF2B5EF4-FFF2-40B4-BE49-F238E27FC236}">
                  <a16:creationId xmlns:a16="http://schemas.microsoft.com/office/drawing/2014/main" id="{DFA49F43-4DD3-D314-A47E-0962B8BD6CB5}"/>
                </a:ext>
              </a:extLst>
            </p:cNvPr>
            <p:cNvSpPr/>
            <p:nvPr/>
          </p:nvSpPr>
          <p:spPr>
            <a:xfrm>
              <a:off x="3032582" y="387142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98" y="7062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737;p68">
              <a:extLst>
                <a:ext uri="{FF2B5EF4-FFF2-40B4-BE49-F238E27FC236}">
                  <a16:creationId xmlns:a16="http://schemas.microsoft.com/office/drawing/2014/main" id="{70A31ECA-A16C-24A1-1987-1CE55858A5F2}"/>
                </a:ext>
              </a:extLst>
            </p:cNvPr>
            <p:cNvSpPr/>
            <p:nvPr/>
          </p:nvSpPr>
          <p:spPr>
            <a:xfrm>
              <a:off x="3192958" y="387089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8" y="7063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738;p68">
              <a:extLst>
                <a:ext uri="{FF2B5EF4-FFF2-40B4-BE49-F238E27FC236}">
                  <a16:creationId xmlns:a16="http://schemas.microsoft.com/office/drawing/2014/main" id="{85DC9F14-448C-5B40-DCF4-3EB875712830}"/>
                </a:ext>
              </a:extLst>
            </p:cNvPr>
            <p:cNvSpPr/>
            <p:nvPr/>
          </p:nvSpPr>
          <p:spPr>
            <a:xfrm>
              <a:off x="3353335" y="3870362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739;p68">
              <a:extLst>
                <a:ext uri="{FF2B5EF4-FFF2-40B4-BE49-F238E27FC236}">
                  <a16:creationId xmlns:a16="http://schemas.microsoft.com/office/drawing/2014/main" id="{BBBE335D-C77F-1652-E0BE-171093C5BA2F}"/>
                </a:ext>
              </a:extLst>
            </p:cNvPr>
            <p:cNvSpPr/>
            <p:nvPr/>
          </p:nvSpPr>
          <p:spPr>
            <a:xfrm>
              <a:off x="3513196" y="3869847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66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740;p68">
              <a:extLst>
                <a:ext uri="{FF2B5EF4-FFF2-40B4-BE49-F238E27FC236}">
                  <a16:creationId xmlns:a16="http://schemas.microsoft.com/office/drawing/2014/main" id="{5B008D54-CE8C-BD58-8111-8F2A5A3C6301}"/>
                </a:ext>
              </a:extLst>
            </p:cNvPr>
            <p:cNvSpPr/>
            <p:nvPr/>
          </p:nvSpPr>
          <p:spPr>
            <a:xfrm>
              <a:off x="3673573" y="3869847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741;p68">
              <a:extLst>
                <a:ext uri="{FF2B5EF4-FFF2-40B4-BE49-F238E27FC236}">
                  <a16:creationId xmlns:a16="http://schemas.microsoft.com/office/drawing/2014/main" id="{D611DE38-1F43-81F2-A713-19854FB76C20}"/>
                </a:ext>
              </a:extLst>
            </p:cNvPr>
            <p:cNvSpPr/>
            <p:nvPr/>
          </p:nvSpPr>
          <p:spPr>
            <a:xfrm>
              <a:off x="1891018" y="4036531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6999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742;p68">
              <a:extLst>
                <a:ext uri="{FF2B5EF4-FFF2-40B4-BE49-F238E27FC236}">
                  <a16:creationId xmlns:a16="http://schemas.microsoft.com/office/drawing/2014/main" id="{42A58DAB-41BD-3C6F-8BD4-E5D6CAAD1595}"/>
                </a:ext>
              </a:extLst>
            </p:cNvPr>
            <p:cNvSpPr/>
            <p:nvPr/>
          </p:nvSpPr>
          <p:spPr>
            <a:xfrm>
              <a:off x="2050864" y="4035999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743;p68">
              <a:extLst>
                <a:ext uri="{FF2B5EF4-FFF2-40B4-BE49-F238E27FC236}">
                  <a16:creationId xmlns:a16="http://schemas.microsoft.com/office/drawing/2014/main" id="{8D34CA03-FE51-50C3-6453-20A19AC5D75D}"/>
                </a:ext>
              </a:extLst>
            </p:cNvPr>
            <p:cNvSpPr/>
            <p:nvPr/>
          </p:nvSpPr>
          <p:spPr>
            <a:xfrm>
              <a:off x="2211240" y="403546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697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744;p68">
              <a:extLst>
                <a:ext uri="{FF2B5EF4-FFF2-40B4-BE49-F238E27FC236}">
                  <a16:creationId xmlns:a16="http://schemas.microsoft.com/office/drawing/2014/main" id="{10CF24AA-DD88-B5F2-7B4A-E4BE6F6BC6D9}"/>
                </a:ext>
              </a:extLst>
            </p:cNvPr>
            <p:cNvSpPr/>
            <p:nvPr/>
          </p:nvSpPr>
          <p:spPr>
            <a:xfrm>
              <a:off x="2371616" y="4034422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745;p68">
              <a:extLst>
                <a:ext uri="{FF2B5EF4-FFF2-40B4-BE49-F238E27FC236}">
                  <a16:creationId xmlns:a16="http://schemas.microsoft.com/office/drawing/2014/main" id="{652E2196-954D-7643-338B-D9C98AA9FA85}"/>
                </a:ext>
              </a:extLst>
            </p:cNvPr>
            <p:cNvSpPr/>
            <p:nvPr/>
          </p:nvSpPr>
          <p:spPr>
            <a:xfrm>
              <a:off x="1891018" y="4186910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746;p68">
              <a:extLst>
                <a:ext uri="{FF2B5EF4-FFF2-40B4-BE49-F238E27FC236}">
                  <a16:creationId xmlns:a16="http://schemas.microsoft.com/office/drawing/2014/main" id="{8863F7FF-AACD-68D4-2B6B-56D98323B362}"/>
                </a:ext>
              </a:extLst>
            </p:cNvPr>
            <p:cNvSpPr/>
            <p:nvPr/>
          </p:nvSpPr>
          <p:spPr>
            <a:xfrm>
              <a:off x="2051395" y="4186378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747;p68">
              <a:extLst>
                <a:ext uri="{FF2B5EF4-FFF2-40B4-BE49-F238E27FC236}">
                  <a16:creationId xmlns:a16="http://schemas.microsoft.com/office/drawing/2014/main" id="{E666C2AC-CB48-FE3B-0F9E-129EA645E99E}"/>
                </a:ext>
              </a:extLst>
            </p:cNvPr>
            <p:cNvSpPr/>
            <p:nvPr/>
          </p:nvSpPr>
          <p:spPr>
            <a:xfrm>
              <a:off x="2211771" y="4185864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748;p68">
              <a:extLst>
                <a:ext uri="{FF2B5EF4-FFF2-40B4-BE49-F238E27FC236}">
                  <a16:creationId xmlns:a16="http://schemas.microsoft.com/office/drawing/2014/main" id="{1A86419D-FD3E-4C80-58F6-49C48F8C33D3}"/>
                </a:ext>
              </a:extLst>
            </p:cNvPr>
            <p:cNvSpPr/>
            <p:nvPr/>
          </p:nvSpPr>
          <p:spPr>
            <a:xfrm>
              <a:off x="2372148" y="4185332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4" y="7031"/>
                    <a:pt x="7063" y="6366"/>
                    <a:pt x="7063" y="5448"/>
                  </a:cubicBezTo>
                  <a:lnTo>
                    <a:pt x="7063" y="1521"/>
                  </a:lnTo>
                  <a:cubicBezTo>
                    <a:pt x="7063" y="697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749;p68">
              <a:extLst>
                <a:ext uri="{FF2B5EF4-FFF2-40B4-BE49-F238E27FC236}">
                  <a16:creationId xmlns:a16="http://schemas.microsoft.com/office/drawing/2014/main" id="{4FDA285D-1915-3AFF-F538-523BC5569B2C}"/>
                </a:ext>
              </a:extLst>
            </p:cNvPr>
            <p:cNvSpPr/>
            <p:nvPr/>
          </p:nvSpPr>
          <p:spPr>
            <a:xfrm>
              <a:off x="3333360" y="4181646"/>
              <a:ext cx="116766" cy="117298"/>
            </a:xfrm>
            <a:custGeom>
              <a:avLst/>
              <a:gdLst/>
              <a:ahLst/>
              <a:cxnLst/>
              <a:rect l="l" t="t" r="r" b="b"/>
              <a:pathLst>
                <a:path w="7032" h="7064" extrusionOk="0">
                  <a:moveTo>
                    <a:pt x="1521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98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750;p68">
              <a:extLst>
                <a:ext uri="{FF2B5EF4-FFF2-40B4-BE49-F238E27FC236}">
                  <a16:creationId xmlns:a16="http://schemas.microsoft.com/office/drawing/2014/main" id="{52973C4D-2888-A01D-46DF-12C51CD52E05}"/>
                </a:ext>
              </a:extLst>
            </p:cNvPr>
            <p:cNvSpPr/>
            <p:nvPr/>
          </p:nvSpPr>
          <p:spPr>
            <a:xfrm>
              <a:off x="3492691" y="4181646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94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751;p68">
              <a:extLst>
                <a:ext uri="{FF2B5EF4-FFF2-40B4-BE49-F238E27FC236}">
                  <a16:creationId xmlns:a16="http://schemas.microsoft.com/office/drawing/2014/main" id="{4A4DFB93-1277-D728-53C1-6AC5C7371D2E}"/>
                </a:ext>
              </a:extLst>
            </p:cNvPr>
            <p:cNvSpPr/>
            <p:nvPr/>
          </p:nvSpPr>
          <p:spPr>
            <a:xfrm>
              <a:off x="2531478" y="4033891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2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02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752;p68">
              <a:extLst>
                <a:ext uri="{FF2B5EF4-FFF2-40B4-BE49-F238E27FC236}">
                  <a16:creationId xmlns:a16="http://schemas.microsoft.com/office/drawing/2014/main" id="{5969C4BE-85E8-E2F4-70FA-42124CBD2452}"/>
                </a:ext>
              </a:extLst>
            </p:cNvPr>
            <p:cNvSpPr/>
            <p:nvPr/>
          </p:nvSpPr>
          <p:spPr>
            <a:xfrm>
              <a:off x="2691855" y="4033376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2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753;p68">
              <a:extLst>
                <a:ext uri="{FF2B5EF4-FFF2-40B4-BE49-F238E27FC236}">
                  <a16:creationId xmlns:a16="http://schemas.microsoft.com/office/drawing/2014/main" id="{46927C17-F338-4FEC-533D-E32D711B9A73}"/>
                </a:ext>
              </a:extLst>
            </p:cNvPr>
            <p:cNvSpPr/>
            <p:nvPr/>
          </p:nvSpPr>
          <p:spPr>
            <a:xfrm>
              <a:off x="2852231" y="4033376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6999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03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754;p68">
              <a:extLst>
                <a:ext uri="{FF2B5EF4-FFF2-40B4-BE49-F238E27FC236}">
                  <a16:creationId xmlns:a16="http://schemas.microsoft.com/office/drawing/2014/main" id="{518E435E-D590-BDEA-9DD2-98774946C236}"/>
                </a:ext>
              </a:extLst>
            </p:cNvPr>
            <p:cNvSpPr/>
            <p:nvPr/>
          </p:nvSpPr>
          <p:spPr>
            <a:xfrm>
              <a:off x="3012607" y="4032845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1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34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755;p68">
              <a:extLst>
                <a:ext uri="{FF2B5EF4-FFF2-40B4-BE49-F238E27FC236}">
                  <a16:creationId xmlns:a16="http://schemas.microsoft.com/office/drawing/2014/main" id="{BD5B721D-5721-F8B3-DD38-E7FCE447833D}"/>
                </a:ext>
              </a:extLst>
            </p:cNvPr>
            <p:cNvSpPr/>
            <p:nvPr/>
          </p:nvSpPr>
          <p:spPr>
            <a:xfrm>
              <a:off x="3171938" y="4031799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97" y="7062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756;p68">
              <a:extLst>
                <a:ext uri="{FF2B5EF4-FFF2-40B4-BE49-F238E27FC236}">
                  <a16:creationId xmlns:a16="http://schemas.microsoft.com/office/drawing/2014/main" id="{A8364AD2-A770-5B2C-6B0B-E42247890A55}"/>
                </a:ext>
              </a:extLst>
            </p:cNvPr>
            <p:cNvSpPr/>
            <p:nvPr/>
          </p:nvSpPr>
          <p:spPr>
            <a:xfrm>
              <a:off x="3332314" y="4031267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62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757;p68">
              <a:extLst>
                <a:ext uri="{FF2B5EF4-FFF2-40B4-BE49-F238E27FC236}">
                  <a16:creationId xmlns:a16="http://schemas.microsoft.com/office/drawing/2014/main" id="{EA4C86AF-4A78-49CC-3662-C5FBC3E7A183}"/>
                </a:ext>
              </a:extLst>
            </p:cNvPr>
            <p:cNvSpPr/>
            <p:nvPr/>
          </p:nvSpPr>
          <p:spPr>
            <a:xfrm>
              <a:off x="3492691" y="4030736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758;p68">
              <a:extLst>
                <a:ext uri="{FF2B5EF4-FFF2-40B4-BE49-F238E27FC236}">
                  <a16:creationId xmlns:a16="http://schemas.microsoft.com/office/drawing/2014/main" id="{57BEA5ED-AF3D-299C-20EB-360DE2BCE03F}"/>
                </a:ext>
              </a:extLst>
            </p:cNvPr>
            <p:cNvSpPr/>
            <p:nvPr/>
          </p:nvSpPr>
          <p:spPr>
            <a:xfrm>
              <a:off x="3833949" y="3868784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52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63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759;p68">
              <a:extLst>
                <a:ext uri="{FF2B5EF4-FFF2-40B4-BE49-F238E27FC236}">
                  <a16:creationId xmlns:a16="http://schemas.microsoft.com/office/drawing/2014/main" id="{77D20A26-218F-AC74-D794-A0B79D9ECF93}"/>
                </a:ext>
              </a:extLst>
            </p:cNvPr>
            <p:cNvSpPr/>
            <p:nvPr/>
          </p:nvSpPr>
          <p:spPr>
            <a:xfrm>
              <a:off x="3805557" y="3554877"/>
              <a:ext cx="283979" cy="118344"/>
            </a:xfrm>
            <a:custGeom>
              <a:avLst/>
              <a:gdLst/>
              <a:ahLst/>
              <a:cxnLst/>
              <a:rect l="l" t="t" r="r" b="b"/>
              <a:pathLst>
                <a:path w="17102" h="7127" extrusionOk="0">
                  <a:moveTo>
                    <a:pt x="15360" y="1"/>
                  </a:moveTo>
                  <a:lnTo>
                    <a:pt x="1742" y="32"/>
                  </a:lnTo>
                  <a:cubicBezTo>
                    <a:pt x="792" y="32"/>
                    <a:pt x="0" y="824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15360" y="7063"/>
                  </a:lnTo>
                  <a:cubicBezTo>
                    <a:pt x="16310" y="7063"/>
                    <a:pt x="17102" y="6271"/>
                    <a:pt x="17102" y="5353"/>
                  </a:cubicBezTo>
                  <a:lnTo>
                    <a:pt x="17102" y="1742"/>
                  </a:lnTo>
                  <a:cubicBezTo>
                    <a:pt x="17070" y="792"/>
                    <a:pt x="16310" y="1"/>
                    <a:pt x="15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760;p68">
              <a:extLst>
                <a:ext uri="{FF2B5EF4-FFF2-40B4-BE49-F238E27FC236}">
                  <a16:creationId xmlns:a16="http://schemas.microsoft.com/office/drawing/2014/main" id="{76F306F3-7D53-4727-3D01-E85D5C3ABADD}"/>
                </a:ext>
              </a:extLst>
            </p:cNvPr>
            <p:cNvSpPr/>
            <p:nvPr/>
          </p:nvSpPr>
          <p:spPr>
            <a:xfrm>
              <a:off x="1888910" y="3719452"/>
              <a:ext cx="199841" cy="117812"/>
            </a:xfrm>
            <a:custGeom>
              <a:avLst/>
              <a:gdLst/>
              <a:ahLst/>
              <a:cxnLst/>
              <a:rect l="l" t="t" r="r" b="b"/>
              <a:pathLst>
                <a:path w="12035" h="7095" extrusionOk="0">
                  <a:moveTo>
                    <a:pt x="10103" y="1"/>
                  </a:moveTo>
                  <a:lnTo>
                    <a:pt x="1869" y="64"/>
                  </a:lnTo>
                  <a:cubicBezTo>
                    <a:pt x="824" y="64"/>
                    <a:pt x="1" y="919"/>
                    <a:pt x="1" y="1964"/>
                  </a:cubicBezTo>
                  <a:lnTo>
                    <a:pt x="1" y="5258"/>
                  </a:lnTo>
                  <a:cubicBezTo>
                    <a:pt x="1" y="6271"/>
                    <a:pt x="887" y="7095"/>
                    <a:pt x="1901" y="7095"/>
                  </a:cubicBezTo>
                  <a:lnTo>
                    <a:pt x="10135" y="7063"/>
                  </a:lnTo>
                  <a:cubicBezTo>
                    <a:pt x="11211" y="7063"/>
                    <a:pt x="12035" y="6240"/>
                    <a:pt x="12003" y="5163"/>
                  </a:cubicBezTo>
                  <a:lnTo>
                    <a:pt x="12003" y="1869"/>
                  </a:lnTo>
                  <a:cubicBezTo>
                    <a:pt x="12003" y="856"/>
                    <a:pt x="11116" y="1"/>
                    <a:pt x="10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761;p68">
              <a:extLst>
                <a:ext uri="{FF2B5EF4-FFF2-40B4-BE49-F238E27FC236}">
                  <a16:creationId xmlns:a16="http://schemas.microsoft.com/office/drawing/2014/main" id="{E5A64826-DFD2-A82A-FDD4-27B59AECBC83}"/>
                </a:ext>
              </a:extLst>
            </p:cNvPr>
            <p:cNvSpPr/>
            <p:nvPr/>
          </p:nvSpPr>
          <p:spPr>
            <a:xfrm>
              <a:off x="3901261" y="3713142"/>
              <a:ext cx="189330" cy="272953"/>
            </a:xfrm>
            <a:custGeom>
              <a:avLst/>
              <a:gdLst/>
              <a:ahLst/>
              <a:cxnLst/>
              <a:rect l="l" t="t" r="r" b="b"/>
              <a:pathLst>
                <a:path w="11402" h="16438" extrusionOk="0">
                  <a:moveTo>
                    <a:pt x="9216" y="1"/>
                  </a:moveTo>
                  <a:lnTo>
                    <a:pt x="1457" y="33"/>
                  </a:lnTo>
                  <a:cubicBezTo>
                    <a:pt x="1438" y="32"/>
                    <a:pt x="1419" y="31"/>
                    <a:pt x="1400" y="31"/>
                  </a:cubicBezTo>
                  <a:cubicBezTo>
                    <a:pt x="634" y="31"/>
                    <a:pt x="0" y="654"/>
                    <a:pt x="0" y="1458"/>
                  </a:cubicBezTo>
                  <a:lnTo>
                    <a:pt x="0" y="5638"/>
                  </a:lnTo>
                  <a:cubicBezTo>
                    <a:pt x="0" y="6430"/>
                    <a:pt x="665" y="7095"/>
                    <a:pt x="1457" y="7095"/>
                  </a:cubicBezTo>
                  <a:lnTo>
                    <a:pt x="5859" y="7095"/>
                  </a:lnTo>
                  <a:lnTo>
                    <a:pt x="5891" y="15297"/>
                  </a:lnTo>
                  <a:cubicBezTo>
                    <a:pt x="5891" y="15930"/>
                    <a:pt x="6397" y="16437"/>
                    <a:pt x="7031" y="16437"/>
                  </a:cubicBezTo>
                  <a:lnTo>
                    <a:pt x="10229" y="16437"/>
                  </a:lnTo>
                  <a:cubicBezTo>
                    <a:pt x="10863" y="16437"/>
                    <a:pt x="11401" y="15899"/>
                    <a:pt x="11401" y="15297"/>
                  </a:cubicBezTo>
                  <a:lnTo>
                    <a:pt x="11338" y="2154"/>
                  </a:lnTo>
                  <a:cubicBezTo>
                    <a:pt x="11338" y="951"/>
                    <a:pt x="10388" y="1"/>
                    <a:pt x="9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762;p68">
              <a:extLst>
                <a:ext uri="{FF2B5EF4-FFF2-40B4-BE49-F238E27FC236}">
                  <a16:creationId xmlns:a16="http://schemas.microsoft.com/office/drawing/2014/main" id="{04390CD3-6F4E-F039-4D19-4CC8AA321057}"/>
                </a:ext>
              </a:extLst>
            </p:cNvPr>
            <p:cNvSpPr/>
            <p:nvPr/>
          </p:nvSpPr>
          <p:spPr>
            <a:xfrm>
              <a:off x="1890487" y="3874579"/>
              <a:ext cx="305549" cy="117812"/>
            </a:xfrm>
            <a:custGeom>
              <a:avLst/>
              <a:gdLst/>
              <a:ahLst/>
              <a:cxnLst/>
              <a:rect l="l" t="t" r="r" b="b"/>
              <a:pathLst>
                <a:path w="18401" h="7095" extrusionOk="0">
                  <a:moveTo>
                    <a:pt x="17165" y="0"/>
                  </a:moveTo>
                  <a:lnTo>
                    <a:pt x="1204" y="64"/>
                  </a:lnTo>
                  <a:cubicBezTo>
                    <a:pt x="539" y="64"/>
                    <a:pt x="1" y="602"/>
                    <a:pt x="1" y="1267"/>
                  </a:cubicBezTo>
                  <a:lnTo>
                    <a:pt x="1" y="5891"/>
                  </a:lnTo>
                  <a:cubicBezTo>
                    <a:pt x="1" y="6556"/>
                    <a:pt x="539" y="7094"/>
                    <a:pt x="1204" y="7094"/>
                  </a:cubicBezTo>
                  <a:lnTo>
                    <a:pt x="17165" y="7062"/>
                  </a:lnTo>
                  <a:cubicBezTo>
                    <a:pt x="17862" y="7062"/>
                    <a:pt x="18400" y="6524"/>
                    <a:pt x="18400" y="5827"/>
                  </a:cubicBezTo>
                  <a:lnTo>
                    <a:pt x="18400" y="1235"/>
                  </a:lnTo>
                  <a:cubicBezTo>
                    <a:pt x="18400" y="570"/>
                    <a:pt x="17862" y="0"/>
                    <a:pt x="17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763;p68">
              <a:extLst>
                <a:ext uri="{FF2B5EF4-FFF2-40B4-BE49-F238E27FC236}">
                  <a16:creationId xmlns:a16="http://schemas.microsoft.com/office/drawing/2014/main" id="{146218E8-5C73-0CED-F7AD-1A4A59A71146}"/>
                </a:ext>
              </a:extLst>
            </p:cNvPr>
            <p:cNvSpPr/>
            <p:nvPr/>
          </p:nvSpPr>
          <p:spPr>
            <a:xfrm>
              <a:off x="3652536" y="4028113"/>
              <a:ext cx="439119" cy="120967"/>
            </a:xfrm>
            <a:custGeom>
              <a:avLst/>
              <a:gdLst/>
              <a:ahLst/>
              <a:cxnLst/>
              <a:rect l="l" t="t" r="r" b="b"/>
              <a:pathLst>
                <a:path w="26445" h="7285" extrusionOk="0">
                  <a:moveTo>
                    <a:pt x="25051" y="1"/>
                  </a:moveTo>
                  <a:lnTo>
                    <a:pt x="1426" y="64"/>
                  </a:lnTo>
                  <a:cubicBezTo>
                    <a:pt x="666" y="64"/>
                    <a:pt x="32" y="697"/>
                    <a:pt x="32" y="1457"/>
                  </a:cubicBezTo>
                  <a:lnTo>
                    <a:pt x="32" y="5891"/>
                  </a:lnTo>
                  <a:cubicBezTo>
                    <a:pt x="1" y="6651"/>
                    <a:pt x="634" y="7284"/>
                    <a:pt x="1426" y="7284"/>
                  </a:cubicBezTo>
                  <a:lnTo>
                    <a:pt x="25051" y="7189"/>
                  </a:lnTo>
                  <a:cubicBezTo>
                    <a:pt x="25811" y="7189"/>
                    <a:pt x="26444" y="6556"/>
                    <a:pt x="26444" y="5828"/>
                  </a:cubicBezTo>
                  <a:lnTo>
                    <a:pt x="26444" y="1394"/>
                  </a:lnTo>
                  <a:cubicBezTo>
                    <a:pt x="26444" y="634"/>
                    <a:pt x="25811" y="1"/>
                    <a:pt x="25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764;p68">
              <a:extLst>
                <a:ext uri="{FF2B5EF4-FFF2-40B4-BE49-F238E27FC236}">
                  <a16:creationId xmlns:a16="http://schemas.microsoft.com/office/drawing/2014/main" id="{7BE89DB5-1BCB-A68A-F79A-C7E870293388}"/>
                </a:ext>
              </a:extLst>
            </p:cNvPr>
            <p:cNvSpPr/>
            <p:nvPr/>
          </p:nvSpPr>
          <p:spPr>
            <a:xfrm>
              <a:off x="2553030" y="4182709"/>
              <a:ext cx="736764" cy="119905"/>
            </a:xfrm>
            <a:custGeom>
              <a:avLst/>
              <a:gdLst/>
              <a:ahLst/>
              <a:cxnLst/>
              <a:rect l="l" t="t" r="r" b="b"/>
              <a:pathLst>
                <a:path w="44370" h="7221" extrusionOk="0">
                  <a:moveTo>
                    <a:pt x="43356" y="0"/>
                  </a:moveTo>
                  <a:lnTo>
                    <a:pt x="1014" y="159"/>
                  </a:lnTo>
                  <a:cubicBezTo>
                    <a:pt x="476" y="159"/>
                    <a:pt x="1" y="634"/>
                    <a:pt x="1" y="1172"/>
                  </a:cubicBezTo>
                  <a:lnTo>
                    <a:pt x="1" y="6207"/>
                  </a:lnTo>
                  <a:cubicBezTo>
                    <a:pt x="1" y="6746"/>
                    <a:pt x="476" y="7221"/>
                    <a:pt x="1014" y="7221"/>
                  </a:cubicBezTo>
                  <a:lnTo>
                    <a:pt x="43324" y="7062"/>
                  </a:lnTo>
                  <a:cubicBezTo>
                    <a:pt x="43894" y="7062"/>
                    <a:pt x="44369" y="6587"/>
                    <a:pt x="44369" y="6049"/>
                  </a:cubicBezTo>
                  <a:lnTo>
                    <a:pt x="44369" y="1014"/>
                  </a:lnTo>
                  <a:cubicBezTo>
                    <a:pt x="44369" y="412"/>
                    <a:pt x="43894" y="0"/>
                    <a:pt x="433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765;p68">
              <a:extLst>
                <a:ext uri="{FF2B5EF4-FFF2-40B4-BE49-F238E27FC236}">
                  <a16:creationId xmlns:a16="http://schemas.microsoft.com/office/drawing/2014/main" id="{960FC7DB-16C4-0176-17D0-716B5A4C7E06}"/>
                </a:ext>
              </a:extLst>
            </p:cNvPr>
            <p:cNvSpPr/>
            <p:nvPr/>
          </p:nvSpPr>
          <p:spPr>
            <a:xfrm>
              <a:off x="3653598" y="4247380"/>
              <a:ext cx="121482" cy="51559"/>
            </a:xfrm>
            <a:custGeom>
              <a:avLst/>
              <a:gdLst/>
              <a:ahLst/>
              <a:cxnLst/>
              <a:rect l="l" t="t" r="r" b="b"/>
              <a:pathLst>
                <a:path w="7316" h="3105" extrusionOk="0">
                  <a:moveTo>
                    <a:pt x="6746" y="1"/>
                  </a:moveTo>
                  <a:lnTo>
                    <a:pt x="570" y="64"/>
                  </a:lnTo>
                  <a:cubicBezTo>
                    <a:pt x="253" y="64"/>
                    <a:pt x="0" y="286"/>
                    <a:pt x="0" y="602"/>
                  </a:cubicBezTo>
                  <a:lnTo>
                    <a:pt x="0" y="2534"/>
                  </a:lnTo>
                  <a:cubicBezTo>
                    <a:pt x="0" y="2851"/>
                    <a:pt x="253" y="3104"/>
                    <a:pt x="570" y="3104"/>
                  </a:cubicBezTo>
                  <a:lnTo>
                    <a:pt x="6746" y="3072"/>
                  </a:lnTo>
                  <a:cubicBezTo>
                    <a:pt x="7062" y="3072"/>
                    <a:pt x="7316" y="2787"/>
                    <a:pt x="7284" y="2502"/>
                  </a:cubicBezTo>
                  <a:lnTo>
                    <a:pt x="7284" y="571"/>
                  </a:lnTo>
                  <a:cubicBezTo>
                    <a:pt x="7284" y="254"/>
                    <a:pt x="7062" y="1"/>
                    <a:pt x="6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766;p68">
              <a:extLst>
                <a:ext uri="{FF2B5EF4-FFF2-40B4-BE49-F238E27FC236}">
                  <a16:creationId xmlns:a16="http://schemas.microsoft.com/office/drawing/2014/main" id="{D053C3C0-272F-9A64-1926-142689BAE247}"/>
                </a:ext>
              </a:extLst>
            </p:cNvPr>
            <p:cNvSpPr/>
            <p:nvPr/>
          </p:nvSpPr>
          <p:spPr>
            <a:xfrm>
              <a:off x="3812397" y="4246849"/>
              <a:ext cx="120951" cy="51559"/>
            </a:xfrm>
            <a:custGeom>
              <a:avLst/>
              <a:gdLst/>
              <a:ahLst/>
              <a:cxnLst/>
              <a:rect l="l" t="t" r="r" b="b"/>
              <a:pathLst>
                <a:path w="7284" h="3105" extrusionOk="0">
                  <a:moveTo>
                    <a:pt x="6714" y="1"/>
                  </a:moveTo>
                  <a:lnTo>
                    <a:pt x="538" y="33"/>
                  </a:lnTo>
                  <a:cubicBezTo>
                    <a:pt x="222" y="33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22" y="3104"/>
                    <a:pt x="538" y="3104"/>
                  </a:cubicBezTo>
                  <a:lnTo>
                    <a:pt x="6714" y="3041"/>
                  </a:lnTo>
                  <a:cubicBezTo>
                    <a:pt x="7031" y="3041"/>
                    <a:pt x="7284" y="2788"/>
                    <a:pt x="7284" y="2503"/>
                  </a:cubicBezTo>
                  <a:lnTo>
                    <a:pt x="7284" y="571"/>
                  </a:lnTo>
                  <a:cubicBezTo>
                    <a:pt x="7284" y="254"/>
                    <a:pt x="7031" y="1"/>
                    <a:pt x="67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767;p68">
              <a:extLst>
                <a:ext uri="{FF2B5EF4-FFF2-40B4-BE49-F238E27FC236}">
                  <a16:creationId xmlns:a16="http://schemas.microsoft.com/office/drawing/2014/main" id="{292A729D-96BC-F9C0-BBED-9E003B663AE5}"/>
                </a:ext>
              </a:extLst>
            </p:cNvPr>
            <p:cNvSpPr/>
            <p:nvPr/>
          </p:nvSpPr>
          <p:spPr>
            <a:xfrm>
              <a:off x="3811335" y="4170090"/>
              <a:ext cx="122014" cy="51027"/>
            </a:xfrm>
            <a:custGeom>
              <a:avLst/>
              <a:gdLst/>
              <a:ahLst/>
              <a:cxnLst/>
              <a:rect l="l" t="t" r="r" b="b"/>
              <a:pathLst>
                <a:path w="7348" h="3073" extrusionOk="0">
                  <a:moveTo>
                    <a:pt x="6746" y="0"/>
                  </a:moveTo>
                  <a:lnTo>
                    <a:pt x="571" y="32"/>
                  </a:lnTo>
                  <a:cubicBezTo>
                    <a:pt x="254" y="32"/>
                    <a:pt x="1" y="285"/>
                    <a:pt x="1" y="602"/>
                  </a:cubicBezTo>
                  <a:lnTo>
                    <a:pt x="1" y="2534"/>
                  </a:lnTo>
                  <a:cubicBezTo>
                    <a:pt x="1" y="2850"/>
                    <a:pt x="254" y="3072"/>
                    <a:pt x="571" y="3072"/>
                  </a:cubicBezTo>
                  <a:lnTo>
                    <a:pt x="6746" y="3040"/>
                  </a:lnTo>
                  <a:cubicBezTo>
                    <a:pt x="7063" y="3040"/>
                    <a:pt x="7348" y="2819"/>
                    <a:pt x="7285" y="2502"/>
                  </a:cubicBezTo>
                  <a:lnTo>
                    <a:pt x="7285" y="539"/>
                  </a:lnTo>
                  <a:cubicBezTo>
                    <a:pt x="7285" y="222"/>
                    <a:pt x="7063" y="0"/>
                    <a:pt x="6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768;p68">
              <a:extLst>
                <a:ext uri="{FF2B5EF4-FFF2-40B4-BE49-F238E27FC236}">
                  <a16:creationId xmlns:a16="http://schemas.microsoft.com/office/drawing/2014/main" id="{09947362-DD68-0CC1-2775-D93FB4C77F9D}"/>
                </a:ext>
              </a:extLst>
            </p:cNvPr>
            <p:cNvSpPr/>
            <p:nvPr/>
          </p:nvSpPr>
          <p:spPr>
            <a:xfrm>
              <a:off x="3970665" y="4246334"/>
              <a:ext cx="120967" cy="51027"/>
            </a:xfrm>
            <a:custGeom>
              <a:avLst/>
              <a:gdLst/>
              <a:ahLst/>
              <a:cxnLst/>
              <a:rect l="l" t="t" r="r" b="b"/>
              <a:pathLst>
                <a:path w="7285" h="3073" extrusionOk="0">
                  <a:moveTo>
                    <a:pt x="6746" y="0"/>
                  </a:moveTo>
                  <a:lnTo>
                    <a:pt x="571" y="32"/>
                  </a:lnTo>
                  <a:cubicBezTo>
                    <a:pt x="254" y="32"/>
                    <a:pt x="0" y="285"/>
                    <a:pt x="0" y="602"/>
                  </a:cubicBezTo>
                  <a:lnTo>
                    <a:pt x="0" y="2534"/>
                  </a:lnTo>
                  <a:cubicBezTo>
                    <a:pt x="0" y="2850"/>
                    <a:pt x="254" y="3072"/>
                    <a:pt x="571" y="3072"/>
                  </a:cubicBezTo>
                  <a:lnTo>
                    <a:pt x="6746" y="3040"/>
                  </a:lnTo>
                  <a:cubicBezTo>
                    <a:pt x="7031" y="3040"/>
                    <a:pt x="7284" y="2819"/>
                    <a:pt x="7284" y="2502"/>
                  </a:cubicBezTo>
                  <a:lnTo>
                    <a:pt x="7284" y="539"/>
                  </a:lnTo>
                  <a:cubicBezTo>
                    <a:pt x="7284" y="222"/>
                    <a:pt x="7031" y="0"/>
                    <a:pt x="6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769;p68">
              <a:extLst>
                <a:ext uri="{FF2B5EF4-FFF2-40B4-BE49-F238E27FC236}">
                  <a16:creationId xmlns:a16="http://schemas.microsoft.com/office/drawing/2014/main" id="{B04B1628-B3C0-6CB8-DEFE-EB69B181344C}"/>
                </a:ext>
              </a:extLst>
            </p:cNvPr>
            <p:cNvSpPr/>
            <p:nvPr/>
          </p:nvSpPr>
          <p:spPr>
            <a:xfrm>
              <a:off x="1898374" y="3558031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770;p68">
              <a:extLst>
                <a:ext uri="{FF2B5EF4-FFF2-40B4-BE49-F238E27FC236}">
                  <a16:creationId xmlns:a16="http://schemas.microsoft.com/office/drawing/2014/main" id="{66806626-2956-76BD-2ED8-1BA256208C7B}"/>
                </a:ext>
              </a:extLst>
            </p:cNvPr>
            <p:cNvSpPr/>
            <p:nvPr/>
          </p:nvSpPr>
          <p:spPr>
            <a:xfrm>
              <a:off x="2058750" y="3558031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6999"/>
                    <a:pt x="7095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771;p68">
              <a:extLst>
                <a:ext uri="{FF2B5EF4-FFF2-40B4-BE49-F238E27FC236}">
                  <a16:creationId xmlns:a16="http://schemas.microsoft.com/office/drawing/2014/main" id="{EA8F3F8E-BF1D-CA5A-EBE4-4E52C21A6E73}"/>
                </a:ext>
              </a:extLst>
            </p:cNvPr>
            <p:cNvSpPr/>
            <p:nvPr/>
          </p:nvSpPr>
          <p:spPr>
            <a:xfrm>
              <a:off x="2219127" y="3557500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772;p68">
              <a:extLst>
                <a:ext uri="{FF2B5EF4-FFF2-40B4-BE49-F238E27FC236}">
                  <a16:creationId xmlns:a16="http://schemas.microsoft.com/office/drawing/2014/main" id="{3CE37F46-25DF-8272-D53B-3CB2233503AF}"/>
                </a:ext>
              </a:extLst>
            </p:cNvPr>
            <p:cNvSpPr/>
            <p:nvPr/>
          </p:nvSpPr>
          <p:spPr>
            <a:xfrm>
              <a:off x="2379503" y="3556985"/>
              <a:ext cx="116766" cy="116750"/>
            </a:xfrm>
            <a:custGeom>
              <a:avLst/>
              <a:gdLst/>
              <a:ahLst/>
              <a:cxnLst/>
              <a:rect l="l" t="t" r="r" b="b"/>
              <a:pathLst>
                <a:path w="7032" h="7031" extrusionOk="0">
                  <a:moveTo>
                    <a:pt x="1553" y="0"/>
                  </a:moveTo>
                  <a:cubicBezTo>
                    <a:pt x="698" y="0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31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773;p68">
              <a:extLst>
                <a:ext uri="{FF2B5EF4-FFF2-40B4-BE49-F238E27FC236}">
                  <a16:creationId xmlns:a16="http://schemas.microsoft.com/office/drawing/2014/main" id="{F9B4E7C3-EECC-60E5-5343-833C9396E0ED}"/>
                </a:ext>
              </a:extLst>
            </p:cNvPr>
            <p:cNvSpPr/>
            <p:nvPr/>
          </p:nvSpPr>
          <p:spPr>
            <a:xfrm>
              <a:off x="2539365" y="3555923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2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774;p68">
              <a:extLst>
                <a:ext uri="{FF2B5EF4-FFF2-40B4-BE49-F238E27FC236}">
                  <a16:creationId xmlns:a16="http://schemas.microsoft.com/office/drawing/2014/main" id="{0513E017-145E-C897-821C-8ED9D3F16D8B}"/>
                </a:ext>
              </a:extLst>
            </p:cNvPr>
            <p:cNvSpPr/>
            <p:nvPr/>
          </p:nvSpPr>
          <p:spPr>
            <a:xfrm>
              <a:off x="2699741" y="355540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775;p68">
              <a:extLst>
                <a:ext uri="{FF2B5EF4-FFF2-40B4-BE49-F238E27FC236}">
                  <a16:creationId xmlns:a16="http://schemas.microsoft.com/office/drawing/2014/main" id="{7FC1F88E-2E0F-FA73-4EA2-C13C8BBB8E25}"/>
                </a:ext>
              </a:extLst>
            </p:cNvPr>
            <p:cNvSpPr/>
            <p:nvPr/>
          </p:nvSpPr>
          <p:spPr>
            <a:xfrm>
              <a:off x="2699741" y="355540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776;p68">
              <a:extLst>
                <a:ext uri="{FF2B5EF4-FFF2-40B4-BE49-F238E27FC236}">
                  <a16:creationId xmlns:a16="http://schemas.microsoft.com/office/drawing/2014/main" id="{D5CA4B19-4475-5C3B-7C88-7B1A3DDB8499}"/>
                </a:ext>
              </a:extLst>
            </p:cNvPr>
            <p:cNvSpPr/>
            <p:nvPr/>
          </p:nvSpPr>
          <p:spPr>
            <a:xfrm>
              <a:off x="2860118" y="3554877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1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66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03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777;p68">
              <a:extLst>
                <a:ext uri="{FF2B5EF4-FFF2-40B4-BE49-F238E27FC236}">
                  <a16:creationId xmlns:a16="http://schemas.microsoft.com/office/drawing/2014/main" id="{695B6E0C-D8F6-2AEF-ABD5-C890661B2882}"/>
                </a:ext>
              </a:extLst>
            </p:cNvPr>
            <p:cNvSpPr/>
            <p:nvPr/>
          </p:nvSpPr>
          <p:spPr>
            <a:xfrm>
              <a:off x="3019448" y="3554877"/>
              <a:ext cx="117796" cy="116766"/>
            </a:xfrm>
            <a:custGeom>
              <a:avLst/>
              <a:gdLst/>
              <a:ahLst/>
              <a:cxnLst/>
              <a:rect l="l" t="t" r="r" b="b"/>
              <a:pathLst>
                <a:path w="7094" h="7032" extrusionOk="0">
                  <a:moveTo>
                    <a:pt x="1552" y="1"/>
                  </a:moveTo>
                  <a:cubicBezTo>
                    <a:pt x="729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6999"/>
                    <a:pt x="7094" y="6334"/>
                    <a:pt x="7062" y="5448"/>
                  </a:cubicBezTo>
                  <a:lnTo>
                    <a:pt x="7062" y="1552"/>
                  </a:lnTo>
                  <a:cubicBezTo>
                    <a:pt x="7062" y="697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778;p68">
              <a:extLst>
                <a:ext uri="{FF2B5EF4-FFF2-40B4-BE49-F238E27FC236}">
                  <a16:creationId xmlns:a16="http://schemas.microsoft.com/office/drawing/2014/main" id="{8DA4B21D-7A20-867A-74CD-95084BF0F3E3}"/>
                </a:ext>
              </a:extLst>
            </p:cNvPr>
            <p:cNvSpPr/>
            <p:nvPr/>
          </p:nvSpPr>
          <p:spPr>
            <a:xfrm>
              <a:off x="3179825" y="3554345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94" y="6303"/>
                    <a:pt x="7062" y="5448"/>
                  </a:cubicBezTo>
                  <a:lnTo>
                    <a:pt x="7062" y="1521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779;p68">
              <a:extLst>
                <a:ext uri="{FF2B5EF4-FFF2-40B4-BE49-F238E27FC236}">
                  <a16:creationId xmlns:a16="http://schemas.microsoft.com/office/drawing/2014/main" id="{4FC9C70A-362F-6D81-3EFB-9B5E37056534}"/>
                </a:ext>
              </a:extLst>
            </p:cNvPr>
            <p:cNvSpPr/>
            <p:nvPr/>
          </p:nvSpPr>
          <p:spPr>
            <a:xfrm>
              <a:off x="3340201" y="3553299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62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780;p68">
              <a:extLst>
                <a:ext uri="{FF2B5EF4-FFF2-40B4-BE49-F238E27FC236}">
                  <a16:creationId xmlns:a16="http://schemas.microsoft.com/office/drawing/2014/main" id="{EF468BFC-D578-C05C-CB31-D4E2BA451D33}"/>
                </a:ext>
              </a:extLst>
            </p:cNvPr>
            <p:cNvSpPr/>
            <p:nvPr/>
          </p:nvSpPr>
          <p:spPr>
            <a:xfrm>
              <a:off x="3500046" y="3552768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781;p68">
              <a:extLst>
                <a:ext uri="{FF2B5EF4-FFF2-40B4-BE49-F238E27FC236}">
                  <a16:creationId xmlns:a16="http://schemas.microsoft.com/office/drawing/2014/main" id="{AFAB647D-7900-0722-FB2F-089B452985DC}"/>
                </a:ext>
              </a:extLst>
            </p:cNvPr>
            <p:cNvSpPr/>
            <p:nvPr/>
          </p:nvSpPr>
          <p:spPr>
            <a:xfrm>
              <a:off x="2146037" y="3715251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782;p68">
              <a:extLst>
                <a:ext uri="{FF2B5EF4-FFF2-40B4-BE49-F238E27FC236}">
                  <a16:creationId xmlns:a16="http://schemas.microsoft.com/office/drawing/2014/main" id="{8A97E943-3E4C-585B-4127-5FCBA2845B7D}"/>
                </a:ext>
              </a:extLst>
            </p:cNvPr>
            <p:cNvSpPr/>
            <p:nvPr/>
          </p:nvSpPr>
          <p:spPr>
            <a:xfrm>
              <a:off x="2306413" y="3714720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35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783;p68">
              <a:extLst>
                <a:ext uri="{FF2B5EF4-FFF2-40B4-BE49-F238E27FC236}">
                  <a16:creationId xmlns:a16="http://schemas.microsoft.com/office/drawing/2014/main" id="{6DC76DD0-7060-16B6-88D8-0481763D7BCD}"/>
                </a:ext>
              </a:extLst>
            </p:cNvPr>
            <p:cNvSpPr/>
            <p:nvPr/>
          </p:nvSpPr>
          <p:spPr>
            <a:xfrm>
              <a:off x="2466790" y="3713674"/>
              <a:ext cx="117298" cy="117281"/>
            </a:xfrm>
            <a:custGeom>
              <a:avLst/>
              <a:gdLst/>
              <a:ahLst/>
              <a:cxnLst/>
              <a:rect l="l" t="t" r="r" b="b"/>
              <a:pathLst>
                <a:path w="7064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35" y="7063"/>
                    <a:pt x="7063" y="6398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784;p68">
              <a:extLst>
                <a:ext uri="{FF2B5EF4-FFF2-40B4-BE49-F238E27FC236}">
                  <a16:creationId xmlns:a16="http://schemas.microsoft.com/office/drawing/2014/main" id="{6250890E-F17C-1F19-18AC-A51EACF7EC23}"/>
                </a:ext>
              </a:extLst>
            </p:cNvPr>
            <p:cNvSpPr/>
            <p:nvPr/>
          </p:nvSpPr>
          <p:spPr>
            <a:xfrm>
              <a:off x="2626651" y="371367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785;p68">
              <a:extLst>
                <a:ext uri="{FF2B5EF4-FFF2-40B4-BE49-F238E27FC236}">
                  <a16:creationId xmlns:a16="http://schemas.microsoft.com/office/drawing/2014/main" id="{F3DBA55B-F6F3-EFF8-C161-3FB36551E30A}"/>
                </a:ext>
              </a:extLst>
            </p:cNvPr>
            <p:cNvSpPr/>
            <p:nvPr/>
          </p:nvSpPr>
          <p:spPr>
            <a:xfrm>
              <a:off x="2787028" y="3713142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786;p68">
              <a:extLst>
                <a:ext uri="{FF2B5EF4-FFF2-40B4-BE49-F238E27FC236}">
                  <a16:creationId xmlns:a16="http://schemas.microsoft.com/office/drawing/2014/main" id="{F7EE639F-ACD1-417E-C306-4A8F0FFE7DF7}"/>
                </a:ext>
              </a:extLst>
            </p:cNvPr>
            <p:cNvSpPr/>
            <p:nvPr/>
          </p:nvSpPr>
          <p:spPr>
            <a:xfrm>
              <a:off x="2947404" y="371262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787;p68">
              <a:extLst>
                <a:ext uri="{FF2B5EF4-FFF2-40B4-BE49-F238E27FC236}">
                  <a16:creationId xmlns:a16="http://schemas.microsoft.com/office/drawing/2014/main" id="{6472517C-8C6A-5B02-DDEB-0A5C9D248F7C}"/>
                </a:ext>
              </a:extLst>
            </p:cNvPr>
            <p:cNvSpPr/>
            <p:nvPr/>
          </p:nvSpPr>
          <p:spPr>
            <a:xfrm>
              <a:off x="3107249" y="3712096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21" y="1"/>
                  </a:moveTo>
                  <a:cubicBezTo>
                    <a:pt x="698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03"/>
                    <a:pt x="698" y="7031"/>
                    <a:pt x="1584" y="7031"/>
                  </a:cubicBezTo>
                  <a:lnTo>
                    <a:pt x="5480" y="7031"/>
                  </a:lnTo>
                  <a:cubicBezTo>
                    <a:pt x="6366" y="7031"/>
                    <a:pt x="7063" y="6303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788;p68">
              <a:extLst>
                <a:ext uri="{FF2B5EF4-FFF2-40B4-BE49-F238E27FC236}">
                  <a16:creationId xmlns:a16="http://schemas.microsoft.com/office/drawing/2014/main" id="{968D0D23-1DBD-2488-1DDC-7047B7175F99}"/>
                </a:ext>
              </a:extLst>
            </p:cNvPr>
            <p:cNvSpPr/>
            <p:nvPr/>
          </p:nvSpPr>
          <p:spPr>
            <a:xfrm>
              <a:off x="3267626" y="3711050"/>
              <a:ext cx="117298" cy="117281"/>
            </a:xfrm>
            <a:custGeom>
              <a:avLst/>
              <a:gdLst/>
              <a:ahLst/>
              <a:cxnLst/>
              <a:rect l="l" t="t" r="r" b="b"/>
              <a:pathLst>
                <a:path w="7064" h="7063" extrusionOk="0">
                  <a:moveTo>
                    <a:pt x="1521" y="0"/>
                  </a:moveTo>
                  <a:cubicBezTo>
                    <a:pt x="698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2"/>
                    <a:pt x="1584" y="7062"/>
                  </a:cubicBezTo>
                  <a:lnTo>
                    <a:pt x="5480" y="7062"/>
                  </a:lnTo>
                  <a:cubicBezTo>
                    <a:pt x="6366" y="7062"/>
                    <a:pt x="7063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789;p68">
              <a:extLst>
                <a:ext uri="{FF2B5EF4-FFF2-40B4-BE49-F238E27FC236}">
                  <a16:creationId xmlns:a16="http://schemas.microsoft.com/office/drawing/2014/main" id="{588A5466-5AC8-9A6C-48DB-18513816E0E4}"/>
                </a:ext>
              </a:extLst>
            </p:cNvPr>
            <p:cNvSpPr/>
            <p:nvPr/>
          </p:nvSpPr>
          <p:spPr>
            <a:xfrm>
              <a:off x="3428002" y="3710519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480" y="7063"/>
                  </a:lnTo>
                  <a:cubicBezTo>
                    <a:pt x="6366" y="7063"/>
                    <a:pt x="7032" y="6366"/>
                    <a:pt x="7032" y="5479"/>
                  </a:cubicBezTo>
                  <a:lnTo>
                    <a:pt x="7032" y="1552"/>
                  </a:lnTo>
                  <a:cubicBezTo>
                    <a:pt x="7032" y="729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790;p68">
              <a:extLst>
                <a:ext uri="{FF2B5EF4-FFF2-40B4-BE49-F238E27FC236}">
                  <a16:creationId xmlns:a16="http://schemas.microsoft.com/office/drawing/2014/main" id="{664B3507-FDB4-67A1-F9DD-CB7F1D80E5E7}"/>
                </a:ext>
              </a:extLst>
            </p:cNvPr>
            <p:cNvSpPr/>
            <p:nvPr/>
          </p:nvSpPr>
          <p:spPr>
            <a:xfrm>
              <a:off x="3587332" y="3710519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791;p68">
              <a:extLst>
                <a:ext uri="{FF2B5EF4-FFF2-40B4-BE49-F238E27FC236}">
                  <a16:creationId xmlns:a16="http://schemas.microsoft.com/office/drawing/2014/main" id="{11C4BA39-9C1A-15F5-2FD1-B4ADE1AA2F03}"/>
                </a:ext>
              </a:extLst>
            </p:cNvPr>
            <p:cNvSpPr/>
            <p:nvPr/>
          </p:nvSpPr>
          <p:spPr>
            <a:xfrm>
              <a:off x="3747709" y="370998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792;p68">
              <a:extLst>
                <a:ext uri="{FF2B5EF4-FFF2-40B4-BE49-F238E27FC236}">
                  <a16:creationId xmlns:a16="http://schemas.microsoft.com/office/drawing/2014/main" id="{C2EEECBC-351D-5269-7652-C51B1DA5BC30}"/>
                </a:ext>
              </a:extLst>
            </p:cNvPr>
            <p:cNvSpPr/>
            <p:nvPr/>
          </p:nvSpPr>
          <p:spPr>
            <a:xfrm>
              <a:off x="3747709" y="370998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793;p68">
              <a:extLst>
                <a:ext uri="{FF2B5EF4-FFF2-40B4-BE49-F238E27FC236}">
                  <a16:creationId xmlns:a16="http://schemas.microsoft.com/office/drawing/2014/main" id="{784D1CF3-F27A-847F-C044-754DCB3D2D29}"/>
                </a:ext>
              </a:extLst>
            </p:cNvPr>
            <p:cNvSpPr/>
            <p:nvPr/>
          </p:nvSpPr>
          <p:spPr>
            <a:xfrm>
              <a:off x="3660423" y="3552253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5" y="0"/>
                    <a:pt x="5479" y="0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794;p68">
              <a:extLst>
                <a:ext uri="{FF2B5EF4-FFF2-40B4-BE49-F238E27FC236}">
                  <a16:creationId xmlns:a16="http://schemas.microsoft.com/office/drawing/2014/main" id="{F441A504-8960-3096-7D12-F72D0ACAAAAA}"/>
                </a:ext>
              </a:extLst>
            </p:cNvPr>
            <p:cNvSpPr/>
            <p:nvPr/>
          </p:nvSpPr>
          <p:spPr>
            <a:xfrm>
              <a:off x="3660423" y="3552253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5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795;p68">
              <a:extLst>
                <a:ext uri="{FF2B5EF4-FFF2-40B4-BE49-F238E27FC236}">
                  <a16:creationId xmlns:a16="http://schemas.microsoft.com/office/drawing/2014/main" id="{FCB258C7-361F-4059-9997-D8815AA94710}"/>
                </a:ext>
              </a:extLst>
            </p:cNvPr>
            <p:cNvSpPr/>
            <p:nvPr/>
          </p:nvSpPr>
          <p:spPr>
            <a:xfrm>
              <a:off x="2241210" y="3870362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796;p68">
              <a:extLst>
                <a:ext uri="{FF2B5EF4-FFF2-40B4-BE49-F238E27FC236}">
                  <a16:creationId xmlns:a16="http://schemas.microsoft.com/office/drawing/2014/main" id="{E2542D33-9B11-3D46-1591-D262DFE3FDC6}"/>
                </a:ext>
              </a:extLst>
            </p:cNvPr>
            <p:cNvSpPr/>
            <p:nvPr/>
          </p:nvSpPr>
          <p:spPr>
            <a:xfrm>
              <a:off x="2401586" y="3869847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5" y="0"/>
                    <a:pt x="54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797;p68">
              <a:extLst>
                <a:ext uri="{FF2B5EF4-FFF2-40B4-BE49-F238E27FC236}">
                  <a16:creationId xmlns:a16="http://schemas.microsoft.com/office/drawing/2014/main" id="{977CAFC6-6C80-E273-ABD5-1337ADB49F1B}"/>
                </a:ext>
              </a:extLst>
            </p:cNvPr>
            <p:cNvSpPr/>
            <p:nvPr/>
          </p:nvSpPr>
          <p:spPr>
            <a:xfrm>
              <a:off x="2561979" y="3868784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52" y="1"/>
                  </a:moveTo>
                  <a:cubicBezTo>
                    <a:pt x="728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8" y="7063"/>
                    <a:pt x="1583" y="7063"/>
                  </a:cubicBezTo>
                  <a:lnTo>
                    <a:pt x="5510" y="7063"/>
                  </a:lnTo>
                  <a:cubicBezTo>
                    <a:pt x="6334" y="7063"/>
                    <a:pt x="7062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798;p68">
              <a:extLst>
                <a:ext uri="{FF2B5EF4-FFF2-40B4-BE49-F238E27FC236}">
                  <a16:creationId xmlns:a16="http://schemas.microsoft.com/office/drawing/2014/main" id="{89D96A66-1DE9-1E5C-7AE3-057A457A4142}"/>
                </a:ext>
              </a:extLst>
            </p:cNvPr>
            <p:cNvSpPr/>
            <p:nvPr/>
          </p:nvSpPr>
          <p:spPr>
            <a:xfrm>
              <a:off x="2721824" y="3868270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4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799;p68">
              <a:extLst>
                <a:ext uri="{FF2B5EF4-FFF2-40B4-BE49-F238E27FC236}">
                  <a16:creationId xmlns:a16="http://schemas.microsoft.com/office/drawing/2014/main" id="{12887A74-8454-7D81-0AE6-D2738AD55633}"/>
                </a:ext>
              </a:extLst>
            </p:cNvPr>
            <p:cNvSpPr/>
            <p:nvPr/>
          </p:nvSpPr>
          <p:spPr>
            <a:xfrm>
              <a:off x="2882201" y="3868270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800;p68">
              <a:extLst>
                <a:ext uri="{FF2B5EF4-FFF2-40B4-BE49-F238E27FC236}">
                  <a16:creationId xmlns:a16="http://schemas.microsoft.com/office/drawing/2014/main" id="{1D6CA35C-E8B9-E0D7-DA3A-C72228DA67EE}"/>
                </a:ext>
              </a:extLst>
            </p:cNvPr>
            <p:cNvSpPr/>
            <p:nvPr/>
          </p:nvSpPr>
          <p:spPr>
            <a:xfrm>
              <a:off x="3042577" y="3867738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4" y="7031"/>
                    <a:pt x="7063" y="6334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801;p68">
              <a:extLst>
                <a:ext uri="{FF2B5EF4-FFF2-40B4-BE49-F238E27FC236}">
                  <a16:creationId xmlns:a16="http://schemas.microsoft.com/office/drawing/2014/main" id="{5B3098D0-EB83-58FF-A0F6-5ECA951A8297}"/>
                </a:ext>
              </a:extLst>
            </p:cNvPr>
            <p:cNvSpPr/>
            <p:nvPr/>
          </p:nvSpPr>
          <p:spPr>
            <a:xfrm>
              <a:off x="3202422" y="3867207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802;p68">
              <a:extLst>
                <a:ext uri="{FF2B5EF4-FFF2-40B4-BE49-F238E27FC236}">
                  <a16:creationId xmlns:a16="http://schemas.microsoft.com/office/drawing/2014/main" id="{7405F75A-C499-945F-42B6-0DE4AF10F608}"/>
                </a:ext>
              </a:extLst>
            </p:cNvPr>
            <p:cNvSpPr/>
            <p:nvPr/>
          </p:nvSpPr>
          <p:spPr>
            <a:xfrm>
              <a:off x="3362815" y="3866161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3" y="7063"/>
                  </a:cubicBezTo>
                  <a:lnTo>
                    <a:pt x="5510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803;p68">
              <a:extLst>
                <a:ext uri="{FF2B5EF4-FFF2-40B4-BE49-F238E27FC236}">
                  <a16:creationId xmlns:a16="http://schemas.microsoft.com/office/drawing/2014/main" id="{58C36957-C604-8F84-051D-F270E1516244}"/>
                </a:ext>
              </a:extLst>
            </p:cNvPr>
            <p:cNvSpPr/>
            <p:nvPr/>
          </p:nvSpPr>
          <p:spPr>
            <a:xfrm>
              <a:off x="3523192" y="3865630"/>
              <a:ext cx="116750" cy="117298"/>
            </a:xfrm>
            <a:custGeom>
              <a:avLst/>
              <a:gdLst/>
              <a:ahLst/>
              <a:cxnLst/>
              <a:rect l="l" t="t" r="r" b="b"/>
              <a:pathLst>
                <a:path w="7031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804;p68">
              <a:extLst>
                <a:ext uri="{FF2B5EF4-FFF2-40B4-BE49-F238E27FC236}">
                  <a16:creationId xmlns:a16="http://schemas.microsoft.com/office/drawing/2014/main" id="{D93A246C-81DD-6634-1DB1-4D1ECDFE968D}"/>
                </a:ext>
              </a:extLst>
            </p:cNvPr>
            <p:cNvSpPr/>
            <p:nvPr/>
          </p:nvSpPr>
          <p:spPr>
            <a:xfrm>
              <a:off x="3683037" y="386511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805;p68">
              <a:extLst>
                <a:ext uri="{FF2B5EF4-FFF2-40B4-BE49-F238E27FC236}">
                  <a16:creationId xmlns:a16="http://schemas.microsoft.com/office/drawing/2014/main" id="{6900E441-7235-7343-92DB-FE1086CCE932}"/>
                </a:ext>
              </a:extLst>
            </p:cNvPr>
            <p:cNvSpPr/>
            <p:nvPr/>
          </p:nvSpPr>
          <p:spPr>
            <a:xfrm>
              <a:off x="1900483" y="4031799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97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02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806;p68">
              <a:extLst>
                <a:ext uri="{FF2B5EF4-FFF2-40B4-BE49-F238E27FC236}">
                  <a16:creationId xmlns:a16="http://schemas.microsoft.com/office/drawing/2014/main" id="{3C2FBA0F-4D4E-BB4F-0621-3C9CE7E4B42C}"/>
                </a:ext>
              </a:extLst>
            </p:cNvPr>
            <p:cNvSpPr/>
            <p:nvPr/>
          </p:nvSpPr>
          <p:spPr>
            <a:xfrm>
              <a:off x="2060859" y="4031799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1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34" y="7062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807;p68">
              <a:extLst>
                <a:ext uri="{FF2B5EF4-FFF2-40B4-BE49-F238E27FC236}">
                  <a16:creationId xmlns:a16="http://schemas.microsoft.com/office/drawing/2014/main" id="{58BD0B1A-C96A-A517-2000-1C602D735866}"/>
                </a:ext>
              </a:extLst>
            </p:cNvPr>
            <p:cNvSpPr/>
            <p:nvPr/>
          </p:nvSpPr>
          <p:spPr>
            <a:xfrm>
              <a:off x="2220189" y="4031267"/>
              <a:ext cx="117796" cy="117281"/>
            </a:xfrm>
            <a:custGeom>
              <a:avLst/>
              <a:gdLst/>
              <a:ahLst/>
              <a:cxnLst/>
              <a:rect l="l" t="t" r="r" b="b"/>
              <a:pathLst>
                <a:path w="7094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808;p68">
              <a:extLst>
                <a:ext uri="{FF2B5EF4-FFF2-40B4-BE49-F238E27FC236}">
                  <a16:creationId xmlns:a16="http://schemas.microsoft.com/office/drawing/2014/main" id="{849BAC91-F088-80E7-0CB5-583983A5EF6A}"/>
                </a:ext>
              </a:extLst>
            </p:cNvPr>
            <p:cNvSpPr/>
            <p:nvPr/>
          </p:nvSpPr>
          <p:spPr>
            <a:xfrm>
              <a:off x="2380566" y="4030736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809;p68">
              <a:extLst>
                <a:ext uri="{FF2B5EF4-FFF2-40B4-BE49-F238E27FC236}">
                  <a16:creationId xmlns:a16="http://schemas.microsoft.com/office/drawing/2014/main" id="{9068F7CC-3B55-896D-4451-6E63D4FCBE0E}"/>
                </a:ext>
              </a:extLst>
            </p:cNvPr>
            <p:cNvSpPr/>
            <p:nvPr/>
          </p:nvSpPr>
          <p:spPr>
            <a:xfrm>
              <a:off x="1901014" y="4183224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31"/>
                    <a:pt x="1583" y="7031"/>
                  </a:cubicBezTo>
                  <a:lnTo>
                    <a:pt x="5510" y="7031"/>
                  </a:lnTo>
                  <a:cubicBezTo>
                    <a:pt x="6365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810;p68">
              <a:extLst>
                <a:ext uri="{FF2B5EF4-FFF2-40B4-BE49-F238E27FC236}">
                  <a16:creationId xmlns:a16="http://schemas.microsoft.com/office/drawing/2014/main" id="{8753BFD1-4EB4-CB3B-A9B7-608DCB2477F1}"/>
                </a:ext>
              </a:extLst>
            </p:cNvPr>
            <p:cNvSpPr/>
            <p:nvPr/>
          </p:nvSpPr>
          <p:spPr>
            <a:xfrm>
              <a:off x="2060859" y="4182709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811;p68">
              <a:extLst>
                <a:ext uri="{FF2B5EF4-FFF2-40B4-BE49-F238E27FC236}">
                  <a16:creationId xmlns:a16="http://schemas.microsoft.com/office/drawing/2014/main" id="{DEF40F1F-AB77-199F-181C-7A537E633687}"/>
                </a:ext>
              </a:extLst>
            </p:cNvPr>
            <p:cNvSpPr/>
            <p:nvPr/>
          </p:nvSpPr>
          <p:spPr>
            <a:xfrm>
              <a:off x="2221235" y="4181646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1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3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03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812;p68">
              <a:extLst>
                <a:ext uri="{FF2B5EF4-FFF2-40B4-BE49-F238E27FC236}">
                  <a16:creationId xmlns:a16="http://schemas.microsoft.com/office/drawing/2014/main" id="{24F75C6D-A459-AA67-CDF4-A7FCA09295E2}"/>
                </a:ext>
              </a:extLst>
            </p:cNvPr>
            <p:cNvSpPr/>
            <p:nvPr/>
          </p:nvSpPr>
          <p:spPr>
            <a:xfrm>
              <a:off x="2381612" y="4181132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813;p68">
              <a:extLst>
                <a:ext uri="{FF2B5EF4-FFF2-40B4-BE49-F238E27FC236}">
                  <a16:creationId xmlns:a16="http://schemas.microsoft.com/office/drawing/2014/main" id="{DD979638-801D-E937-D315-15F309B47948}"/>
                </a:ext>
              </a:extLst>
            </p:cNvPr>
            <p:cNvSpPr/>
            <p:nvPr/>
          </p:nvSpPr>
          <p:spPr>
            <a:xfrm>
              <a:off x="3342293" y="4177977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814;p68">
              <a:extLst>
                <a:ext uri="{FF2B5EF4-FFF2-40B4-BE49-F238E27FC236}">
                  <a16:creationId xmlns:a16="http://schemas.microsoft.com/office/drawing/2014/main" id="{307FF9EC-5136-FB14-3FD3-6A24DFCA4868}"/>
                </a:ext>
              </a:extLst>
            </p:cNvPr>
            <p:cNvSpPr/>
            <p:nvPr/>
          </p:nvSpPr>
          <p:spPr>
            <a:xfrm>
              <a:off x="3502686" y="4177977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8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8" y="7031"/>
                    <a:pt x="1583" y="7031"/>
                  </a:cubicBezTo>
                  <a:lnTo>
                    <a:pt x="5510" y="7031"/>
                  </a:lnTo>
                  <a:cubicBezTo>
                    <a:pt x="6365" y="6999"/>
                    <a:pt x="7062" y="6334"/>
                    <a:pt x="7062" y="5447"/>
                  </a:cubicBezTo>
                  <a:lnTo>
                    <a:pt x="7062" y="1552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815;p68">
              <a:extLst>
                <a:ext uri="{FF2B5EF4-FFF2-40B4-BE49-F238E27FC236}">
                  <a16:creationId xmlns:a16="http://schemas.microsoft.com/office/drawing/2014/main" id="{598EDD4F-5298-93D2-6085-23129B4A1819}"/>
                </a:ext>
              </a:extLst>
            </p:cNvPr>
            <p:cNvSpPr/>
            <p:nvPr/>
          </p:nvSpPr>
          <p:spPr>
            <a:xfrm>
              <a:off x="2540942" y="4030221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4"/>
                    <a:pt x="7062" y="5447"/>
                  </a:cubicBezTo>
                  <a:lnTo>
                    <a:pt x="7062" y="1520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816;p68">
              <a:extLst>
                <a:ext uri="{FF2B5EF4-FFF2-40B4-BE49-F238E27FC236}">
                  <a16:creationId xmlns:a16="http://schemas.microsoft.com/office/drawing/2014/main" id="{32194F59-A5BB-ADC4-4FE4-906D0C45C1A9}"/>
                </a:ext>
              </a:extLst>
            </p:cNvPr>
            <p:cNvSpPr/>
            <p:nvPr/>
          </p:nvSpPr>
          <p:spPr>
            <a:xfrm>
              <a:off x="2700787" y="4029159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817;p68">
              <a:extLst>
                <a:ext uri="{FF2B5EF4-FFF2-40B4-BE49-F238E27FC236}">
                  <a16:creationId xmlns:a16="http://schemas.microsoft.com/office/drawing/2014/main" id="{84714F96-2958-C5D7-4C53-1D25475FB930}"/>
                </a:ext>
              </a:extLst>
            </p:cNvPr>
            <p:cNvSpPr/>
            <p:nvPr/>
          </p:nvSpPr>
          <p:spPr>
            <a:xfrm>
              <a:off x="2861164" y="402864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66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818;p68">
              <a:extLst>
                <a:ext uri="{FF2B5EF4-FFF2-40B4-BE49-F238E27FC236}">
                  <a16:creationId xmlns:a16="http://schemas.microsoft.com/office/drawing/2014/main" id="{EB5479BA-F917-2B78-15FA-B9A3242697F5}"/>
                </a:ext>
              </a:extLst>
            </p:cNvPr>
            <p:cNvSpPr/>
            <p:nvPr/>
          </p:nvSpPr>
          <p:spPr>
            <a:xfrm>
              <a:off x="3021540" y="4028644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819;p68">
              <a:extLst>
                <a:ext uri="{FF2B5EF4-FFF2-40B4-BE49-F238E27FC236}">
                  <a16:creationId xmlns:a16="http://schemas.microsoft.com/office/drawing/2014/main" id="{65A2E897-8C55-1225-AA5B-B571D6C1781A}"/>
                </a:ext>
              </a:extLst>
            </p:cNvPr>
            <p:cNvSpPr/>
            <p:nvPr/>
          </p:nvSpPr>
          <p:spPr>
            <a:xfrm>
              <a:off x="3181917" y="4028113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63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820;p68">
              <a:extLst>
                <a:ext uri="{FF2B5EF4-FFF2-40B4-BE49-F238E27FC236}">
                  <a16:creationId xmlns:a16="http://schemas.microsoft.com/office/drawing/2014/main" id="{6BED9E29-0A5F-7233-6D4B-6D69F183DBBB}"/>
                </a:ext>
              </a:extLst>
            </p:cNvPr>
            <p:cNvSpPr/>
            <p:nvPr/>
          </p:nvSpPr>
          <p:spPr>
            <a:xfrm>
              <a:off x="3341778" y="4027581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821;p68">
              <a:extLst>
                <a:ext uri="{FF2B5EF4-FFF2-40B4-BE49-F238E27FC236}">
                  <a16:creationId xmlns:a16="http://schemas.microsoft.com/office/drawing/2014/main" id="{6CD18B0A-9C14-296D-09C3-556F7BD73F2D}"/>
                </a:ext>
              </a:extLst>
            </p:cNvPr>
            <p:cNvSpPr/>
            <p:nvPr/>
          </p:nvSpPr>
          <p:spPr>
            <a:xfrm>
              <a:off x="3502155" y="4026535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822;p68">
              <a:extLst>
                <a:ext uri="{FF2B5EF4-FFF2-40B4-BE49-F238E27FC236}">
                  <a16:creationId xmlns:a16="http://schemas.microsoft.com/office/drawing/2014/main" id="{575CE937-FE6E-6E3A-A97C-C95136751D35}"/>
                </a:ext>
              </a:extLst>
            </p:cNvPr>
            <p:cNvSpPr/>
            <p:nvPr/>
          </p:nvSpPr>
          <p:spPr>
            <a:xfrm>
              <a:off x="3843413" y="386511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823;p68">
              <a:extLst>
                <a:ext uri="{FF2B5EF4-FFF2-40B4-BE49-F238E27FC236}">
                  <a16:creationId xmlns:a16="http://schemas.microsoft.com/office/drawing/2014/main" id="{B20B5A84-0754-7384-766E-5BD26C4A770A}"/>
                </a:ext>
              </a:extLst>
            </p:cNvPr>
            <p:cNvSpPr/>
            <p:nvPr/>
          </p:nvSpPr>
          <p:spPr>
            <a:xfrm>
              <a:off x="3815021" y="3550676"/>
              <a:ext cx="283979" cy="118327"/>
            </a:xfrm>
            <a:custGeom>
              <a:avLst/>
              <a:gdLst/>
              <a:ahLst/>
              <a:cxnLst/>
              <a:rect l="l" t="t" r="r" b="b"/>
              <a:pathLst>
                <a:path w="17102" h="7126" extrusionOk="0">
                  <a:moveTo>
                    <a:pt x="15360" y="0"/>
                  </a:moveTo>
                  <a:lnTo>
                    <a:pt x="1742" y="64"/>
                  </a:lnTo>
                  <a:cubicBezTo>
                    <a:pt x="792" y="64"/>
                    <a:pt x="0" y="855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15360" y="7094"/>
                  </a:lnTo>
                  <a:cubicBezTo>
                    <a:pt x="16310" y="7094"/>
                    <a:pt x="17102" y="6302"/>
                    <a:pt x="17102" y="5352"/>
                  </a:cubicBezTo>
                  <a:lnTo>
                    <a:pt x="17102" y="1742"/>
                  </a:lnTo>
                  <a:cubicBezTo>
                    <a:pt x="17102" y="792"/>
                    <a:pt x="16310" y="0"/>
                    <a:pt x="153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824;p68">
              <a:extLst>
                <a:ext uri="{FF2B5EF4-FFF2-40B4-BE49-F238E27FC236}">
                  <a16:creationId xmlns:a16="http://schemas.microsoft.com/office/drawing/2014/main" id="{83F670FA-4638-2E63-9D70-0B1FD3DE9FE1}"/>
                </a:ext>
              </a:extLst>
            </p:cNvPr>
            <p:cNvSpPr/>
            <p:nvPr/>
          </p:nvSpPr>
          <p:spPr>
            <a:xfrm>
              <a:off x="1898905" y="3715782"/>
              <a:ext cx="199310" cy="117812"/>
            </a:xfrm>
            <a:custGeom>
              <a:avLst/>
              <a:gdLst/>
              <a:ahLst/>
              <a:cxnLst/>
              <a:rect l="l" t="t" r="r" b="b"/>
              <a:pathLst>
                <a:path w="12003" h="7095" extrusionOk="0">
                  <a:moveTo>
                    <a:pt x="10134" y="7062"/>
                  </a:moveTo>
                  <a:lnTo>
                    <a:pt x="1900" y="7094"/>
                  </a:lnTo>
                  <a:cubicBezTo>
                    <a:pt x="855" y="7094"/>
                    <a:pt x="0" y="6271"/>
                    <a:pt x="0" y="5226"/>
                  </a:cubicBezTo>
                  <a:lnTo>
                    <a:pt x="0" y="1932"/>
                  </a:lnTo>
                  <a:cubicBezTo>
                    <a:pt x="0" y="919"/>
                    <a:pt x="824" y="32"/>
                    <a:pt x="1869" y="32"/>
                  </a:cubicBezTo>
                  <a:lnTo>
                    <a:pt x="10103" y="0"/>
                  </a:lnTo>
                  <a:cubicBezTo>
                    <a:pt x="11116" y="0"/>
                    <a:pt x="12003" y="824"/>
                    <a:pt x="12003" y="1869"/>
                  </a:cubicBezTo>
                  <a:lnTo>
                    <a:pt x="12003" y="5162"/>
                  </a:lnTo>
                  <a:cubicBezTo>
                    <a:pt x="12003" y="6207"/>
                    <a:pt x="11180" y="7062"/>
                    <a:pt x="10134" y="706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825;p68">
              <a:extLst>
                <a:ext uri="{FF2B5EF4-FFF2-40B4-BE49-F238E27FC236}">
                  <a16:creationId xmlns:a16="http://schemas.microsoft.com/office/drawing/2014/main" id="{9DA7C1AE-A427-3A18-6FB9-71D7D7ACEF1C}"/>
                </a:ext>
              </a:extLst>
            </p:cNvPr>
            <p:cNvSpPr/>
            <p:nvPr/>
          </p:nvSpPr>
          <p:spPr>
            <a:xfrm>
              <a:off x="3910725" y="3709473"/>
              <a:ext cx="189330" cy="272405"/>
            </a:xfrm>
            <a:custGeom>
              <a:avLst/>
              <a:gdLst/>
              <a:ahLst/>
              <a:cxnLst/>
              <a:rect l="l" t="t" r="r" b="b"/>
              <a:pathLst>
                <a:path w="11402" h="16405" extrusionOk="0">
                  <a:moveTo>
                    <a:pt x="0" y="1457"/>
                  </a:moveTo>
                  <a:lnTo>
                    <a:pt x="0" y="5606"/>
                  </a:lnTo>
                  <a:cubicBezTo>
                    <a:pt x="0" y="6397"/>
                    <a:pt x="697" y="7062"/>
                    <a:pt x="1489" y="7062"/>
                  </a:cubicBezTo>
                  <a:lnTo>
                    <a:pt x="5859" y="7062"/>
                  </a:lnTo>
                  <a:lnTo>
                    <a:pt x="5922" y="15265"/>
                  </a:lnTo>
                  <a:cubicBezTo>
                    <a:pt x="5922" y="15898"/>
                    <a:pt x="6429" y="16405"/>
                    <a:pt x="7062" y="16405"/>
                  </a:cubicBezTo>
                  <a:lnTo>
                    <a:pt x="10261" y="16405"/>
                  </a:lnTo>
                  <a:cubicBezTo>
                    <a:pt x="10894" y="16405"/>
                    <a:pt x="11401" y="15898"/>
                    <a:pt x="11401" y="15265"/>
                  </a:cubicBezTo>
                  <a:lnTo>
                    <a:pt x="11369" y="2122"/>
                  </a:lnTo>
                  <a:cubicBezTo>
                    <a:pt x="11369" y="919"/>
                    <a:pt x="10419" y="0"/>
                    <a:pt x="9248" y="0"/>
                  </a:cubicBezTo>
                  <a:lnTo>
                    <a:pt x="1489" y="32"/>
                  </a:lnTo>
                  <a:cubicBezTo>
                    <a:pt x="634" y="0"/>
                    <a:pt x="0" y="634"/>
                    <a:pt x="0" y="145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826;p68">
              <a:extLst>
                <a:ext uri="{FF2B5EF4-FFF2-40B4-BE49-F238E27FC236}">
                  <a16:creationId xmlns:a16="http://schemas.microsoft.com/office/drawing/2014/main" id="{F9454274-51C2-8F58-4B09-7D963ED0CC5B}"/>
                </a:ext>
              </a:extLst>
            </p:cNvPr>
            <p:cNvSpPr/>
            <p:nvPr/>
          </p:nvSpPr>
          <p:spPr>
            <a:xfrm>
              <a:off x="1899437" y="3870893"/>
              <a:ext cx="306063" cy="117812"/>
            </a:xfrm>
            <a:custGeom>
              <a:avLst/>
              <a:gdLst/>
              <a:ahLst/>
              <a:cxnLst/>
              <a:rect l="l" t="t" r="r" b="b"/>
              <a:pathLst>
                <a:path w="18432" h="7095" extrusionOk="0">
                  <a:moveTo>
                    <a:pt x="17196" y="7063"/>
                  </a:moveTo>
                  <a:lnTo>
                    <a:pt x="1235" y="7094"/>
                  </a:lnTo>
                  <a:cubicBezTo>
                    <a:pt x="570" y="7094"/>
                    <a:pt x="0" y="6524"/>
                    <a:pt x="0" y="5859"/>
                  </a:cubicBezTo>
                  <a:lnTo>
                    <a:pt x="0" y="1267"/>
                  </a:lnTo>
                  <a:cubicBezTo>
                    <a:pt x="0" y="602"/>
                    <a:pt x="570" y="32"/>
                    <a:pt x="1235" y="32"/>
                  </a:cubicBezTo>
                  <a:lnTo>
                    <a:pt x="17196" y="1"/>
                  </a:lnTo>
                  <a:cubicBezTo>
                    <a:pt x="17861" y="1"/>
                    <a:pt x="18431" y="539"/>
                    <a:pt x="18431" y="1236"/>
                  </a:cubicBezTo>
                  <a:lnTo>
                    <a:pt x="18431" y="5828"/>
                  </a:lnTo>
                  <a:cubicBezTo>
                    <a:pt x="18431" y="6493"/>
                    <a:pt x="17861" y="7063"/>
                    <a:pt x="17196" y="70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827;p68">
              <a:extLst>
                <a:ext uri="{FF2B5EF4-FFF2-40B4-BE49-F238E27FC236}">
                  <a16:creationId xmlns:a16="http://schemas.microsoft.com/office/drawing/2014/main" id="{309741A4-E057-0F87-9807-6BB77417DE24}"/>
                </a:ext>
              </a:extLst>
            </p:cNvPr>
            <p:cNvSpPr/>
            <p:nvPr/>
          </p:nvSpPr>
          <p:spPr>
            <a:xfrm>
              <a:off x="3662531" y="4023912"/>
              <a:ext cx="438588" cy="120967"/>
            </a:xfrm>
            <a:custGeom>
              <a:avLst/>
              <a:gdLst/>
              <a:ahLst/>
              <a:cxnLst/>
              <a:rect l="l" t="t" r="r" b="b"/>
              <a:pathLst>
                <a:path w="26413" h="7285" extrusionOk="0">
                  <a:moveTo>
                    <a:pt x="25019" y="0"/>
                  </a:moveTo>
                  <a:lnTo>
                    <a:pt x="1394" y="95"/>
                  </a:lnTo>
                  <a:cubicBezTo>
                    <a:pt x="634" y="95"/>
                    <a:pt x="0" y="729"/>
                    <a:pt x="0" y="1489"/>
                  </a:cubicBezTo>
                  <a:lnTo>
                    <a:pt x="0" y="5922"/>
                  </a:lnTo>
                  <a:cubicBezTo>
                    <a:pt x="0" y="6651"/>
                    <a:pt x="602" y="7284"/>
                    <a:pt x="1394" y="7284"/>
                  </a:cubicBezTo>
                  <a:lnTo>
                    <a:pt x="25019" y="7221"/>
                  </a:lnTo>
                  <a:cubicBezTo>
                    <a:pt x="25779" y="7221"/>
                    <a:pt x="26412" y="6587"/>
                    <a:pt x="26412" y="5827"/>
                  </a:cubicBezTo>
                  <a:lnTo>
                    <a:pt x="26412" y="1394"/>
                  </a:lnTo>
                  <a:cubicBezTo>
                    <a:pt x="26412" y="634"/>
                    <a:pt x="25779" y="0"/>
                    <a:pt x="2501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828;p68">
              <a:extLst>
                <a:ext uri="{FF2B5EF4-FFF2-40B4-BE49-F238E27FC236}">
                  <a16:creationId xmlns:a16="http://schemas.microsoft.com/office/drawing/2014/main" id="{D749B24D-4A8D-A1A9-A810-60A0DBEDD3FC}"/>
                </a:ext>
              </a:extLst>
            </p:cNvPr>
            <p:cNvSpPr/>
            <p:nvPr/>
          </p:nvSpPr>
          <p:spPr>
            <a:xfrm>
              <a:off x="2561979" y="4178492"/>
              <a:ext cx="737279" cy="120453"/>
            </a:xfrm>
            <a:custGeom>
              <a:avLst/>
              <a:gdLst/>
              <a:ahLst/>
              <a:cxnLst/>
              <a:rect l="l" t="t" r="r" b="b"/>
              <a:pathLst>
                <a:path w="44401" h="7254" extrusionOk="0">
                  <a:moveTo>
                    <a:pt x="43355" y="1"/>
                  </a:moveTo>
                  <a:lnTo>
                    <a:pt x="1045" y="159"/>
                  </a:lnTo>
                  <a:cubicBezTo>
                    <a:pt x="475" y="159"/>
                    <a:pt x="0" y="634"/>
                    <a:pt x="0" y="1204"/>
                  </a:cubicBezTo>
                  <a:lnTo>
                    <a:pt x="0" y="6208"/>
                  </a:lnTo>
                  <a:cubicBezTo>
                    <a:pt x="0" y="6778"/>
                    <a:pt x="475" y="7253"/>
                    <a:pt x="1045" y="7253"/>
                  </a:cubicBezTo>
                  <a:lnTo>
                    <a:pt x="43355" y="7095"/>
                  </a:lnTo>
                  <a:cubicBezTo>
                    <a:pt x="43893" y="7095"/>
                    <a:pt x="44368" y="6620"/>
                    <a:pt x="44368" y="6050"/>
                  </a:cubicBezTo>
                  <a:lnTo>
                    <a:pt x="44368" y="1046"/>
                  </a:lnTo>
                  <a:cubicBezTo>
                    <a:pt x="44400" y="444"/>
                    <a:pt x="43957" y="1"/>
                    <a:pt x="4335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829;p68">
              <a:extLst>
                <a:ext uri="{FF2B5EF4-FFF2-40B4-BE49-F238E27FC236}">
                  <a16:creationId xmlns:a16="http://schemas.microsoft.com/office/drawing/2014/main" id="{66DBB897-C774-F544-0E2D-82F5DC689286}"/>
                </a:ext>
              </a:extLst>
            </p:cNvPr>
            <p:cNvSpPr/>
            <p:nvPr/>
          </p:nvSpPr>
          <p:spPr>
            <a:xfrm>
              <a:off x="3663063" y="4243694"/>
              <a:ext cx="120951" cy="51027"/>
            </a:xfrm>
            <a:custGeom>
              <a:avLst/>
              <a:gdLst/>
              <a:ahLst/>
              <a:cxnLst/>
              <a:rect l="l" t="t" r="r" b="b"/>
              <a:pathLst>
                <a:path w="7284" h="3073" extrusionOk="0">
                  <a:moveTo>
                    <a:pt x="6746" y="1"/>
                  </a:moveTo>
                  <a:lnTo>
                    <a:pt x="570" y="33"/>
                  </a:lnTo>
                  <a:cubicBezTo>
                    <a:pt x="253" y="33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53" y="3073"/>
                    <a:pt x="570" y="3073"/>
                  </a:cubicBezTo>
                  <a:lnTo>
                    <a:pt x="6746" y="3041"/>
                  </a:lnTo>
                  <a:cubicBezTo>
                    <a:pt x="7062" y="3041"/>
                    <a:pt x="7284" y="2756"/>
                    <a:pt x="7284" y="2503"/>
                  </a:cubicBezTo>
                  <a:lnTo>
                    <a:pt x="7284" y="539"/>
                  </a:lnTo>
                  <a:cubicBezTo>
                    <a:pt x="7284" y="223"/>
                    <a:pt x="7062" y="1"/>
                    <a:pt x="67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830;p68">
              <a:extLst>
                <a:ext uri="{FF2B5EF4-FFF2-40B4-BE49-F238E27FC236}">
                  <a16:creationId xmlns:a16="http://schemas.microsoft.com/office/drawing/2014/main" id="{A41AD6D4-8CE8-5A3E-8F94-7159722FABEA}"/>
                </a:ext>
              </a:extLst>
            </p:cNvPr>
            <p:cNvSpPr/>
            <p:nvPr/>
          </p:nvSpPr>
          <p:spPr>
            <a:xfrm>
              <a:off x="3821330" y="4243179"/>
              <a:ext cx="120967" cy="51027"/>
            </a:xfrm>
            <a:custGeom>
              <a:avLst/>
              <a:gdLst/>
              <a:ahLst/>
              <a:cxnLst/>
              <a:rect l="l" t="t" r="r" b="b"/>
              <a:pathLst>
                <a:path w="7285" h="3073" extrusionOk="0">
                  <a:moveTo>
                    <a:pt x="6746" y="0"/>
                  </a:moveTo>
                  <a:lnTo>
                    <a:pt x="570" y="32"/>
                  </a:lnTo>
                  <a:cubicBezTo>
                    <a:pt x="254" y="32"/>
                    <a:pt x="0" y="254"/>
                    <a:pt x="0" y="570"/>
                  </a:cubicBezTo>
                  <a:lnTo>
                    <a:pt x="0" y="2534"/>
                  </a:lnTo>
                  <a:cubicBezTo>
                    <a:pt x="0" y="2850"/>
                    <a:pt x="254" y="3072"/>
                    <a:pt x="570" y="3072"/>
                  </a:cubicBezTo>
                  <a:lnTo>
                    <a:pt x="6746" y="3040"/>
                  </a:lnTo>
                  <a:cubicBezTo>
                    <a:pt x="7063" y="3040"/>
                    <a:pt x="7284" y="2755"/>
                    <a:pt x="7284" y="2470"/>
                  </a:cubicBezTo>
                  <a:lnTo>
                    <a:pt x="7284" y="539"/>
                  </a:lnTo>
                  <a:cubicBezTo>
                    <a:pt x="7284" y="222"/>
                    <a:pt x="7063" y="0"/>
                    <a:pt x="67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831;p68">
              <a:extLst>
                <a:ext uri="{FF2B5EF4-FFF2-40B4-BE49-F238E27FC236}">
                  <a16:creationId xmlns:a16="http://schemas.microsoft.com/office/drawing/2014/main" id="{3A3B9644-980F-E6D6-AEB2-5172901A20E4}"/>
                </a:ext>
              </a:extLst>
            </p:cNvPr>
            <p:cNvSpPr/>
            <p:nvPr/>
          </p:nvSpPr>
          <p:spPr>
            <a:xfrm>
              <a:off x="3821330" y="4165873"/>
              <a:ext cx="120967" cy="51559"/>
            </a:xfrm>
            <a:custGeom>
              <a:avLst/>
              <a:gdLst/>
              <a:ahLst/>
              <a:cxnLst/>
              <a:rect l="l" t="t" r="r" b="b"/>
              <a:pathLst>
                <a:path w="7285" h="3105" extrusionOk="0">
                  <a:moveTo>
                    <a:pt x="6746" y="1"/>
                  </a:moveTo>
                  <a:lnTo>
                    <a:pt x="570" y="64"/>
                  </a:lnTo>
                  <a:cubicBezTo>
                    <a:pt x="254" y="64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54" y="3104"/>
                    <a:pt x="570" y="3104"/>
                  </a:cubicBezTo>
                  <a:lnTo>
                    <a:pt x="6746" y="3073"/>
                  </a:lnTo>
                  <a:cubicBezTo>
                    <a:pt x="7063" y="3073"/>
                    <a:pt x="7284" y="2819"/>
                    <a:pt x="7284" y="2503"/>
                  </a:cubicBezTo>
                  <a:lnTo>
                    <a:pt x="7284" y="571"/>
                  </a:lnTo>
                  <a:cubicBezTo>
                    <a:pt x="7284" y="254"/>
                    <a:pt x="7063" y="1"/>
                    <a:pt x="67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832;p68">
              <a:extLst>
                <a:ext uri="{FF2B5EF4-FFF2-40B4-BE49-F238E27FC236}">
                  <a16:creationId xmlns:a16="http://schemas.microsoft.com/office/drawing/2014/main" id="{C78D780F-6FA7-9035-CF02-107B3DA67B27}"/>
                </a:ext>
              </a:extLst>
            </p:cNvPr>
            <p:cNvSpPr/>
            <p:nvPr/>
          </p:nvSpPr>
          <p:spPr>
            <a:xfrm>
              <a:off x="3980129" y="4242117"/>
              <a:ext cx="121499" cy="51559"/>
            </a:xfrm>
            <a:custGeom>
              <a:avLst/>
              <a:gdLst/>
              <a:ahLst/>
              <a:cxnLst/>
              <a:rect l="l" t="t" r="r" b="b"/>
              <a:pathLst>
                <a:path w="7317" h="3105" extrusionOk="0">
                  <a:moveTo>
                    <a:pt x="6714" y="1"/>
                  </a:moveTo>
                  <a:lnTo>
                    <a:pt x="539" y="64"/>
                  </a:lnTo>
                  <a:cubicBezTo>
                    <a:pt x="222" y="64"/>
                    <a:pt x="1" y="286"/>
                    <a:pt x="1" y="603"/>
                  </a:cubicBezTo>
                  <a:lnTo>
                    <a:pt x="1" y="2534"/>
                  </a:lnTo>
                  <a:cubicBezTo>
                    <a:pt x="1" y="2851"/>
                    <a:pt x="222" y="3104"/>
                    <a:pt x="539" y="3104"/>
                  </a:cubicBezTo>
                  <a:lnTo>
                    <a:pt x="6714" y="3073"/>
                  </a:lnTo>
                  <a:cubicBezTo>
                    <a:pt x="7031" y="3073"/>
                    <a:pt x="7316" y="2788"/>
                    <a:pt x="7253" y="2503"/>
                  </a:cubicBezTo>
                  <a:lnTo>
                    <a:pt x="7253" y="571"/>
                  </a:lnTo>
                  <a:cubicBezTo>
                    <a:pt x="7253" y="254"/>
                    <a:pt x="7031" y="1"/>
                    <a:pt x="671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833;p68">
              <a:extLst>
                <a:ext uri="{FF2B5EF4-FFF2-40B4-BE49-F238E27FC236}">
                  <a16:creationId xmlns:a16="http://schemas.microsoft.com/office/drawing/2014/main" id="{D8C3F93A-D58A-B750-CB8E-E9FCA77C69D3}"/>
                </a:ext>
              </a:extLst>
            </p:cNvPr>
            <p:cNvSpPr/>
            <p:nvPr/>
          </p:nvSpPr>
          <p:spPr>
            <a:xfrm>
              <a:off x="1834233" y="4372007"/>
              <a:ext cx="2346951" cy="103599"/>
            </a:xfrm>
            <a:custGeom>
              <a:avLst/>
              <a:gdLst/>
              <a:ahLst/>
              <a:cxnLst/>
              <a:rect l="l" t="t" r="r" b="b"/>
              <a:pathLst>
                <a:path w="141340" h="6239" extrusionOk="0">
                  <a:moveTo>
                    <a:pt x="141339" y="0"/>
                  </a:moveTo>
                  <a:lnTo>
                    <a:pt x="0" y="475"/>
                  </a:lnTo>
                  <a:lnTo>
                    <a:pt x="0" y="3579"/>
                  </a:lnTo>
                  <a:cubicBezTo>
                    <a:pt x="63" y="5067"/>
                    <a:pt x="1235" y="6239"/>
                    <a:pt x="2692" y="6239"/>
                  </a:cubicBezTo>
                  <a:lnTo>
                    <a:pt x="138679" y="5764"/>
                  </a:lnTo>
                  <a:cubicBezTo>
                    <a:pt x="140167" y="5764"/>
                    <a:pt x="141339" y="4592"/>
                    <a:pt x="141339" y="3104"/>
                  </a:cubicBezTo>
                  <a:lnTo>
                    <a:pt x="14133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834;p68">
              <a:extLst>
                <a:ext uri="{FF2B5EF4-FFF2-40B4-BE49-F238E27FC236}">
                  <a16:creationId xmlns:a16="http://schemas.microsoft.com/office/drawing/2014/main" id="{670059D4-79C9-6D89-1E8B-72516067CE62}"/>
                </a:ext>
              </a:extLst>
            </p:cNvPr>
            <p:cNvSpPr/>
            <p:nvPr/>
          </p:nvSpPr>
          <p:spPr>
            <a:xfrm>
              <a:off x="1834748" y="4423528"/>
              <a:ext cx="2346436" cy="7904"/>
            </a:xfrm>
            <a:custGeom>
              <a:avLst/>
              <a:gdLst/>
              <a:ahLst/>
              <a:cxnLst/>
              <a:rect l="l" t="t" r="r" b="b"/>
              <a:pathLst>
                <a:path w="141309" h="476" fill="none" extrusionOk="0">
                  <a:moveTo>
                    <a:pt x="1" y="476"/>
                  </a:moveTo>
                  <a:lnTo>
                    <a:pt x="14130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4250" cap="flat" cmpd="sng">
              <a:solidFill>
                <a:schemeClr val="dk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835;p68">
              <a:extLst>
                <a:ext uri="{FF2B5EF4-FFF2-40B4-BE49-F238E27FC236}">
                  <a16:creationId xmlns:a16="http://schemas.microsoft.com/office/drawing/2014/main" id="{6B0BAAB3-CBDA-4233-FA86-9EB45D9D2233}"/>
                </a:ext>
              </a:extLst>
            </p:cNvPr>
            <p:cNvSpPr/>
            <p:nvPr/>
          </p:nvSpPr>
          <p:spPr>
            <a:xfrm>
              <a:off x="1831079" y="3512288"/>
              <a:ext cx="2346951" cy="17"/>
            </a:xfrm>
            <a:custGeom>
              <a:avLst/>
              <a:gdLst/>
              <a:ahLst/>
              <a:cxnLst/>
              <a:rect l="l" t="t" r="r" b="b"/>
              <a:pathLst>
                <a:path w="141340" h="1" fill="none" extrusionOk="0">
                  <a:moveTo>
                    <a:pt x="0" y="0"/>
                  </a:moveTo>
                  <a:lnTo>
                    <a:pt x="14133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4250" cap="flat" cmpd="sng">
              <a:solidFill>
                <a:schemeClr val="lt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836;p68">
              <a:extLst>
                <a:ext uri="{FF2B5EF4-FFF2-40B4-BE49-F238E27FC236}">
                  <a16:creationId xmlns:a16="http://schemas.microsoft.com/office/drawing/2014/main" id="{1086DDCF-8A33-3778-F6B8-95FDFB99389D}"/>
                </a:ext>
              </a:extLst>
            </p:cNvPr>
            <p:cNvSpPr/>
            <p:nvPr/>
          </p:nvSpPr>
          <p:spPr>
            <a:xfrm>
              <a:off x="2059282" y="3557500"/>
              <a:ext cx="92573" cy="98883"/>
            </a:xfrm>
            <a:custGeom>
              <a:avLst/>
              <a:gdLst/>
              <a:ahLst/>
              <a:cxnLst/>
              <a:rect l="l" t="t" r="r" b="b"/>
              <a:pathLst>
                <a:path w="5575" h="5955" extrusionOk="0">
                  <a:moveTo>
                    <a:pt x="1552" y="1"/>
                  </a:moveTo>
                  <a:cubicBezTo>
                    <a:pt x="665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5638"/>
                    <a:pt x="32" y="5796"/>
                    <a:pt x="95" y="5955"/>
                  </a:cubicBezTo>
                  <a:cubicBezTo>
                    <a:pt x="2217" y="4435"/>
                    <a:pt x="4117" y="2091"/>
                    <a:pt x="557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837;p68">
              <a:extLst>
                <a:ext uri="{FF2B5EF4-FFF2-40B4-BE49-F238E27FC236}">
                  <a16:creationId xmlns:a16="http://schemas.microsoft.com/office/drawing/2014/main" id="{E4A37763-67EE-E208-F5BA-DCD1C0439538}"/>
                </a:ext>
              </a:extLst>
            </p:cNvPr>
            <p:cNvSpPr/>
            <p:nvPr/>
          </p:nvSpPr>
          <p:spPr>
            <a:xfrm>
              <a:off x="2219127" y="3556454"/>
              <a:ext cx="76267" cy="107816"/>
            </a:xfrm>
            <a:custGeom>
              <a:avLst/>
              <a:gdLst/>
              <a:ahLst/>
              <a:cxnLst/>
              <a:rect l="l" t="t" r="r" b="b"/>
              <a:pathLst>
                <a:path w="4593" h="6493" extrusionOk="0">
                  <a:moveTo>
                    <a:pt x="4593" y="1"/>
                  </a:moveTo>
                  <a:lnTo>
                    <a:pt x="1553" y="64"/>
                  </a:lnTo>
                  <a:cubicBezTo>
                    <a:pt x="666" y="64"/>
                    <a:pt x="1" y="761"/>
                    <a:pt x="1" y="1647"/>
                  </a:cubicBezTo>
                  <a:lnTo>
                    <a:pt x="1" y="5543"/>
                  </a:lnTo>
                  <a:cubicBezTo>
                    <a:pt x="1" y="5923"/>
                    <a:pt x="127" y="6271"/>
                    <a:pt x="349" y="6493"/>
                  </a:cubicBezTo>
                  <a:cubicBezTo>
                    <a:pt x="1901" y="4593"/>
                    <a:pt x="3674" y="1647"/>
                    <a:pt x="459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838;p68">
              <a:extLst>
                <a:ext uri="{FF2B5EF4-FFF2-40B4-BE49-F238E27FC236}">
                  <a16:creationId xmlns:a16="http://schemas.microsoft.com/office/drawing/2014/main" id="{C90F1D63-D0C0-EFCF-23D6-A0316EEFF66C}"/>
                </a:ext>
              </a:extLst>
            </p:cNvPr>
            <p:cNvSpPr/>
            <p:nvPr/>
          </p:nvSpPr>
          <p:spPr>
            <a:xfrm>
              <a:off x="2379503" y="3556454"/>
              <a:ext cx="87840" cy="114126"/>
            </a:xfrm>
            <a:custGeom>
              <a:avLst/>
              <a:gdLst/>
              <a:ahLst/>
              <a:cxnLst/>
              <a:rect l="l" t="t" r="r" b="b"/>
              <a:pathLst>
                <a:path w="5290" h="6873" extrusionOk="0">
                  <a:moveTo>
                    <a:pt x="5290" y="1"/>
                  </a:moveTo>
                  <a:lnTo>
                    <a:pt x="1553" y="32"/>
                  </a:lnTo>
                  <a:cubicBezTo>
                    <a:pt x="666" y="32"/>
                    <a:pt x="1" y="729"/>
                    <a:pt x="1" y="1616"/>
                  </a:cubicBezTo>
                  <a:lnTo>
                    <a:pt x="1" y="5511"/>
                  </a:lnTo>
                  <a:cubicBezTo>
                    <a:pt x="1" y="6081"/>
                    <a:pt x="318" y="6588"/>
                    <a:pt x="761" y="6873"/>
                  </a:cubicBezTo>
                  <a:cubicBezTo>
                    <a:pt x="2376" y="5004"/>
                    <a:pt x="4308" y="1774"/>
                    <a:pt x="52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839;p68">
              <a:extLst>
                <a:ext uri="{FF2B5EF4-FFF2-40B4-BE49-F238E27FC236}">
                  <a16:creationId xmlns:a16="http://schemas.microsoft.com/office/drawing/2014/main" id="{4DFD5B2C-683D-8985-AE3B-7C0F21036994}"/>
                </a:ext>
              </a:extLst>
            </p:cNvPr>
            <p:cNvSpPr/>
            <p:nvPr/>
          </p:nvSpPr>
          <p:spPr>
            <a:xfrm>
              <a:off x="2539365" y="3555923"/>
              <a:ext cx="76267" cy="107833"/>
            </a:xfrm>
            <a:custGeom>
              <a:avLst/>
              <a:gdLst/>
              <a:ahLst/>
              <a:cxnLst/>
              <a:rect l="l" t="t" r="r" b="b"/>
              <a:pathLst>
                <a:path w="4593" h="6494" extrusionOk="0">
                  <a:moveTo>
                    <a:pt x="1520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5891"/>
                    <a:pt x="159" y="6208"/>
                    <a:pt x="349" y="6493"/>
                  </a:cubicBezTo>
                  <a:cubicBezTo>
                    <a:pt x="1932" y="4593"/>
                    <a:pt x="3674" y="1584"/>
                    <a:pt x="459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840;p68">
              <a:extLst>
                <a:ext uri="{FF2B5EF4-FFF2-40B4-BE49-F238E27FC236}">
                  <a16:creationId xmlns:a16="http://schemas.microsoft.com/office/drawing/2014/main" id="{C131E9D7-D9D1-1244-BD8D-4482D0E6BBEB}"/>
                </a:ext>
              </a:extLst>
            </p:cNvPr>
            <p:cNvSpPr/>
            <p:nvPr/>
          </p:nvSpPr>
          <p:spPr>
            <a:xfrm>
              <a:off x="2699741" y="3554877"/>
              <a:ext cx="88355" cy="114126"/>
            </a:xfrm>
            <a:custGeom>
              <a:avLst/>
              <a:gdLst/>
              <a:ahLst/>
              <a:cxnLst/>
              <a:rect l="l" t="t" r="r" b="b"/>
              <a:pathLst>
                <a:path w="5321" h="6873" extrusionOk="0">
                  <a:moveTo>
                    <a:pt x="5321" y="1"/>
                  </a:moveTo>
                  <a:lnTo>
                    <a:pt x="1520" y="32"/>
                  </a:lnTo>
                  <a:cubicBezTo>
                    <a:pt x="665" y="32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4"/>
                    <a:pt x="317" y="6619"/>
                    <a:pt x="792" y="6873"/>
                  </a:cubicBezTo>
                  <a:cubicBezTo>
                    <a:pt x="2407" y="4973"/>
                    <a:pt x="4371" y="1679"/>
                    <a:pt x="532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841;p68">
              <a:extLst>
                <a:ext uri="{FF2B5EF4-FFF2-40B4-BE49-F238E27FC236}">
                  <a16:creationId xmlns:a16="http://schemas.microsoft.com/office/drawing/2014/main" id="{BA5E363C-940D-DA04-25DE-6F4AE0D26B67}"/>
                </a:ext>
              </a:extLst>
            </p:cNvPr>
            <p:cNvSpPr/>
            <p:nvPr/>
          </p:nvSpPr>
          <p:spPr>
            <a:xfrm>
              <a:off x="2860118" y="3553831"/>
              <a:ext cx="89418" cy="114658"/>
            </a:xfrm>
            <a:custGeom>
              <a:avLst/>
              <a:gdLst/>
              <a:ahLst/>
              <a:cxnLst/>
              <a:rect l="l" t="t" r="r" b="b"/>
              <a:pathLst>
                <a:path w="5385" h="6905" extrusionOk="0">
                  <a:moveTo>
                    <a:pt x="5384" y="0"/>
                  </a:moveTo>
                  <a:lnTo>
                    <a:pt x="1521" y="64"/>
                  </a:lnTo>
                  <a:cubicBezTo>
                    <a:pt x="665" y="64"/>
                    <a:pt x="0" y="760"/>
                    <a:pt x="0" y="1647"/>
                  </a:cubicBezTo>
                  <a:lnTo>
                    <a:pt x="0" y="5542"/>
                  </a:lnTo>
                  <a:cubicBezTo>
                    <a:pt x="0" y="6144"/>
                    <a:pt x="317" y="6682"/>
                    <a:pt x="824" y="6904"/>
                  </a:cubicBezTo>
                  <a:cubicBezTo>
                    <a:pt x="2471" y="5004"/>
                    <a:pt x="4434" y="1710"/>
                    <a:pt x="53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842;p68">
              <a:extLst>
                <a:ext uri="{FF2B5EF4-FFF2-40B4-BE49-F238E27FC236}">
                  <a16:creationId xmlns:a16="http://schemas.microsoft.com/office/drawing/2014/main" id="{FAE5C1A5-15A9-A69B-E49E-F474DAC58F9D}"/>
                </a:ext>
              </a:extLst>
            </p:cNvPr>
            <p:cNvSpPr/>
            <p:nvPr/>
          </p:nvSpPr>
          <p:spPr>
            <a:xfrm>
              <a:off x="3020494" y="3554345"/>
              <a:ext cx="97820" cy="116766"/>
            </a:xfrm>
            <a:custGeom>
              <a:avLst/>
              <a:gdLst/>
              <a:ahLst/>
              <a:cxnLst/>
              <a:rect l="l" t="t" r="r" b="b"/>
              <a:pathLst>
                <a:path w="5891" h="7032" extrusionOk="0">
                  <a:moveTo>
                    <a:pt x="1521" y="1"/>
                  </a:moveTo>
                  <a:cubicBezTo>
                    <a:pt x="666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240"/>
                    <a:pt x="539" y="6873"/>
                    <a:pt x="1267" y="7031"/>
                  </a:cubicBezTo>
                  <a:cubicBezTo>
                    <a:pt x="2882" y="5163"/>
                    <a:pt x="4909" y="1774"/>
                    <a:pt x="5891" y="64"/>
                  </a:cubicBezTo>
                  <a:cubicBezTo>
                    <a:pt x="5764" y="33"/>
                    <a:pt x="5606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843;p68">
              <a:extLst>
                <a:ext uri="{FF2B5EF4-FFF2-40B4-BE49-F238E27FC236}">
                  <a16:creationId xmlns:a16="http://schemas.microsoft.com/office/drawing/2014/main" id="{C81109B7-C8A9-A0AC-2551-8CFCE81FDA15}"/>
                </a:ext>
              </a:extLst>
            </p:cNvPr>
            <p:cNvSpPr/>
            <p:nvPr/>
          </p:nvSpPr>
          <p:spPr>
            <a:xfrm>
              <a:off x="3180871" y="3553299"/>
              <a:ext cx="97820" cy="117281"/>
            </a:xfrm>
            <a:custGeom>
              <a:avLst/>
              <a:gdLst/>
              <a:ahLst/>
              <a:cxnLst/>
              <a:rect l="l" t="t" r="r" b="b"/>
              <a:pathLst>
                <a:path w="5891" h="7063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71"/>
                    <a:pt x="539" y="6904"/>
                    <a:pt x="1299" y="7063"/>
                  </a:cubicBezTo>
                  <a:cubicBezTo>
                    <a:pt x="2914" y="5194"/>
                    <a:pt x="4909" y="1806"/>
                    <a:pt x="5891" y="96"/>
                  </a:cubicBezTo>
                  <a:cubicBezTo>
                    <a:pt x="5733" y="32"/>
                    <a:pt x="5606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844;p68">
              <a:extLst>
                <a:ext uri="{FF2B5EF4-FFF2-40B4-BE49-F238E27FC236}">
                  <a16:creationId xmlns:a16="http://schemas.microsoft.com/office/drawing/2014/main" id="{C41388C3-D447-B21D-7210-863D5E33EA09}"/>
                </a:ext>
              </a:extLst>
            </p:cNvPr>
            <p:cNvSpPr/>
            <p:nvPr/>
          </p:nvSpPr>
          <p:spPr>
            <a:xfrm>
              <a:off x="3340201" y="3552768"/>
              <a:ext cx="89933" cy="115189"/>
            </a:xfrm>
            <a:custGeom>
              <a:avLst/>
              <a:gdLst/>
              <a:ahLst/>
              <a:cxnLst/>
              <a:rect l="l" t="t" r="r" b="b"/>
              <a:pathLst>
                <a:path w="5416" h="6937" extrusionOk="0">
                  <a:moveTo>
                    <a:pt x="5416" y="1"/>
                  </a:moveTo>
                  <a:lnTo>
                    <a:pt x="1552" y="33"/>
                  </a:lnTo>
                  <a:cubicBezTo>
                    <a:pt x="697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76"/>
                    <a:pt x="380" y="6683"/>
                    <a:pt x="887" y="6936"/>
                  </a:cubicBezTo>
                  <a:cubicBezTo>
                    <a:pt x="2534" y="5005"/>
                    <a:pt x="4529" y="1616"/>
                    <a:pt x="541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845;p68">
              <a:extLst>
                <a:ext uri="{FF2B5EF4-FFF2-40B4-BE49-F238E27FC236}">
                  <a16:creationId xmlns:a16="http://schemas.microsoft.com/office/drawing/2014/main" id="{ED66C0DF-1788-81BD-6B50-CFACCF966D97}"/>
                </a:ext>
              </a:extLst>
            </p:cNvPr>
            <p:cNvSpPr/>
            <p:nvPr/>
          </p:nvSpPr>
          <p:spPr>
            <a:xfrm>
              <a:off x="3500046" y="3552253"/>
              <a:ext cx="90464" cy="114658"/>
            </a:xfrm>
            <a:custGeom>
              <a:avLst/>
              <a:gdLst/>
              <a:ahLst/>
              <a:cxnLst/>
              <a:rect l="l" t="t" r="r" b="b"/>
              <a:pathLst>
                <a:path w="5448" h="6905" extrusionOk="0">
                  <a:moveTo>
                    <a:pt x="5448" y="0"/>
                  </a:moveTo>
                  <a:lnTo>
                    <a:pt x="1552" y="32"/>
                  </a:lnTo>
                  <a:cubicBezTo>
                    <a:pt x="666" y="32"/>
                    <a:pt x="1" y="760"/>
                    <a:pt x="1" y="1615"/>
                  </a:cubicBezTo>
                  <a:lnTo>
                    <a:pt x="1" y="5542"/>
                  </a:lnTo>
                  <a:cubicBezTo>
                    <a:pt x="1" y="6176"/>
                    <a:pt x="349" y="6682"/>
                    <a:pt x="919" y="6904"/>
                  </a:cubicBezTo>
                  <a:cubicBezTo>
                    <a:pt x="2566" y="4941"/>
                    <a:pt x="4561" y="1615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846;p68">
              <a:extLst>
                <a:ext uri="{FF2B5EF4-FFF2-40B4-BE49-F238E27FC236}">
                  <a16:creationId xmlns:a16="http://schemas.microsoft.com/office/drawing/2014/main" id="{5BD1FBF9-9F6E-5BF5-467D-6414457176FD}"/>
                </a:ext>
              </a:extLst>
            </p:cNvPr>
            <p:cNvSpPr/>
            <p:nvPr/>
          </p:nvSpPr>
          <p:spPr>
            <a:xfrm>
              <a:off x="3660423" y="3551722"/>
              <a:ext cx="78907" cy="110456"/>
            </a:xfrm>
            <a:custGeom>
              <a:avLst/>
              <a:gdLst/>
              <a:ahLst/>
              <a:cxnLst/>
              <a:rect l="l" t="t" r="r" b="b"/>
              <a:pathLst>
                <a:path w="4752" h="6652" extrusionOk="0">
                  <a:moveTo>
                    <a:pt x="4751" y="1"/>
                  </a:moveTo>
                  <a:lnTo>
                    <a:pt x="1553" y="32"/>
                  </a:lnTo>
                  <a:cubicBezTo>
                    <a:pt x="666" y="32"/>
                    <a:pt x="1" y="729"/>
                    <a:pt x="1" y="1616"/>
                  </a:cubicBezTo>
                  <a:lnTo>
                    <a:pt x="1" y="5543"/>
                  </a:lnTo>
                  <a:cubicBezTo>
                    <a:pt x="1" y="5954"/>
                    <a:pt x="191" y="6366"/>
                    <a:pt x="476" y="6651"/>
                  </a:cubicBezTo>
                  <a:cubicBezTo>
                    <a:pt x="2091" y="4624"/>
                    <a:pt x="3928" y="1521"/>
                    <a:pt x="475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847;p68">
              <a:extLst>
                <a:ext uri="{FF2B5EF4-FFF2-40B4-BE49-F238E27FC236}">
                  <a16:creationId xmlns:a16="http://schemas.microsoft.com/office/drawing/2014/main" id="{6152F953-9FE8-FFAC-4EF0-1750796AC88A}"/>
                </a:ext>
              </a:extLst>
            </p:cNvPr>
            <p:cNvSpPr/>
            <p:nvPr/>
          </p:nvSpPr>
          <p:spPr>
            <a:xfrm>
              <a:off x="2146037" y="3715251"/>
              <a:ext cx="86263" cy="113611"/>
            </a:xfrm>
            <a:custGeom>
              <a:avLst/>
              <a:gdLst/>
              <a:ahLst/>
              <a:cxnLst/>
              <a:rect l="l" t="t" r="r" b="b"/>
              <a:pathLst>
                <a:path w="5195" h="6842" extrusionOk="0">
                  <a:moveTo>
                    <a:pt x="1553" y="1"/>
                  </a:moveTo>
                  <a:cubicBezTo>
                    <a:pt x="666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049"/>
                    <a:pt x="317" y="6556"/>
                    <a:pt x="761" y="6841"/>
                  </a:cubicBezTo>
                  <a:cubicBezTo>
                    <a:pt x="2471" y="4783"/>
                    <a:pt x="4371" y="1489"/>
                    <a:pt x="519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848;p68">
              <a:extLst>
                <a:ext uri="{FF2B5EF4-FFF2-40B4-BE49-F238E27FC236}">
                  <a16:creationId xmlns:a16="http://schemas.microsoft.com/office/drawing/2014/main" id="{5B00D74E-14B7-2AAC-CEE3-1AED7D897042}"/>
                </a:ext>
              </a:extLst>
            </p:cNvPr>
            <p:cNvSpPr/>
            <p:nvPr/>
          </p:nvSpPr>
          <p:spPr>
            <a:xfrm>
              <a:off x="2306413" y="3713674"/>
              <a:ext cx="84685" cy="112549"/>
            </a:xfrm>
            <a:custGeom>
              <a:avLst/>
              <a:gdLst/>
              <a:ahLst/>
              <a:cxnLst/>
              <a:rect l="l" t="t" r="r" b="b"/>
              <a:pathLst>
                <a:path w="5100" h="6778" extrusionOk="0">
                  <a:moveTo>
                    <a:pt x="5100" y="1"/>
                  </a:moveTo>
                  <a:lnTo>
                    <a:pt x="1553" y="64"/>
                  </a:lnTo>
                  <a:cubicBezTo>
                    <a:pt x="666" y="64"/>
                    <a:pt x="1" y="761"/>
                    <a:pt x="1" y="1647"/>
                  </a:cubicBezTo>
                  <a:lnTo>
                    <a:pt x="1" y="5543"/>
                  </a:lnTo>
                  <a:cubicBezTo>
                    <a:pt x="1" y="6081"/>
                    <a:pt x="254" y="6493"/>
                    <a:pt x="634" y="6778"/>
                  </a:cubicBezTo>
                  <a:cubicBezTo>
                    <a:pt x="2249" y="4909"/>
                    <a:pt x="4118" y="1742"/>
                    <a:pt x="510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849;p68">
              <a:extLst>
                <a:ext uri="{FF2B5EF4-FFF2-40B4-BE49-F238E27FC236}">
                  <a16:creationId xmlns:a16="http://schemas.microsoft.com/office/drawing/2014/main" id="{59895D83-FCE3-E228-B20E-56E9126B8FF4}"/>
                </a:ext>
              </a:extLst>
            </p:cNvPr>
            <p:cNvSpPr/>
            <p:nvPr/>
          </p:nvSpPr>
          <p:spPr>
            <a:xfrm>
              <a:off x="2466790" y="3713142"/>
              <a:ext cx="89949" cy="115189"/>
            </a:xfrm>
            <a:custGeom>
              <a:avLst/>
              <a:gdLst/>
              <a:ahLst/>
              <a:cxnLst/>
              <a:rect l="l" t="t" r="r" b="b"/>
              <a:pathLst>
                <a:path w="5417" h="6937" extrusionOk="0">
                  <a:moveTo>
                    <a:pt x="5416" y="1"/>
                  </a:moveTo>
                  <a:lnTo>
                    <a:pt x="1553" y="33"/>
                  </a:lnTo>
                  <a:cubicBezTo>
                    <a:pt x="666" y="33"/>
                    <a:pt x="1" y="761"/>
                    <a:pt x="1" y="1616"/>
                  </a:cubicBezTo>
                  <a:lnTo>
                    <a:pt x="1" y="5543"/>
                  </a:lnTo>
                  <a:cubicBezTo>
                    <a:pt x="1" y="6176"/>
                    <a:pt x="349" y="6683"/>
                    <a:pt x="888" y="6936"/>
                  </a:cubicBezTo>
                  <a:cubicBezTo>
                    <a:pt x="2534" y="5036"/>
                    <a:pt x="4466" y="1711"/>
                    <a:pt x="541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850;p68">
              <a:extLst>
                <a:ext uri="{FF2B5EF4-FFF2-40B4-BE49-F238E27FC236}">
                  <a16:creationId xmlns:a16="http://schemas.microsoft.com/office/drawing/2014/main" id="{C68E9409-0425-9401-5FC0-DF8D8ADBA291}"/>
                </a:ext>
              </a:extLst>
            </p:cNvPr>
            <p:cNvSpPr/>
            <p:nvPr/>
          </p:nvSpPr>
          <p:spPr>
            <a:xfrm>
              <a:off x="2626651" y="3713142"/>
              <a:ext cx="86263" cy="113080"/>
            </a:xfrm>
            <a:custGeom>
              <a:avLst/>
              <a:gdLst/>
              <a:ahLst/>
              <a:cxnLst/>
              <a:rect l="l" t="t" r="r" b="b"/>
              <a:pathLst>
                <a:path w="5195" h="6810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50"/>
                    <a:pt x="285" y="6525"/>
                    <a:pt x="697" y="6810"/>
                  </a:cubicBezTo>
                  <a:cubicBezTo>
                    <a:pt x="2376" y="4878"/>
                    <a:pt x="4276" y="1616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851;p68">
              <a:extLst>
                <a:ext uri="{FF2B5EF4-FFF2-40B4-BE49-F238E27FC236}">
                  <a16:creationId xmlns:a16="http://schemas.microsoft.com/office/drawing/2014/main" id="{824BD47C-D1B6-7758-342C-243A7CF363FC}"/>
                </a:ext>
              </a:extLst>
            </p:cNvPr>
            <p:cNvSpPr/>
            <p:nvPr/>
          </p:nvSpPr>
          <p:spPr>
            <a:xfrm>
              <a:off x="2787028" y="3713142"/>
              <a:ext cx="84685" cy="112565"/>
            </a:xfrm>
            <a:custGeom>
              <a:avLst/>
              <a:gdLst/>
              <a:ahLst/>
              <a:cxnLst/>
              <a:rect l="l" t="t" r="r" b="b"/>
              <a:pathLst>
                <a:path w="5100" h="6779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18"/>
                    <a:pt x="285" y="6493"/>
                    <a:pt x="665" y="6778"/>
                  </a:cubicBezTo>
                  <a:cubicBezTo>
                    <a:pt x="2344" y="4783"/>
                    <a:pt x="4181" y="1584"/>
                    <a:pt x="509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852;p68">
              <a:extLst>
                <a:ext uri="{FF2B5EF4-FFF2-40B4-BE49-F238E27FC236}">
                  <a16:creationId xmlns:a16="http://schemas.microsoft.com/office/drawing/2014/main" id="{7B3EEF4F-5773-D21D-D74D-F3713A9DBE4A}"/>
                </a:ext>
              </a:extLst>
            </p:cNvPr>
            <p:cNvSpPr/>
            <p:nvPr/>
          </p:nvSpPr>
          <p:spPr>
            <a:xfrm>
              <a:off x="2947404" y="3711565"/>
              <a:ext cx="86263" cy="114143"/>
            </a:xfrm>
            <a:custGeom>
              <a:avLst/>
              <a:gdLst/>
              <a:ahLst/>
              <a:cxnLst/>
              <a:rect l="l" t="t" r="r" b="b"/>
              <a:pathLst>
                <a:path w="5195" h="6874" extrusionOk="0">
                  <a:moveTo>
                    <a:pt x="5194" y="1"/>
                  </a:moveTo>
                  <a:lnTo>
                    <a:pt x="1552" y="64"/>
                  </a:lnTo>
                  <a:cubicBezTo>
                    <a:pt x="666" y="64"/>
                    <a:pt x="0" y="761"/>
                    <a:pt x="0" y="1648"/>
                  </a:cubicBezTo>
                  <a:lnTo>
                    <a:pt x="0" y="5543"/>
                  </a:lnTo>
                  <a:cubicBezTo>
                    <a:pt x="0" y="6113"/>
                    <a:pt x="317" y="6620"/>
                    <a:pt x="761" y="6873"/>
                  </a:cubicBezTo>
                  <a:cubicBezTo>
                    <a:pt x="2407" y="4815"/>
                    <a:pt x="4339" y="1521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853;p68">
              <a:extLst>
                <a:ext uri="{FF2B5EF4-FFF2-40B4-BE49-F238E27FC236}">
                  <a16:creationId xmlns:a16="http://schemas.microsoft.com/office/drawing/2014/main" id="{8A77A807-CAE4-8165-8A82-D5521ED62D18}"/>
                </a:ext>
              </a:extLst>
            </p:cNvPr>
            <p:cNvSpPr/>
            <p:nvPr/>
          </p:nvSpPr>
          <p:spPr>
            <a:xfrm>
              <a:off x="3107249" y="3711565"/>
              <a:ext cx="85217" cy="113080"/>
            </a:xfrm>
            <a:custGeom>
              <a:avLst/>
              <a:gdLst/>
              <a:ahLst/>
              <a:cxnLst/>
              <a:rect l="l" t="t" r="r" b="b"/>
              <a:pathLst>
                <a:path w="5132" h="6810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081"/>
                    <a:pt x="254" y="6493"/>
                    <a:pt x="666" y="6810"/>
                  </a:cubicBezTo>
                  <a:cubicBezTo>
                    <a:pt x="2281" y="4878"/>
                    <a:pt x="4213" y="1648"/>
                    <a:pt x="513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854;p68">
              <a:extLst>
                <a:ext uri="{FF2B5EF4-FFF2-40B4-BE49-F238E27FC236}">
                  <a16:creationId xmlns:a16="http://schemas.microsoft.com/office/drawing/2014/main" id="{97F8E49F-1F64-8881-36BF-9564CAF4F612}"/>
                </a:ext>
              </a:extLst>
            </p:cNvPr>
            <p:cNvSpPr/>
            <p:nvPr/>
          </p:nvSpPr>
          <p:spPr>
            <a:xfrm>
              <a:off x="3267626" y="3711050"/>
              <a:ext cx="87840" cy="114658"/>
            </a:xfrm>
            <a:custGeom>
              <a:avLst/>
              <a:gdLst/>
              <a:ahLst/>
              <a:cxnLst/>
              <a:rect l="l" t="t" r="r" b="b"/>
              <a:pathLst>
                <a:path w="5290" h="6905" extrusionOk="0">
                  <a:moveTo>
                    <a:pt x="1521" y="0"/>
                  </a:moveTo>
                  <a:cubicBezTo>
                    <a:pt x="666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112"/>
                    <a:pt x="349" y="6619"/>
                    <a:pt x="824" y="6904"/>
                  </a:cubicBezTo>
                  <a:cubicBezTo>
                    <a:pt x="2534" y="4846"/>
                    <a:pt x="4466" y="1489"/>
                    <a:pt x="529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855;p68">
              <a:extLst>
                <a:ext uri="{FF2B5EF4-FFF2-40B4-BE49-F238E27FC236}">
                  <a16:creationId xmlns:a16="http://schemas.microsoft.com/office/drawing/2014/main" id="{35799F82-D2ED-A763-9F33-5F388BECFA6F}"/>
                </a:ext>
              </a:extLst>
            </p:cNvPr>
            <p:cNvSpPr/>
            <p:nvPr/>
          </p:nvSpPr>
          <p:spPr>
            <a:xfrm>
              <a:off x="3428002" y="3710519"/>
              <a:ext cx="92058" cy="116235"/>
            </a:xfrm>
            <a:custGeom>
              <a:avLst/>
              <a:gdLst/>
              <a:ahLst/>
              <a:cxnLst/>
              <a:rect l="l" t="t" r="r" b="b"/>
              <a:pathLst>
                <a:path w="5544" h="7000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08"/>
                    <a:pt x="476" y="6809"/>
                    <a:pt x="1109" y="6999"/>
                  </a:cubicBezTo>
                  <a:cubicBezTo>
                    <a:pt x="2915" y="4719"/>
                    <a:pt x="4941" y="1109"/>
                    <a:pt x="554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856;p68">
              <a:extLst>
                <a:ext uri="{FF2B5EF4-FFF2-40B4-BE49-F238E27FC236}">
                  <a16:creationId xmlns:a16="http://schemas.microsoft.com/office/drawing/2014/main" id="{869FA938-D49D-A379-6768-B6AB54076571}"/>
                </a:ext>
              </a:extLst>
            </p:cNvPr>
            <p:cNvSpPr/>
            <p:nvPr/>
          </p:nvSpPr>
          <p:spPr>
            <a:xfrm>
              <a:off x="3587332" y="3709473"/>
              <a:ext cx="85732" cy="113595"/>
            </a:xfrm>
            <a:custGeom>
              <a:avLst/>
              <a:gdLst/>
              <a:ahLst/>
              <a:cxnLst/>
              <a:rect l="l" t="t" r="r" b="b"/>
              <a:pathLst>
                <a:path w="5163" h="6841" extrusionOk="0">
                  <a:moveTo>
                    <a:pt x="5163" y="0"/>
                  </a:moveTo>
                  <a:lnTo>
                    <a:pt x="1553" y="32"/>
                  </a:lnTo>
                  <a:cubicBezTo>
                    <a:pt x="697" y="32"/>
                    <a:pt x="1" y="729"/>
                    <a:pt x="1" y="1615"/>
                  </a:cubicBezTo>
                  <a:lnTo>
                    <a:pt x="1" y="5542"/>
                  </a:lnTo>
                  <a:cubicBezTo>
                    <a:pt x="1" y="6081"/>
                    <a:pt x="286" y="6556"/>
                    <a:pt x="729" y="6841"/>
                  </a:cubicBezTo>
                  <a:cubicBezTo>
                    <a:pt x="2376" y="4814"/>
                    <a:pt x="4339" y="1520"/>
                    <a:pt x="516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857;p68">
              <a:extLst>
                <a:ext uri="{FF2B5EF4-FFF2-40B4-BE49-F238E27FC236}">
                  <a16:creationId xmlns:a16="http://schemas.microsoft.com/office/drawing/2014/main" id="{3EEBBAFB-4943-1A8C-EC0B-B31EC4A829B6}"/>
                </a:ext>
              </a:extLst>
            </p:cNvPr>
            <p:cNvSpPr/>
            <p:nvPr/>
          </p:nvSpPr>
          <p:spPr>
            <a:xfrm>
              <a:off x="3747709" y="3709988"/>
              <a:ext cx="87840" cy="114143"/>
            </a:xfrm>
            <a:custGeom>
              <a:avLst/>
              <a:gdLst/>
              <a:ahLst/>
              <a:cxnLst/>
              <a:rect l="l" t="t" r="r" b="b"/>
              <a:pathLst>
                <a:path w="5290" h="6874" extrusionOk="0">
                  <a:moveTo>
                    <a:pt x="1553" y="1"/>
                  </a:moveTo>
                  <a:cubicBezTo>
                    <a:pt x="666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081"/>
                    <a:pt x="381" y="6620"/>
                    <a:pt x="856" y="6873"/>
                  </a:cubicBezTo>
                  <a:cubicBezTo>
                    <a:pt x="2534" y="4751"/>
                    <a:pt x="4498" y="1426"/>
                    <a:pt x="52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858;p68">
              <a:extLst>
                <a:ext uri="{FF2B5EF4-FFF2-40B4-BE49-F238E27FC236}">
                  <a16:creationId xmlns:a16="http://schemas.microsoft.com/office/drawing/2014/main" id="{D4CB1599-FD8F-3786-0447-F666705C8B60}"/>
                </a:ext>
              </a:extLst>
            </p:cNvPr>
            <p:cNvSpPr/>
            <p:nvPr/>
          </p:nvSpPr>
          <p:spPr>
            <a:xfrm>
              <a:off x="2241210" y="3870362"/>
              <a:ext cx="80999" cy="110456"/>
            </a:xfrm>
            <a:custGeom>
              <a:avLst/>
              <a:gdLst/>
              <a:ahLst/>
              <a:cxnLst/>
              <a:rect l="l" t="t" r="r" b="b"/>
              <a:pathLst>
                <a:path w="4878" h="665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5923"/>
                    <a:pt x="223" y="6335"/>
                    <a:pt x="476" y="6651"/>
                  </a:cubicBezTo>
                  <a:cubicBezTo>
                    <a:pt x="2059" y="4783"/>
                    <a:pt x="3896" y="1679"/>
                    <a:pt x="487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859;p68">
              <a:extLst>
                <a:ext uri="{FF2B5EF4-FFF2-40B4-BE49-F238E27FC236}">
                  <a16:creationId xmlns:a16="http://schemas.microsoft.com/office/drawing/2014/main" id="{8DFF685A-9FF4-B58F-4543-415B80D85D55}"/>
                </a:ext>
              </a:extLst>
            </p:cNvPr>
            <p:cNvSpPr/>
            <p:nvPr/>
          </p:nvSpPr>
          <p:spPr>
            <a:xfrm>
              <a:off x="2401586" y="3869316"/>
              <a:ext cx="90481" cy="114658"/>
            </a:xfrm>
            <a:custGeom>
              <a:avLst/>
              <a:gdLst/>
              <a:ahLst/>
              <a:cxnLst/>
              <a:rect l="l" t="t" r="r" b="b"/>
              <a:pathLst>
                <a:path w="5449" h="6905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113"/>
                    <a:pt x="381" y="6619"/>
                    <a:pt x="856" y="6904"/>
                  </a:cubicBezTo>
                  <a:cubicBezTo>
                    <a:pt x="2471" y="5068"/>
                    <a:pt x="4435" y="1742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860;p68">
              <a:extLst>
                <a:ext uri="{FF2B5EF4-FFF2-40B4-BE49-F238E27FC236}">
                  <a16:creationId xmlns:a16="http://schemas.microsoft.com/office/drawing/2014/main" id="{35721285-E8E7-6F04-2664-F07942E2EF0C}"/>
                </a:ext>
              </a:extLst>
            </p:cNvPr>
            <p:cNvSpPr/>
            <p:nvPr/>
          </p:nvSpPr>
          <p:spPr>
            <a:xfrm>
              <a:off x="2561979" y="3868270"/>
              <a:ext cx="94665" cy="115704"/>
            </a:xfrm>
            <a:custGeom>
              <a:avLst/>
              <a:gdLst/>
              <a:ahLst/>
              <a:cxnLst/>
              <a:rect l="l" t="t" r="r" b="b"/>
              <a:pathLst>
                <a:path w="5701" h="6968" extrusionOk="0">
                  <a:moveTo>
                    <a:pt x="1552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176"/>
                    <a:pt x="443" y="6777"/>
                    <a:pt x="1077" y="6967"/>
                  </a:cubicBezTo>
                  <a:cubicBezTo>
                    <a:pt x="2692" y="5194"/>
                    <a:pt x="4719" y="1837"/>
                    <a:pt x="5700" y="32"/>
                  </a:cubicBezTo>
                  <a:cubicBezTo>
                    <a:pt x="5637" y="32"/>
                    <a:pt x="5542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861;p68">
              <a:extLst>
                <a:ext uri="{FF2B5EF4-FFF2-40B4-BE49-F238E27FC236}">
                  <a16:creationId xmlns:a16="http://schemas.microsoft.com/office/drawing/2014/main" id="{FD5BAF4A-8D20-64C2-558A-1F6D5EECDB9A}"/>
                </a:ext>
              </a:extLst>
            </p:cNvPr>
            <p:cNvSpPr/>
            <p:nvPr/>
          </p:nvSpPr>
          <p:spPr>
            <a:xfrm>
              <a:off x="2721824" y="3868270"/>
              <a:ext cx="75221" cy="107285"/>
            </a:xfrm>
            <a:custGeom>
              <a:avLst/>
              <a:gdLst/>
              <a:ahLst/>
              <a:cxnLst/>
              <a:rect l="l" t="t" r="r" b="b"/>
              <a:pathLst>
                <a:path w="4530" h="6461" extrusionOk="0">
                  <a:moveTo>
                    <a:pt x="1552" y="0"/>
                  </a:moveTo>
                  <a:cubicBezTo>
                    <a:pt x="665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5859"/>
                    <a:pt x="127" y="6176"/>
                    <a:pt x="317" y="6461"/>
                  </a:cubicBezTo>
                  <a:cubicBezTo>
                    <a:pt x="1869" y="4561"/>
                    <a:pt x="3611" y="1584"/>
                    <a:pt x="452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862;p68">
              <a:extLst>
                <a:ext uri="{FF2B5EF4-FFF2-40B4-BE49-F238E27FC236}">
                  <a16:creationId xmlns:a16="http://schemas.microsoft.com/office/drawing/2014/main" id="{465DF20A-806E-54A5-1FB1-8F122CF26B48}"/>
                </a:ext>
              </a:extLst>
            </p:cNvPr>
            <p:cNvSpPr/>
            <p:nvPr/>
          </p:nvSpPr>
          <p:spPr>
            <a:xfrm>
              <a:off x="2882732" y="3867738"/>
              <a:ext cx="95711" cy="116235"/>
            </a:xfrm>
            <a:custGeom>
              <a:avLst/>
              <a:gdLst/>
              <a:ahLst/>
              <a:cxnLst/>
              <a:rect l="l" t="t" r="r" b="b"/>
              <a:pathLst>
                <a:path w="5764" h="7000" extrusionOk="0">
                  <a:moveTo>
                    <a:pt x="1552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8"/>
                    <a:pt x="475" y="6809"/>
                    <a:pt x="1109" y="6999"/>
                  </a:cubicBezTo>
                  <a:cubicBezTo>
                    <a:pt x="2755" y="5131"/>
                    <a:pt x="4751" y="1774"/>
                    <a:pt x="5764" y="32"/>
                  </a:cubicBezTo>
                  <a:cubicBezTo>
                    <a:pt x="5669" y="32"/>
                    <a:pt x="5542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863;p68">
              <a:extLst>
                <a:ext uri="{FF2B5EF4-FFF2-40B4-BE49-F238E27FC236}">
                  <a16:creationId xmlns:a16="http://schemas.microsoft.com/office/drawing/2014/main" id="{51CF89B0-D37F-2EB5-470B-D09825D5F1BB}"/>
                </a:ext>
              </a:extLst>
            </p:cNvPr>
            <p:cNvSpPr/>
            <p:nvPr/>
          </p:nvSpPr>
          <p:spPr>
            <a:xfrm>
              <a:off x="3042577" y="3867738"/>
              <a:ext cx="77844" cy="108348"/>
            </a:xfrm>
            <a:custGeom>
              <a:avLst/>
              <a:gdLst/>
              <a:ahLst/>
              <a:cxnLst/>
              <a:rect l="l" t="t" r="r" b="b"/>
              <a:pathLst>
                <a:path w="4688" h="6525" extrusionOk="0">
                  <a:moveTo>
                    <a:pt x="1552" y="1"/>
                  </a:moveTo>
                  <a:cubicBezTo>
                    <a:pt x="666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5891"/>
                    <a:pt x="159" y="6239"/>
                    <a:pt x="412" y="6524"/>
                  </a:cubicBezTo>
                  <a:cubicBezTo>
                    <a:pt x="1996" y="4593"/>
                    <a:pt x="3769" y="1584"/>
                    <a:pt x="468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864;p68">
              <a:extLst>
                <a:ext uri="{FF2B5EF4-FFF2-40B4-BE49-F238E27FC236}">
                  <a16:creationId xmlns:a16="http://schemas.microsoft.com/office/drawing/2014/main" id="{7C3CCD08-7258-42E7-F59F-5461AC6CBD70}"/>
                </a:ext>
              </a:extLst>
            </p:cNvPr>
            <p:cNvSpPr/>
            <p:nvPr/>
          </p:nvSpPr>
          <p:spPr>
            <a:xfrm>
              <a:off x="3202954" y="3867207"/>
              <a:ext cx="96774" cy="116235"/>
            </a:xfrm>
            <a:custGeom>
              <a:avLst/>
              <a:gdLst/>
              <a:ahLst/>
              <a:cxnLst/>
              <a:rect l="l" t="t" r="r" b="b"/>
              <a:pathLst>
                <a:path w="5828" h="7000" extrusionOk="0">
                  <a:moveTo>
                    <a:pt x="1552" y="1"/>
                  </a:moveTo>
                  <a:cubicBezTo>
                    <a:pt x="666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240"/>
                    <a:pt x="507" y="6841"/>
                    <a:pt x="1236" y="7000"/>
                  </a:cubicBezTo>
                  <a:cubicBezTo>
                    <a:pt x="2851" y="5131"/>
                    <a:pt x="4846" y="1711"/>
                    <a:pt x="5828" y="33"/>
                  </a:cubicBezTo>
                  <a:cubicBezTo>
                    <a:pt x="5701" y="1"/>
                    <a:pt x="557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865;p68">
              <a:extLst>
                <a:ext uri="{FF2B5EF4-FFF2-40B4-BE49-F238E27FC236}">
                  <a16:creationId xmlns:a16="http://schemas.microsoft.com/office/drawing/2014/main" id="{A735FCFF-8495-80E5-5456-945FAA56CE36}"/>
                </a:ext>
              </a:extLst>
            </p:cNvPr>
            <p:cNvSpPr/>
            <p:nvPr/>
          </p:nvSpPr>
          <p:spPr>
            <a:xfrm>
              <a:off x="3362815" y="3865630"/>
              <a:ext cx="90464" cy="115189"/>
            </a:xfrm>
            <a:custGeom>
              <a:avLst/>
              <a:gdLst/>
              <a:ahLst/>
              <a:cxnLst/>
              <a:rect l="l" t="t" r="r" b="b"/>
              <a:pathLst>
                <a:path w="5448" h="6937" extrusionOk="0">
                  <a:moveTo>
                    <a:pt x="5447" y="1"/>
                  </a:moveTo>
                  <a:lnTo>
                    <a:pt x="1552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76"/>
                    <a:pt x="348" y="6683"/>
                    <a:pt x="887" y="6936"/>
                  </a:cubicBezTo>
                  <a:cubicBezTo>
                    <a:pt x="2565" y="5005"/>
                    <a:pt x="4560" y="1648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866;p68">
              <a:extLst>
                <a:ext uri="{FF2B5EF4-FFF2-40B4-BE49-F238E27FC236}">
                  <a16:creationId xmlns:a16="http://schemas.microsoft.com/office/drawing/2014/main" id="{7FAD38AA-F0CA-8003-D9BC-778DD52A3948}"/>
                </a:ext>
              </a:extLst>
            </p:cNvPr>
            <p:cNvSpPr/>
            <p:nvPr/>
          </p:nvSpPr>
          <p:spPr>
            <a:xfrm>
              <a:off x="3523192" y="3865115"/>
              <a:ext cx="83623" cy="112549"/>
            </a:xfrm>
            <a:custGeom>
              <a:avLst/>
              <a:gdLst/>
              <a:ahLst/>
              <a:cxnLst/>
              <a:rect l="l" t="t" r="r" b="b"/>
              <a:pathLst>
                <a:path w="5036" h="6778" extrusionOk="0">
                  <a:moveTo>
                    <a:pt x="5035" y="0"/>
                  </a:moveTo>
                  <a:lnTo>
                    <a:pt x="1520" y="32"/>
                  </a:lnTo>
                  <a:cubicBezTo>
                    <a:pt x="665" y="32"/>
                    <a:pt x="0" y="760"/>
                    <a:pt x="0" y="1615"/>
                  </a:cubicBezTo>
                  <a:lnTo>
                    <a:pt x="0" y="5542"/>
                  </a:lnTo>
                  <a:cubicBezTo>
                    <a:pt x="0" y="6049"/>
                    <a:pt x="222" y="6492"/>
                    <a:pt x="633" y="6777"/>
                  </a:cubicBezTo>
                  <a:cubicBezTo>
                    <a:pt x="2249" y="4782"/>
                    <a:pt x="4149" y="1584"/>
                    <a:pt x="503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867;p68">
              <a:extLst>
                <a:ext uri="{FF2B5EF4-FFF2-40B4-BE49-F238E27FC236}">
                  <a16:creationId xmlns:a16="http://schemas.microsoft.com/office/drawing/2014/main" id="{DFC32731-C0D0-4813-2A15-AB61C79DDDA8}"/>
                </a:ext>
              </a:extLst>
            </p:cNvPr>
            <p:cNvSpPr/>
            <p:nvPr/>
          </p:nvSpPr>
          <p:spPr>
            <a:xfrm>
              <a:off x="3683037" y="3864052"/>
              <a:ext cx="85732" cy="114143"/>
            </a:xfrm>
            <a:custGeom>
              <a:avLst/>
              <a:gdLst/>
              <a:ahLst/>
              <a:cxnLst/>
              <a:rect l="l" t="t" r="r" b="b"/>
              <a:pathLst>
                <a:path w="5163" h="6874" extrusionOk="0">
                  <a:moveTo>
                    <a:pt x="5163" y="1"/>
                  </a:moveTo>
                  <a:lnTo>
                    <a:pt x="1521" y="64"/>
                  </a:lnTo>
                  <a:cubicBezTo>
                    <a:pt x="666" y="64"/>
                    <a:pt x="0" y="761"/>
                    <a:pt x="0" y="1648"/>
                  </a:cubicBezTo>
                  <a:lnTo>
                    <a:pt x="0" y="5575"/>
                  </a:lnTo>
                  <a:cubicBezTo>
                    <a:pt x="0" y="6113"/>
                    <a:pt x="254" y="6588"/>
                    <a:pt x="697" y="6873"/>
                  </a:cubicBezTo>
                  <a:cubicBezTo>
                    <a:pt x="2376" y="4878"/>
                    <a:pt x="4276" y="1584"/>
                    <a:pt x="516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868;p68">
              <a:extLst>
                <a:ext uri="{FF2B5EF4-FFF2-40B4-BE49-F238E27FC236}">
                  <a16:creationId xmlns:a16="http://schemas.microsoft.com/office/drawing/2014/main" id="{257CC874-3A97-3C35-21B8-673519B4E6F2}"/>
                </a:ext>
              </a:extLst>
            </p:cNvPr>
            <p:cNvSpPr/>
            <p:nvPr/>
          </p:nvSpPr>
          <p:spPr>
            <a:xfrm>
              <a:off x="3843413" y="3864052"/>
              <a:ext cx="93088" cy="116235"/>
            </a:xfrm>
            <a:custGeom>
              <a:avLst/>
              <a:gdLst/>
              <a:ahLst/>
              <a:cxnLst/>
              <a:rect l="l" t="t" r="r" b="b"/>
              <a:pathLst>
                <a:path w="5606" h="7000" extrusionOk="0">
                  <a:moveTo>
                    <a:pt x="5606" y="1"/>
                  </a:moveTo>
                  <a:lnTo>
                    <a:pt x="5448" y="33"/>
                  </a:lnTo>
                  <a:lnTo>
                    <a:pt x="1521" y="33"/>
                  </a:lnTo>
                  <a:cubicBezTo>
                    <a:pt x="666" y="33"/>
                    <a:pt x="1" y="729"/>
                    <a:pt x="1" y="1616"/>
                  </a:cubicBezTo>
                  <a:lnTo>
                    <a:pt x="1" y="5511"/>
                  </a:lnTo>
                  <a:cubicBezTo>
                    <a:pt x="1" y="6208"/>
                    <a:pt x="412" y="6778"/>
                    <a:pt x="1014" y="7000"/>
                  </a:cubicBezTo>
                  <a:cubicBezTo>
                    <a:pt x="2724" y="5005"/>
                    <a:pt x="4688" y="1648"/>
                    <a:pt x="560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869;p68">
              <a:extLst>
                <a:ext uri="{FF2B5EF4-FFF2-40B4-BE49-F238E27FC236}">
                  <a16:creationId xmlns:a16="http://schemas.microsoft.com/office/drawing/2014/main" id="{A38A1CCB-2762-7D5D-800E-151C8522964D}"/>
                </a:ext>
              </a:extLst>
            </p:cNvPr>
            <p:cNvSpPr/>
            <p:nvPr/>
          </p:nvSpPr>
          <p:spPr>
            <a:xfrm>
              <a:off x="1900483" y="4031799"/>
              <a:ext cx="93619" cy="115704"/>
            </a:xfrm>
            <a:custGeom>
              <a:avLst/>
              <a:gdLst/>
              <a:ahLst/>
              <a:cxnLst/>
              <a:rect l="l" t="t" r="r" b="b"/>
              <a:pathLst>
                <a:path w="5638" h="6968" extrusionOk="0">
                  <a:moveTo>
                    <a:pt x="1520" y="0"/>
                  </a:moveTo>
                  <a:cubicBezTo>
                    <a:pt x="665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176"/>
                    <a:pt x="380" y="6746"/>
                    <a:pt x="982" y="6967"/>
                  </a:cubicBezTo>
                  <a:cubicBezTo>
                    <a:pt x="2597" y="5226"/>
                    <a:pt x="4624" y="1869"/>
                    <a:pt x="563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870;p68">
              <a:extLst>
                <a:ext uri="{FF2B5EF4-FFF2-40B4-BE49-F238E27FC236}">
                  <a16:creationId xmlns:a16="http://schemas.microsoft.com/office/drawing/2014/main" id="{E66F1228-5944-4A84-5D4E-BA0F18EB1D49}"/>
                </a:ext>
              </a:extLst>
            </p:cNvPr>
            <p:cNvSpPr/>
            <p:nvPr/>
          </p:nvSpPr>
          <p:spPr>
            <a:xfrm>
              <a:off x="2060859" y="4030736"/>
              <a:ext cx="89418" cy="114143"/>
            </a:xfrm>
            <a:custGeom>
              <a:avLst/>
              <a:gdLst/>
              <a:ahLst/>
              <a:cxnLst/>
              <a:rect l="l" t="t" r="r" b="b"/>
              <a:pathLst>
                <a:path w="5385" h="6874" extrusionOk="0">
                  <a:moveTo>
                    <a:pt x="5384" y="1"/>
                  </a:moveTo>
                  <a:lnTo>
                    <a:pt x="1521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5"/>
                    <a:pt x="317" y="6620"/>
                    <a:pt x="792" y="6873"/>
                  </a:cubicBezTo>
                  <a:cubicBezTo>
                    <a:pt x="2407" y="5100"/>
                    <a:pt x="4339" y="1806"/>
                    <a:pt x="538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871;p68">
              <a:extLst>
                <a:ext uri="{FF2B5EF4-FFF2-40B4-BE49-F238E27FC236}">
                  <a16:creationId xmlns:a16="http://schemas.microsoft.com/office/drawing/2014/main" id="{FED9716B-01BD-DB83-CBA1-71C13A821A4B}"/>
                </a:ext>
              </a:extLst>
            </p:cNvPr>
            <p:cNvSpPr/>
            <p:nvPr/>
          </p:nvSpPr>
          <p:spPr>
            <a:xfrm>
              <a:off x="2220189" y="4031267"/>
              <a:ext cx="88355" cy="113611"/>
            </a:xfrm>
            <a:custGeom>
              <a:avLst/>
              <a:gdLst/>
              <a:ahLst/>
              <a:cxnLst/>
              <a:rect l="l" t="t" r="r" b="b"/>
              <a:pathLst>
                <a:path w="5321" h="6842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49"/>
                    <a:pt x="317" y="6588"/>
                    <a:pt x="760" y="6841"/>
                  </a:cubicBezTo>
                  <a:cubicBezTo>
                    <a:pt x="2375" y="5036"/>
                    <a:pt x="4339" y="1742"/>
                    <a:pt x="532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872;p68">
              <a:extLst>
                <a:ext uri="{FF2B5EF4-FFF2-40B4-BE49-F238E27FC236}">
                  <a16:creationId xmlns:a16="http://schemas.microsoft.com/office/drawing/2014/main" id="{03A8F6CD-EE70-6E80-B59F-00D2E714F8BC}"/>
                </a:ext>
              </a:extLst>
            </p:cNvPr>
            <p:cNvSpPr/>
            <p:nvPr/>
          </p:nvSpPr>
          <p:spPr>
            <a:xfrm>
              <a:off x="2380566" y="4029690"/>
              <a:ext cx="86246" cy="113080"/>
            </a:xfrm>
            <a:custGeom>
              <a:avLst/>
              <a:gdLst/>
              <a:ahLst/>
              <a:cxnLst/>
              <a:rect l="l" t="t" r="r" b="b"/>
              <a:pathLst>
                <a:path w="5194" h="6810" extrusionOk="0">
                  <a:moveTo>
                    <a:pt x="5194" y="1"/>
                  </a:moveTo>
                  <a:lnTo>
                    <a:pt x="1552" y="64"/>
                  </a:lnTo>
                  <a:cubicBezTo>
                    <a:pt x="697" y="64"/>
                    <a:pt x="0" y="761"/>
                    <a:pt x="0" y="1647"/>
                  </a:cubicBezTo>
                  <a:lnTo>
                    <a:pt x="0" y="5543"/>
                  </a:lnTo>
                  <a:cubicBezTo>
                    <a:pt x="0" y="6081"/>
                    <a:pt x="285" y="6556"/>
                    <a:pt x="697" y="6809"/>
                  </a:cubicBezTo>
                  <a:cubicBezTo>
                    <a:pt x="2312" y="4973"/>
                    <a:pt x="4212" y="1742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873;p68">
              <a:extLst>
                <a:ext uri="{FF2B5EF4-FFF2-40B4-BE49-F238E27FC236}">
                  <a16:creationId xmlns:a16="http://schemas.microsoft.com/office/drawing/2014/main" id="{CD811DEB-2BBC-4DCA-2F37-A903823EAB56}"/>
                </a:ext>
              </a:extLst>
            </p:cNvPr>
            <p:cNvSpPr/>
            <p:nvPr/>
          </p:nvSpPr>
          <p:spPr>
            <a:xfrm>
              <a:off x="2540942" y="4030221"/>
              <a:ext cx="86246" cy="113080"/>
            </a:xfrm>
            <a:custGeom>
              <a:avLst/>
              <a:gdLst/>
              <a:ahLst/>
              <a:cxnLst/>
              <a:rect l="l" t="t" r="r" b="b"/>
              <a:pathLst>
                <a:path w="5194" h="6810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049"/>
                    <a:pt x="285" y="6524"/>
                    <a:pt x="697" y="6809"/>
                  </a:cubicBezTo>
                  <a:cubicBezTo>
                    <a:pt x="2312" y="4941"/>
                    <a:pt x="4212" y="1679"/>
                    <a:pt x="519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874;p68">
              <a:extLst>
                <a:ext uri="{FF2B5EF4-FFF2-40B4-BE49-F238E27FC236}">
                  <a16:creationId xmlns:a16="http://schemas.microsoft.com/office/drawing/2014/main" id="{BCDC615B-F6D0-1D89-8500-9CC5E06A1C93}"/>
                </a:ext>
              </a:extLst>
            </p:cNvPr>
            <p:cNvSpPr/>
            <p:nvPr/>
          </p:nvSpPr>
          <p:spPr>
            <a:xfrm>
              <a:off x="2700787" y="4029159"/>
              <a:ext cx="86794" cy="113080"/>
            </a:xfrm>
            <a:custGeom>
              <a:avLst/>
              <a:gdLst/>
              <a:ahLst/>
              <a:cxnLst/>
              <a:rect l="l" t="t" r="r" b="b"/>
              <a:pathLst>
                <a:path w="5227" h="6810" extrusionOk="0">
                  <a:moveTo>
                    <a:pt x="1552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050"/>
                    <a:pt x="286" y="6556"/>
                    <a:pt x="729" y="6810"/>
                  </a:cubicBezTo>
                  <a:cubicBezTo>
                    <a:pt x="2344" y="4973"/>
                    <a:pt x="4276" y="1711"/>
                    <a:pt x="522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875;p68">
              <a:extLst>
                <a:ext uri="{FF2B5EF4-FFF2-40B4-BE49-F238E27FC236}">
                  <a16:creationId xmlns:a16="http://schemas.microsoft.com/office/drawing/2014/main" id="{EDD1953F-A89D-FA15-51FC-35A7A762716D}"/>
                </a:ext>
              </a:extLst>
            </p:cNvPr>
            <p:cNvSpPr/>
            <p:nvPr/>
          </p:nvSpPr>
          <p:spPr>
            <a:xfrm>
              <a:off x="2861164" y="4028113"/>
              <a:ext cx="86794" cy="113611"/>
            </a:xfrm>
            <a:custGeom>
              <a:avLst/>
              <a:gdLst/>
              <a:ahLst/>
              <a:cxnLst/>
              <a:rect l="l" t="t" r="r" b="b"/>
              <a:pathLst>
                <a:path w="5227" h="6842" extrusionOk="0">
                  <a:moveTo>
                    <a:pt x="5226" y="1"/>
                  </a:moveTo>
                  <a:lnTo>
                    <a:pt x="1553" y="32"/>
                  </a:lnTo>
                  <a:cubicBezTo>
                    <a:pt x="666" y="32"/>
                    <a:pt x="1" y="761"/>
                    <a:pt x="1" y="1616"/>
                  </a:cubicBezTo>
                  <a:lnTo>
                    <a:pt x="1" y="5543"/>
                  </a:lnTo>
                  <a:cubicBezTo>
                    <a:pt x="1" y="6081"/>
                    <a:pt x="286" y="6556"/>
                    <a:pt x="729" y="6841"/>
                  </a:cubicBezTo>
                  <a:cubicBezTo>
                    <a:pt x="2344" y="4941"/>
                    <a:pt x="4276" y="1711"/>
                    <a:pt x="522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876;p68">
              <a:extLst>
                <a:ext uri="{FF2B5EF4-FFF2-40B4-BE49-F238E27FC236}">
                  <a16:creationId xmlns:a16="http://schemas.microsoft.com/office/drawing/2014/main" id="{3060006F-AB21-FFEA-1038-4F5AFEA23B26}"/>
                </a:ext>
              </a:extLst>
            </p:cNvPr>
            <p:cNvSpPr/>
            <p:nvPr/>
          </p:nvSpPr>
          <p:spPr>
            <a:xfrm>
              <a:off x="3021540" y="4027581"/>
              <a:ext cx="87309" cy="113611"/>
            </a:xfrm>
            <a:custGeom>
              <a:avLst/>
              <a:gdLst/>
              <a:ahLst/>
              <a:cxnLst/>
              <a:rect l="l" t="t" r="r" b="b"/>
              <a:pathLst>
                <a:path w="5258" h="6842" extrusionOk="0">
                  <a:moveTo>
                    <a:pt x="5258" y="1"/>
                  </a:moveTo>
                  <a:lnTo>
                    <a:pt x="1553" y="33"/>
                  </a:lnTo>
                  <a:cubicBezTo>
                    <a:pt x="666" y="33"/>
                    <a:pt x="1" y="729"/>
                    <a:pt x="1" y="1616"/>
                  </a:cubicBezTo>
                  <a:lnTo>
                    <a:pt x="1" y="5543"/>
                  </a:lnTo>
                  <a:cubicBezTo>
                    <a:pt x="1" y="6081"/>
                    <a:pt x="317" y="6588"/>
                    <a:pt x="761" y="6841"/>
                  </a:cubicBezTo>
                  <a:cubicBezTo>
                    <a:pt x="2376" y="4941"/>
                    <a:pt x="4308" y="1648"/>
                    <a:pt x="52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877;p68">
              <a:extLst>
                <a:ext uri="{FF2B5EF4-FFF2-40B4-BE49-F238E27FC236}">
                  <a16:creationId xmlns:a16="http://schemas.microsoft.com/office/drawing/2014/main" id="{AEFE1502-70D8-2011-9421-9714C9D914B9}"/>
                </a:ext>
              </a:extLst>
            </p:cNvPr>
            <p:cNvSpPr/>
            <p:nvPr/>
          </p:nvSpPr>
          <p:spPr>
            <a:xfrm>
              <a:off x="3181402" y="4028113"/>
              <a:ext cx="87309" cy="113611"/>
            </a:xfrm>
            <a:custGeom>
              <a:avLst/>
              <a:gdLst/>
              <a:ahLst/>
              <a:cxnLst/>
              <a:rect l="l" t="t" r="r" b="b"/>
              <a:pathLst>
                <a:path w="5258" h="6842" extrusionOk="0">
                  <a:moveTo>
                    <a:pt x="1552" y="1"/>
                  </a:moveTo>
                  <a:cubicBezTo>
                    <a:pt x="665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049"/>
                    <a:pt x="317" y="6556"/>
                    <a:pt x="760" y="6841"/>
                  </a:cubicBezTo>
                  <a:cubicBezTo>
                    <a:pt x="2407" y="4909"/>
                    <a:pt x="4307" y="1647"/>
                    <a:pt x="525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878;p68">
              <a:extLst>
                <a:ext uri="{FF2B5EF4-FFF2-40B4-BE49-F238E27FC236}">
                  <a16:creationId xmlns:a16="http://schemas.microsoft.com/office/drawing/2014/main" id="{334A9A0B-3337-80EE-A021-5931AEAB4448}"/>
                </a:ext>
              </a:extLst>
            </p:cNvPr>
            <p:cNvSpPr/>
            <p:nvPr/>
          </p:nvSpPr>
          <p:spPr>
            <a:xfrm>
              <a:off x="3341778" y="4027067"/>
              <a:ext cx="87824" cy="114126"/>
            </a:xfrm>
            <a:custGeom>
              <a:avLst/>
              <a:gdLst/>
              <a:ahLst/>
              <a:cxnLst/>
              <a:rect l="l" t="t" r="r" b="b"/>
              <a:pathLst>
                <a:path w="5289" h="6873" extrusionOk="0">
                  <a:moveTo>
                    <a:pt x="5289" y="0"/>
                  </a:moveTo>
                  <a:lnTo>
                    <a:pt x="1552" y="32"/>
                  </a:lnTo>
                  <a:cubicBezTo>
                    <a:pt x="665" y="32"/>
                    <a:pt x="0" y="729"/>
                    <a:pt x="0" y="1615"/>
                  </a:cubicBezTo>
                  <a:lnTo>
                    <a:pt x="0" y="5511"/>
                  </a:lnTo>
                  <a:cubicBezTo>
                    <a:pt x="0" y="6112"/>
                    <a:pt x="317" y="6587"/>
                    <a:pt x="792" y="6872"/>
                  </a:cubicBezTo>
                  <a:cubicBezTo>
                    <a:pt x="2439" y="4909"/>
                    <a:pt x="4402" y="1647"/>
                    <a:pt x="528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879;p68">
              <a:extLst>
                <a:ext uri="{FF2B5EF4-FFF2-40B4-BE49-F238E27FC236}">
                  <a16:creationId xmlns:a16="http://schemas.microsoft.com/office/drawing/2014/main" id="{C2A09BBA-3E46-CC99-F880-DCF5BEF50924}"/>
                </a:ext>
              </a:extLst>
            </p:cNvPr>
            <p:cNvSpPr/>
            <p:nvPr/>
          </p:nvSpPr>
          <p:spPr>
            <a:xfrm>
              <a:off x="3502155" y="4026004"/>
              <a:ext cx="87840" cy="114658"/>
            </a:xfrm>
            <a:custGeom>
              <a:avLst/>
              <a:gdLst/>
              <a:ahLst/>
              <a:cxnLst/>
              <a:rect l="l" t="t" r="r" b="b"/>
              <a:pathLst>
                <a:path w="5290" h="6905" extrusionOk="0">
                  <a:moveTo>
                    <a:pt x="5289" y="1"/>
                  </a:moveTo>
                  <a:lnTo>
                    <a:pt x="1552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5"/>
                    <a:pt x="317" y="6651"/>
                    <a:pt x="792" y="6905"/>
                  </a:cubicBezTo>
                  <a:cubicBezTo>
                    <a:pt x="2439" y="4941"/>
                    <a:pt x="4402" y="1616"/>
                    <a:pt x="528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880;p68">
              <a:extLst>
                <a:ext uri="{FF2B5EF4-FFF2-40B4-BE49-F238E27FC236}">
                  <a16:creationId xmlns:a16="http://schemas.microsoft.com/office/drawing/2014/main" id="{27A12A3C-DACD-5182-7DFF-F6F066D4B5BC}"/>
                </a:ext>
              </a:extLst>
            </p:cNvPr>
            <p:cNvSpPr/>
            <p:nvPr/>
          </p:nvSpPr>
          <p:spPr>
            <a:xfrm>
              <a:off x="1901014" y="4182709"/>
              <a:ext cx="94665" cy="116750"/>
            </a:xfrm>
            <a:custGeom>
              <a:avLst/>
              <a:gdLst/>
              <a:ahLst/>
              <a:cxnLst/>
              <a:rect l="l" t="t" r="r" b="b"/>
              <a:pathLst>
                <a:path w="5701" h="7031" extrusionOk="0">
                  <a:moveTo>
                    <a:pt x="1552" y="0"/>
                  </a:moveTo>
                  <a:cubicBezTo>
                    <a:pt x="665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39"/>
                    <a:pt x="538" y="6872"/>
                    <a:pt x="1235" y="7031"/>
                  </a:cubicBezTo>
                  <a:cubicBezTo>
                    <a:pt x="3040" y="4687"/>
                    <a:pt x="5099" y="1077"/>
                    <a:pt x="5700" y="32"/>
                  </a:cubicBezTo>
                  <a:cubicBezTo>
                    <a:pt x="5605" y="32"/>
                    <a:pt x="5542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881;p68">
              <a:extLst>
                <a:ext uri="{FF2B5EF4-FFF2-40B4-BE49-F238E27FC236}">
                  <a16:creationId xmlns:a16="http://schemas.microsoft.com/office/drawing/2014/main" id="{DD9E22E6-D81A-A17D-1A04-0DC9B8F1F020}"/>
                </a:ext>
              </a:extLst>
            </p:cNvPr>
            <p:cNvSpPr/>
            <p:nvPr/>
          </p:nvSpPr>
          <p:spPr>
            <a:xfrm>
              <a:off x="2061390" y="4182709"/>
              <a:ext cx="93088" cy="116235"/>
            </a:xfrm>
            <a:custGeom>
              <a:avLst/>
              <a:gdLst/>
              <a:ahLst/>
              <a:cxnLst/>
              <a:rect l="l" t="t" r="r" b="b"/>
              <a:pathLst>
                <a:path w="5606" h="7000" extrusionOk="0">
                  <a:moveTo>
                    <a:pt x="1552" y="0"/>
                  </a:moveTo>
                  <a:cubicBezTo>
                    <a:pt x="665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7"/>
                    <a:pt x="507" y="6841"/>
                    <a:pt x="1172" y="6999"/>
                  </a:cubicBezTo>
                  <a:cubicBezTo>
                    <a:pt x="3040" y="4624"/>
                    <a:pt x="5067" y="1014"/>
                    <a:pt x="5606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882;p68">
              <a:extLst>
                <a:ext uri="{FF2B5EF4-FFF2-40B4-BE49-F238E27FC236}">
                  <a16:creationId xmlns:a16="http://schemas.microsoft.com/office/drawing/2014/main" id="{97632EC6-74DF-3853-1966-011866F4784A}"/>
                </a:ext>
              </a:extLst>
            </p:cNvPr>
            <p:cNvSpPr/>
            <p:nvPr/>
          </p:nvSpPr>
          <p:spPr>
            <a:xfrm>
              <a:off x="2221767" y="4181646"/>
              <a:ext cx="94134" cy="116766"/>
            </a:xfrm>
            <a:custGeom>
              <a:avLst/>
              <a:gdLst/>
              <a:ahLst/>
              <a:cxnLst/>
              <a:rect l="l" t="t" r="r" b="b"/>
              <a:pathLst>
                <a:path w="5669" h="7032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271"/>
                    <a:pt x="507" y="6905"/>
                    <a:pt x="1235" y="7031"/>
                  </a:cubicBezTo>
                  <a:cubicBezTo>
                    <a:pt x="3072" y="4656"/>
                    <a:pt x="5131" y="951"/>
                    <a:pt x="566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883;p68">
              <a:extLst>
                <a:ext uri="{FF2B5EF4-FFF2-40B4-BE49-F238E27FC236}">
                  <a16:creationId xmlns:a16="http://schemas.microsoft.com/office/drawing/2014/main" id="{60E59E6C-CEFE-51D4-C1AE-4FB925174004}"/>
                </a:ext>
              </a:extLst>
            </p:cNvPr>
            <p:cNvSpPr/>
            <p:nvPr/>
          </p:nvSpPr>
          <p:spPr>
            <a:xfrm>
              <a:off x="2381612" y="4181132"/>
              <a:ext cx="94665" cy="117281"/>
            </a:xfrm>
            <a:custGeom>
              <a:avLst/>
              <a:gdLst/>
              <a:ahLst/>
              <a:cxnLst/>
              <a:rect l="l" t="t" r="r" b="b"/>
              <a:pathLst>
                <a:path w="5701" h="7063" extrusionOk="0">
                  <a:moveTo>
                    <a:pt x="1521" y="0"/>
                  </a:moveTo>
                  <a:cubicBezTo>
                    <a:pt x="666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71"/>
                    <a:pt x="539" y="6904"/>
                    <a:pt x="1267" y="7062"/>
                  </a:cubicBezTo>
                  <a:cubicBezTo>
                    <a:pt x="3104" y="4624"/>
                    <a:pt x="5163" y="950"/>
                    <a:pt x="5701" y="32"/>
                  </a:cubicBezTo>
                  <a:cubicBezTo>
                    <a:pt x="5606" y="0"/>
                    <a:pt x="5543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884;p68">
              <a:extLst>
                <a:ext uri="{FF2B5EF4-FFF2-40B4-BE49-F238E27FC236}">
                  <a16:creationId xmlns:a16="http://schemas.microsoft.com/office/drawing/2014/main" id="{1255D634-D972-778F-71AC-896995F1B69B}"/>
                </a:ext>
              </a:extLst>
            </p:cNvPr>
            <p:cNvSpPr/>
            <p:nvPr/>
          </p:nvSpPr>
          <p:spPr>
            <a:xfrm>
              <a:off x="3342293" y="4177977"/>
              <a:ext cx="93636" cy="116235"/>
            </a:xfrm>
            <a:custGeom>
              <a:avLst/>
              <a:gdLst/>
              <a:ahLst/>
              <a:cxnLst/>
              <a:rect l="l" t="t" r="r" b="b"/>
              <a:pathLst>
                <a:path w="5639" h="7000" extrusionOk="0">
                  <a:moveTo>
                    <a:pt x="1553" y="0"/>
                  </a:moveTo>
                  <a:cubicBezTo>
                    <a:pt x="666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207"/>
                    <a:pt x="476" y="6809"/>
                    <a:pt x="1141" y="6999"/>
                  </a:cubicBezTo>
                  <a:cubicBezTo>
                    <a:pt x="2978" y="4751"/>
                    <a:pt x="4941" y="1172"/>
                    <a:pt x="563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885;p68">
              <a:extLst>
                <a:ext uri="{FF2B5EF4-FFF2-40B4-BE49-F238E27FC236}">
                  <a16:creationId xmlns:a16="http://schemas.microsoft.com/office/drawing/2014/main" id="{343E329C-3B87-A2FD-A0FC-FF3BD94A01E2}"/>
                </a:ext>
              </a:extLst>
            </p:cNvPr>
            <p:cNvSpPr/>
            <p:nvPr/>
          </p:nvSpPr>
          <p:spPr>
            <a:xfrm>
              <a:off x="3502686" y="4177446"/>
              <a:ext cx="93619" cy="116235"/>
            </a:xfrm>
            <a:custGeom>
              <a:avLst/>
              <a:gdLst/>
              <a:ahLst/>
              <a:cxnLst/>
              <a:rect l="l" t="t" r="r" b="b"/>
              <a:pathLst>
                <a:path w="5638" h="7000" extrusionOk="0">
                  <a:moveTo>
                    <a:pt x="1552" y="1"/>
                  </a:moveTo>
                  <a:cubicBezTo>
                    <a:pt x="665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8"/>
                    <a:pt x="475" y="6809"/>
                    <a:pt x="1140" y="6999"/>
                  </a:cubicBezTo>
                  <a:cubicBezTo>
                    <a:pt x="2977" y="4688"/>
                    <a:pt x="5004" y="1141"/>
                    <a:pt x="563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886;p68">
              <a:extLst>
                <a:ext uri="{FF2B5EF4-FFF2-40B4-BE49-F238E27FC236}">
                  <a16:creationId xmlns:a16="http://schemas.microsoft.com/office/drawing/2014/main" id="{D2C19C15-619E-0ED9-37B4-C2F08CC4A6D6}"/>
                </a:ext>
              </a:extLst>
            </p:cNvPr>
            <p:cNvSpPr/>
            <p:nvPr/>
          </p:nvSpPr>
          <p:spPr>
            <a:xfrm>
              <a:off x="2561979" y="4180069"/>
              <a:ext cx="280292" cy="118344"/>
            </a:xfrm>
            <a:custGeom>
              <a:avLst/>
              <a:gdLst/>
              <a:ahLst/>
              <a:cxnLst/>
              <a:rect l="l" t="t" r="r" b="b"/>
              <a:pathLst>
                <a:path w="16880" h="7127" extrusionOk="0">
                  <a:moveTo>
                    <a:pt x="16880" y="1"/>
                  </a:moveTo>
                  <a:lnTo>
                    <a:pt x="1045" y="33"/>
                  </a:lnTo>
                  <a:cubicBezTo>
                    <a:pt x="475" y="33"/>
                    <a:pt x="0" y="508"/>
                    <a:pt x="0" y="1046"/>
                  </a:cubicBezTo>
                  <a:lnTo>
                    <a:pt x="0" y="6081"/>
                  </a:lnTo>
                  <a:cubicBezTo>
                    <a:pt x="0" y="6651"/>
                    <a:pt x="475" y="7126"/>
                    <a:pt x="1045" y="7126"/>
                  </a:cubicBezTo>
                  <a:lnTo>
                    <a:pt x="10039" y="7063"/>
                  </a:lnTo>
                  <a:lnTo>
                    <a:pt x="1688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887;p68">
              <a:extLst>
                <a:ext uri="{FF2B5EF4-FFF2-40B4-BE49-F238E27FC236}">
                  <a16:creationId xmlns:a16="http://schemas.microsoft.com/office/drawing/2014/main" id="{1A006EA4-7F24-1639-5964-32A9CA04B6FB}"/>
                </a:ext>
              </a:extLst>
            </p:cNvPr>
            <p:cNvSpPr/>
            <p:nvPr/>
          </p:nvSpPr>
          <p:spPr>
            <a:xfrm>
              <a:off x="1899437" y="3870893"/>
              <a:ext cx="182489" cy="117812"/>
            </a:xfrm>
            <a:custGeom>
              <a:avLst/>
              <a:gdLst/>
              <a:ahLst/>
              <a:cxnLst/>
              <a:rect l="l" t="t" r="r" b="b"/>
              <a:pathLst>
                <a:path w="10990" h="7095" extrusionOk="0">
                  <a:moveTo>
                    <a:pt x="10989" y="1"/>
                  </a:moveTo>
                  <a:lnTo>
                    <a:pt x="1235" y="32"/>
                  </a:lnTo>
                  <a:cubicBezTo>
                    <a:pt x="570" y="32"/>
                    <a:pt x="0" y="602"/>
                    <a:pt x="0" y="1267"/>
                  </a:cubicBezTo>
                  <a:lnTo>
                    <a:pt x="0" y="5859"/>
                  </a:lnTo>
                  <a:cubicBezTo>
                    <a:pt x="0" y="6524"/>
                    <a:pt x="570" y="7094"/>
                    <a:pt x="1235" y="7094"/>
                  </a:cubicBezTo>
                  <a:lnTo>
                    <a:pt x="5637" y="7094"/>
                  </a:lnTo>
                  <a:lnTo>
                    <a:pt x="109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888;p68">
              <a:extLst>
                <a:ext uri="{FF2B5EF4-FFF2-40B4-BE49-F238E27FC236}">
                  <a16:creationId xmlns:a16="http://schemas.microsoft.com/office/drawing/2014/main" id="{A7158645-FE8B-8C16-949F-E9080CDF268D}"/>
                </a:ext>
              </a:extLst>
            </p:cNvPr>
            <p:cNvSpPr/>
            <p:nvPr/>
          </p:nvSpPr>
          <p:spPr>
            <a:xfrm>
              <a:off x="1898905" y="3715251"/>
              <a:ext cx="106770" cy="115189"/>
            </a:xfrm>
            <a:custGeom>
              <a:avLst/>
              <a:gdLst/>
              <a:ahLst/>
              <a:cxnLst/>
              <a:rect l="l" t="t" r="r" b="b"/>
              <a:pathLst>
                <a:path w="6430" h="6937" extrusionOk="0">
                  <a:moveTo>
                    <a:pt x="6429" y="1"/>
                  </a:moveTo>
                  <a:lnTo>
                    <a:pt x="1869" y="32"/>
                  </a:lnTo>
                  <a:cubicBezTo>
                    <a:pt x="824" y="32"/>
                    <a:pt x="0" y="856"/>
                    <a:pt x="0" y="1932"/>
                  </a:cubicBezTo>
                  <a:lnTo>
                    <a:pt x="0" y="5226"/>
                  </a:lnTo>
                  <a:cubicBezTo>
                    <a:pt x="0" y="5986"/>
                    <a:pt x="475" y="6651"/>
                    <a:pt x="1109" y="6936"/>
                  </a:cubicBezTo>
                  <a:lnTo>
                    <a:pt x="642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889;p68">
              <a:extLst>
                <a:ext uri="{FF2B5EF4-FFF2-40B4-BE49-F238E27FC236}">
                  <a16:creationId xmlns:a16="http://schemas.microsoft.com/office/drawing/2014/main" id="{1C19E66D-5828-75E4-2B16-3E1EBB793A77}"/>
                </a:ext>
              </a:extLst>
            </p:cNvPr>
            <p:cNvSpPr/>
            <p:nvPr/>
          </p:nvSpPr>
          <p:spPr>
            <a:xfrm>
              <a:off x="3815552" y="3551722"/>
              <a:ext cx="137257" cy="118344"/>
            </a:xfrm>
            <a:custGeom>
              <a:avLst/>
              <a:gdLst/>
              <a:ahLst/>
              <a:cxnLst/>
              <a:rect l="l" t="t" r="r" b="b"/>
              <a:pathLst>
                <a:path w="8266" h="7127" extrusionOk="0">
                  <a:moveTo>
                    <a:pt x="8266" y="1"/>
                  </a:moveTo>
                  <a:lnTo>
                    <a:pt x="1742" y="32"/>
                  </a:lnTo>
                  <a:cubicBezTo>
                    <a:pt x="792" y="32"/>
                    <a:pt x="0" y="824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4117" y="7126"/>
                  </a:lnTo>
                  <a:cubicBezTo>
                    <a:pt x="6334" y="4434"/>
                    <a:pt x="7632" y="1584"/>
                    <a:pt x="826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890;p68">
              <a:extLst>
                <a:ext uri="{FF2B5EF4-FFF2-40B4-BE49-F238E27FC236}">
                  <a16:creationId xmlns:a16="http://schemas.microsoft.com/office/drawing/2014/main" id="{4F61393B-34D6-70D7-BF2A-6CCD73BDA222}"/>
                </a:ext>
              </a:extLst>
            </p:cNvPr>
            <p:cNvSpPr/>
            <p:nvPr/>
          </p:nvSpPr>
          <p:spPr>
            <a:xfrm>
              <a:off x="3910194" y="3708410"/>
              <a:ext cx="117812" cy="116235"/>
            </a:xfrm>
            <a:custGeom>
              <a:avLst/>
              <a:gdLst/>
              <a:ahLst/>
              <a:cxnLst/>
              <a:rect l="l" t="t" r="r" b="b"/>
              <a:pathLst>
                <a:path w="7095" h="7000" extrusionOk="0">
                  <a:moveTo>
                    <a:pt x="7094" y="1"/>
                  </a:moveTo>
                  <a:lnTo>
                    <a:pt x="1457" y="64"/>
                  </a:lnTo>
                  <a:cubicBezTo>
                    <a:pt x="666" y="64"/>
                    <a:pt x="1" y="729"/>
                    <a:pt x="1" y="1521"/>
                  </a:cubicBezTo>
                  <a:lnTo>
                    <a:pt x="1" y="5670"/>
                  </a:lnTo>
                  <a:cubicBezTo>
                    <a:pt x="1" y="6303"/>
                    <a:pt x="381" y="6810"/>
                    <a:pt x="951" y="7000"/>
                  </a:cubicBezTo>
                  <a:lnTo>
                    <a:pt x="709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891;p68">
            <a:extLst>
              <a:ext uri="{FF2B5EF4-FFF2-40B4-BE49-F238E27FC236}">
                <a16:creationId xmlns:a16="http://schemas.microsoft.com/office/drawing/2014/main" id="{E9484255-FF41-3B18-2011-588251782A5F}"/>
              </a:ext>
            </a:extLst>
          </p:cNvPr>
          <p:cNvGrpSpPr/>
          <p:nvPr/>
        </p:nvGrpSpPr>
        <p:grpSpPr>
          <a:xfrm>
            <a:off x="8593824" y="3157589"/>
            <a:ext cx="830818" cy="965109"/>
            <a:chOff x="7360162" y="3160500"/>
            <a:chExt cx="1063833" cy="1235788"/>
          </a:xfrm>
        </p:grpSpPr>
        <p:sp>
          <p:nvSpPr>
            <p:cNvPr id="1285" name="Google Shape;1892;p68">
              <a:extLst>
                <a:ext uri="{FF2B5EF4-FFF2-40B4-BE49-F238E27FC236}">
                  <a16:creationId xmlns:a16="http://schemas.microsoft.com/office/drawing/2014/main" id="{E36A041D-42D5-DBB5-6BB9-5AFAE064554D}"/>
                </a:ext>
              </a:extLst>
            </p:cNvPr>
            <p:cNvSpPr/>
            <p:nvPr/>
          </p:nvSpPr>
          <p:spPr>
            <a:xfrm>
              <a:off x="7360162" y="3225702"/>
              <a:ext cx="1063833" cy="1170586"/>
            </a:xfrm>
            <a:custGeom>
              <a:avLst/>
              <a:gdLst/>
              <a:ahLst/>
              <a:cxnLst/>
              <a:rect l="l" t="t" r="r" b="b"/>
              <a:pathLst>
                <a:path w="64067" h="70496" extrusionOk="0">
                  <a:moveTo>
                    <a:pt x="55231" y="9469"/>
                  </a:moveTo>
                  <a:lnTo>
                    <a:pt x="48802" y="3769"/>
                  </a:lnTo>
                  <a:lnTo>
                    <a:pt x="32081" y="0"/>
                  </a:lnTo>
                  <a:lnTo>
                    <a:pt x="15328" y="3706"/>
                  </a:lnTo>
                  <a:lnTo>
                    <a:pt x="8931" y="9406"/>
                  </a:lnTo>
                  <a:cubicBezTo>
                    <a:pt x="8931" y="9406"/>
                    <a:pt x="0" y="61280"/>
                    <a:pt x="20965" y="68310"/>
                  </a:cubicBezTo>
                  <a:cubicBezTo>
                    <a:pt x="26824" y="70305"/>
                    <a:pt x="29864" y="70495"/>
                    <a:pt x="31163" y="70432"/>
                  </a:cubicBezTo>
                  <a:cubicBezTo>
                    <a:pt x="31733" y="70369"/>
                    <a:pt x="32271" y="70369"/>
                    <a:pt x="32873" y="70432"/>
                  </a:cubicBezTo>
                  <a:cubicBezTo>
                    <a:pt x="34203" y="70495"/>
                    <a:pt x="37275" y="70305"/>
                    <a:pt x="43133" y="68374"/>
                  </a:cubicBezTo>
                  <a:cubicBezTo>
                    <a:pt x="64067" y="61343"/>
                    <a:pt x="55231" y="9469"/>
                    <a:pt x="55231" y="94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893;p68">
              <a:extLst>
                <a:ext uri="{FF2B5EF4-FFF2-40B4-BE49-F238E27FC236}">
                  <a16:creationId xmlns:a16="http://schemas.microsoft.com/office/drawing/2014/main" id="{EADE5979-D6AB-EFE2-21E1-93DA09252F84}"/>
                </a:ext>
              </a:extLst>
            </p:cNvPr>
            <p:cNvSpPr/>
            <p:nvPr/>
          </p:nvSpPr>
          <p:spPr>
            <a:xfrm>
              <a:off x="7443762" y="3160500"/>
              <a:ext cx="895043" cy="1167962"/>
            </a:xfrm>
            <a:custGeom>
              <a:avLst/>
              <a:gdLst/>
              <a:ahLst/>
              <a:cxnLst/>
              <a:rect l="l" t="t" r="r" b="b"/>
              <a:pathLst>
                <a:path w="53902" h="70338" extrusionOk="0">
                  <a:moveTo>
                    <a:pt x="45382" y="6619"/>
                  </a:moveTo>
                  <a:cubicBezTo>
                    <a:pt x="41962" y="3769"/>
                    <a:pt x="27014" y="0"/>
                    <a:pt x="27014" y="0"/>
                  </a:cubicBezTo>
                  <a:cubicBezTo>
                    <a:pt x="27014" y="0"/>
                    <a:pt x="12003" y="3737"/>
                    <a:pt x="8646" y="6587"/>
                  </a:cubicBezTo>
                  <a:cubicBezTo>
                    <a:pt x="2756" y="36546"/>
                    <a:pt x="1" y="70274"/>
                    <a:pt x="26983" y="70305"/>
                  </a:cubicBezTo>
                  <a:cubicBezTo>
                    <a:pt x="53901" y="70337"/>
                    <a:pt x="51241" y="36578"/>
                    <a:pt x="45382" y="661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894;p68">
              <a:extLst>
                <a:ext uri="{FF2B5EF4-FFF2-40B4-BE49-F238E27FC236}">
                  <a16:creationId xmlns:a16="http://schemas.microsoft.com/office/drawing/2014/main" id="{B48C709B-A409-363B-B08F-0C6C99D9FA6F}"/>
                </a:ext>
              </a:extLst>
            </p:cNvPr>
            <p:cNvSpPr/>
            <p:nvPr/>
          </p:nvSpPr>
          <p:spPr>
            <a:xfrm>
              <a:off x="7689847" y="3160500"/>
              <a:ext cx="400728" cy="1120622"/>
            </a:xfrm>
            <a:custGeom>
              <a:avLst/>
              <a:gdLst/>
              <a:ahLst/>
              <a:cxnLst/>
              <a:rect l="l" t="t" r="r" b="b"/>
              <a:pathLst>
                <a:path w="24133" h="67487" extrusionOk="0">
                  <a:moveTo>
                    <a:pt x="23911" y="3484"/>
                  </a:moveTo>
                  <a:cubicBezTo>
                    <a:pt x="18527" y="1584"/>
                    <a:pt x="12130" y="0"/>
                    <a:pt x="12130" y="0"/>
                  </a:cubicBezTo>
                  <a:cubicBezTo>
                    <a:pt x="12130" y="0"/>
                    <a:pt x="5764" y="1584"/>
                    <a:pt x="381" y="3484"/>
                  </a:cubicBezTo>
                  <a:cubicBezTo>
                    <a:pt x="1996" y="7791"/>
                    <a:pt x="5733" y="18210"/>
                    <a:pt x="6810" y="27394"/>
                  </a:cubicBezTo>
                  <a:cubicBezTo>
                    <a:pt x="8235" y="39333"/>
                    <a:pt x="2851" y="51937"/>
                    <a:pt x="1426" y="56181"/>
                  </a:cubicBezTo>
                  <a:cubicBezTo>
                    <a:pt x="1" y="60425"/>
                    <a:pt x="1109" y="67487"/>
                    <a:pt x="12067" y="67487"/>
                  </a:cubicBezTo>
                  <a:cubicBezTo>
                    <a:pt x="23024" y="67487"/>
                    <a:pt x="24133" y="60425"/>
                    <a:pt x="22707" y="56181"/>
                  </a:cubicBezTo>
                  <a:cubicBezTo>
                    <a:pt x="21282" y="51937"/>
                    <a:pt x="15930" y="39365"/>
                    <a:pt x="17355" y="27394"/>
                  </a:cubicBezTo>
                  <a:cubicBezTo>
                    <a:pt x="18559" y="18210"/>
                    <a:pt x="22296" y="7791"/>
                    <a:pt x="23911" y="34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895;p68">
              <a:extLst>
                <a:ext uri="{FF2B5EF4-FFF2-40B4-BE49-F238E27FC236}">
                  <a16:creationId xmlns:a16="http://schemas.microsoft.com/office/drawing/2014/main" id="{ADE0E903-6D4B-3537-3BA8-55C851644B0F}"/>
                </a:ext>
              </a:extLst>
            </p:cNvPr>
            <p:cNvSpPr/>
            <p:nvPr/>
          </p:nvSpPr>
          <p:spPr>
            <a:xfrm>
              <a:off x="7884926" y="3189938"/>
              <a:ext cx="15277" cy="739902"/>
            </a:xfrm>
            <a:custGeom>
              <a:avLst/>
              <a:gdLst/>
              <a:ahLst/>
              <a:cxnLst/>
              <a:rect l="l" t="t" r="r" b="b"/>
              <a:pathLst>
                <a:path w="920" h="44559" extrusionOk="0">
                  <a:moveTo>
                    <a:pt x="1" y="1"/>
                  </a:moveTo>
                  <a:lnTo>
                    <a:pt x="1" y="44559"/>
                  </a:lnTo>
                  <a:lnTo>
                    <a:pt x="919" y="44559"/>
                  </a:lnTo>
                  <a:lnTo>
                    <a:pt x="919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896;p68">
              <a:extLst>
                <a:ext uri="{FF2B5EF4-FFF2-40B4-BE49-F238E27FC236}">
                  <a16:creationId xmlns:a16="http://schemas.microsoft.com/office/drawing/2014/main" id="{3CDA5952-4F21-799F-421E-42869BBA7B70}"/>
                </a:ext>
              </a:extLst>
            </p:cNvPr>
            <p:cNvSpPr/>
            <p:nvPr/>
          </p:nvSpPr>
          <p:spPr>
            <a:xfrm>
              <a:off x="7835513" y="3307193"/>
              <a:ext cx="109908" cy="221411"/>
            </a:xfrm>
            <a:custGeom>
              <a:avLst/>
              <a:gdLst/>
              <a:ahLst/>
              <a:cxnLst/>
              <a:rect l="l" t="t" r="r" b="b"/>
              <a:pathLst>
                <a:path w="6619" h="13334" extrusionOk="0">
                  <a:moveTo>
                    <a:pt x="3325" y="1"/>
                  </a:moveTo>
                  <a:cubicBezTo>
                    <a:pt x="1488" y="1"/>
                    <a:pt x="0" y="1458"/>
                    <a:pt x="0" y="3263"/>
                  </a:cubicBezTo>
                  <a:lnTo>
                    <a:pt x="0" y="10008"/>
                  </a:lnTo>
                  <a:cubicBezTo>
                    <a:pt x="0" y="11877"/>
                    <a:pt x="1457" y="13334"/>
                    <a:pt x="3294" y="13334"/>
                  </a:cubicBezTo>
                  <a:cubicBezTo>
                    <a:pt x="5162" y="13334"/>
                    <a:pt x="6619" y="11877"/>
                    <a:pt x="6619" y="10040"/>
                  </a:cubicBezTo>
                  <a:lnTo>
                    <a:pt x="6619" y="3326"/>
                  </a:lnTo>
                  <a:cubicBezTo>
                    <a:pt x="6619" y="1458"/>
                    <a:pt x="5162" y="1"/>
                    <a:pt x="332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897;p68">
              <a:extLst>
                <a:ext uri="{FF2B5EF4-FFF2-40B4-BE49-F238E27FC236}">
                  <a16:creationId xmlns:a16="http://schemas.microsoft.com/office/drawing/2014/main" id="{BA744E8F-C0EA-D260-A3D4-F923E3B20371}"/>
                </a:ext>
              </a:extLst>
            </p:cNvPr>
            <p:cNvSpPr/>
            <p:nvPr/>
          </p:nvSpPr>
          <p:spPr>
            <a:xfrm>
              <a:off x="8029014" y="3342426"/>
              <a:ext cx="257162" cy="725705"/>
            </a:xfrm>
            <a:custGeom>
              <a:avLst/>
              <a:gdLst/>
              <a:ahLst/>
              <a:cxnLst/>
              <a:rect l="l" t="t" r="r" b="b"/>
              <a:pathLst>
                <a:path w="15487" h="43704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6492" y="10040"/>
                    <a:pt x="0" y="30213"/>
                    <a:pt x="12161" y="43704"/>
                  </a:cubicBezTo>
                  <a:cubicBezTo>
                    <a:pt x="15486" y="32145"/>
                    <a:pt x="13808" y="15804"/>
                    <a:pt x="109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898;p68">
              <a:extLst>
                <a:ext uri="{FF2B5EF4-FFF2-40B4-BE49-F238E27FC236}">
                  <a16:creationId xmlns:a16="http://schemas.microsoft.com/office/drawing/2014/main" id="{20455660-81D7-6DFE-3C58-226C6598740E}"/>
                </a:ext>
              </a:extLst>
            </p:cNvPr>
            <p:cNvSpPr/>
            <p:nvPr/>
          </p:nvSpPr>
          <p:spPr>
            <a:xfrm>
              <a:off x="7497392" y="3341911"/>
              <a:ext cx="256116" cy="725705"/>
            </a:xfrm>
            <a:custGeom>
              <a:avLst/>
              <a:gdLst/>
              <a:ahLst/>
              <a:cxnLst/>
              <a:rect l="l" t="t" r="r" b="b"/>
              <a:pathLst>
                <a:path w="15424" h="43704" extrusionOk="0">
                  <a:moveTo>
                    <a:pt x="4530" y="0"/>
                  </a:moveTo>
                  <a:lnTo>
                    <a:pt x="4530" y="0"/>
                  </a:lnTo>
                  <a:cubicBezTo>
                    <a:pt x="1648" y="15803"/>
                    <a:pt x="1" y="32144"/>
                    <a:pt x="3326" y="43703"/>
                  </a:cubicBezTo>
                  <a:cubicBezTo>
                    <a:pt x="15424" y="30212"/>
                    <a:pt x="8963" y="10008"/>
                    <a:pt x="453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899;p68">
              <a:extLst>
                <a:ext uri="{FF2B5EF4-FFF2-40B4-BE49-F238E27FC236}">
                  <a16:creationId xmlns:a16="http://schemas.microsoft.com/office/drawing/2014/main" id="{85759C1D-C67D-3266-0087-B69222C46918}"/>
                </a:ext>
              </a:extLst>
            </p:cNvPr>
            <p:cNvSpPr/>
            <p:nvPr/>
          </p:nvSpPr>
          <p:spPr>
            <a:xfrm>
              <a:off x="7823940" y="333560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900;p68">
              <a:extLst>
                <a:ext uri="{FF2B5EF4-FFF2-40B4-BE49-F238E27FC236}">
                  <a16:creationId xmlns:a16="http://schemas.microsoft.com/office/drawing/2014/main" id="{2C0828EC-4C7F-CB3B-5D3A-8148D2051788}"/>
                </a:ext>
              </a:extLst>
            </p:cNvPr>
            <p:cNvSpPr/>
            <p:nvPr/>
          </p:nvSpPr>
          <p:spPr>
            <a:xfrm>
              <a:off x="7823940" y="3371880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901;p68">
              <a:extLst>
                <a:ext uri="{FF2B5EF4-FFF2-40B4-BE49-F238E27FC236}">
                  <a16:creationId xmlns:a16="http://schemas.microsoft.com/office/drawing/2014/main" id="{968925CA-D78F-C5FE-816B-7090AC2C6E56}"/>
                </a:ext>
              </a:extLst>
            </p:cNvPr>
            <p:cNvSpPr/>
            <p:nvPr/>
          </p:nvSpPr>
          <p:spPr>
            <a:xfrm>
              <a:off x="7823940" y="340869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902;p68">
              <a:extLst>
                <a:ext uri="{FF2B5EF4-FFF2-40B4-BE49-F238E27FC236}">
                  <a16:creationId xmlns:a16="http://schemas.microsoft.com/office/drawing/2014/main" id="{970C3F4A-F280-DEB7-E076-CEB891F60182}"/>
                </a:ext>
              </a:extLst>
            </p:cNvPr>
            <p:cNvSpPr/>
            <p:nvPr/>
          </p:nvSpPr>
          <p:spPr>
            <a:xfrm>
              <a:off x="7823940" y="3446015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1"/>
                  </a:moveTo>
                  <a:lnTo>
                    <a:pt x="829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903;p68">
              <a:extLst>
                <a:ext uri="{FF2B5EF4-FFF2-40B4-BE49-F238E27FC236}">
                  <a16:creationId xmlns:a16="http://schemas.microsoft.com/office/drawing/2014/main" id="{3E19CCDC-FBDE-5125-CA57-F106FC2EF331}"/>
                </a:ext>
              </a:extLst>
            </p:cNvPr>
            <p:cNvSpPr/>
            <p:nvPr/>
          </p:nvSpPr>
          <p:spPr>
            <a:xfrm>
              <a:off x="7823940" y="3482826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904;p68">
              <a:extLst>
                <a:ext uri="{FF2B5EF4-FFF2-40B4-BE49-F238E27FC236}">
                  <a16:creationId xmlns:a16="http://schemas.microsoft.com/office/drawing/2014/main" id="{2604020C-6F9B-AF69-E4D6-30AC42A85365}"/>
                </a:ext>
              </a:extLst>
            </p:cNvPr>
            <p:cNvSpPr/>
            <p:nvPr/>
          </p:nvSpPr>
          <p:spPr>
            <a:xfrm>
              <a:off x="8078958" y="3270399"/>
              <a:ext cx="136742" cy="840861"/>
            </a:xfrm>
            <a:custGeom>
              <a:avLst/>
              <a:gdLst/>
              <a:ahLst/>
              <a:cxnLst/>
              <a:rect l="l" t="t" r="r" b="b"/>
              <a:pathLst>
                <a:path w="8235" h="50639" fill="none" extrusionOk="0">
                  <a:moveTo>
                    <a:pt x="7126" y="0"/>
                  </a:moveTo>
                  <a:cubicBezTo>
                    <a:pt x="7126" y="0"/>
                    <a:pt x="1" y="13111"/>
                    <a:pt x="64" y="29199"/>
                  </a:cubicBezTo>
                  <a:cubicBezTo>
                    <a:pt x="191" y="45287"/>
                    <a:pt x="8235" y="50639"/>
                    <a:pt x="8235" y="50639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rgbClr val="FFFFFF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905;p68">
              <a:extLst>
                <a:ext uri="{FF2B5EF4-FFF2-40B4-BE49-F238E27FC236}">
                  <a16:creationId xmlns:a16="http://schemas.microsoft.com/office/drawing/2014/main" id="{4EE5478E-C423-58F6-30F8-A87C2105AF7F}"/>
                </a:ext>
              </a:extLst>
            </p:cNvPr>
            <p:cNvSpPr/>
            <p:nvPr/>
          </p:nvSpPr>
          <p:spPr>
            <a:xfrm>
              <a:off x="7568905" y="3278286"/>
              <a:ext cx="136742" cy="832973"/>
            </a:xfrm>
            <a:custGeom>
              <a:avLst/>
              <a:gdLst/>
              <a:ahLst/>
              <a:cxnLst/>
              <a:rect l="l" t="t" r="r" b="b"/>
              <a:pathLst>
                <a:path w="8235" h="50164" fill="none" extrusionOk="0">
                  <a:moveTo>
                    <a:pt x="1331" y="0"/>
                  </a:moveTo>
                  <a:cubicBezTo>
                    <a:pt x="1331" y="0"/>
                    <a:pt x="8235" y="12668"/>
                    <a:pt x="8140" y="28724"/>
                  </a:cubicBezTo>
                  <a:cubicBezTo>
                    <a:pt x="8045" y="44812"/>
                    <a:pt x="1" y="50164"/>
                    <a:pt x="1" y="50164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906;p68">
              <a:extLst>
                <a:ext uri="{FF2B5EF4-FFF2-40B4-BE49-F238E27FC236}">
                  <a16:creationId xmlns:a16="http://schemas.microsoft.com/office/drawing/2014/main" id="{ED0012DD-EA0B-F37F-F3C1-2C79A6B6E24E}"/>
                </a:ext>
              </a:extLst>
            </p:cNvPr>
            <p:cNvSpPr/>
            <p:nvPr/>
          </p:nvSpPr>
          <p:spPr>
            <a:xfrm>
              <a:off x="7361208" y="3160500"/>
              <a:ext cx="839798" cy="1234964"/>
            </a:xfrm>
            <a:custGeom>
              <a:avLst/>
              <a:gdLst/>
              <a:ahLst/>
              <a:cxnLst/>
              <a:rect l="l" t="t" r="r" b="b"/>
              <a:pathLst>
                <a:path w="50575" h="74373" extrusionOk="0">
                  <a:moveTo>
                    <a:pt x="31891" y="0"/>
                  </a:moveTo>
                  <a:cubicBezTo>
                    <a:pt x="31860" y="0"/>
                    <a:pt x="31860" y="0"/>
                    <a:pt x="31828" y="32"/>
                  </a:cubicBezTo>
                  <a:cubicBezTo>
                    <a:pt x="31765" y="32"/>
                    <a:pt x="31701" y="64"/>
                    <a:pt x="31670" y="64"/>
                  </a:cubicBezTo>
                  <a:lnTo>
                    <a:pt x="31575" y="64"/>
                  </a:lnTo>
                  <a:cubicBezTo>
                    <a:pt x="31543" y="64"/>
                    <a:pt x="31511" y="127"/>
                    <a:pt x="31416" y="127"/>
                  </a:cubicBezTo>
                  <a:cubicBezTo>
                    <a:pt x="31353" y="127"/>
                    <a:pt x="31321" y="159"/>
                    <a:pt x="31226" y="159"/>
                  </a:cubicBezTo>
                  <a:cubicBezTo>
                    <a:pt x="31195" y="159"/>
                    <a:pt x="31131" y="190"/>
                    <a:pt x="31100" y="190"/>
                  </a:cubicBezTo>
                  <a:cubicBezTo>
                    <a:pt x="31068" y="190"/>
                    <a:pt x="31005" y="254"/>
                    <a:pt x="30941" y="254"/>
                  </a:cubicBezTo>
                  <a:cubicBezTo>
                    <a:pt x="30910" y="254"/>
                    <a:pt x="30878" y="285"/>
                    <a:pt x="30846" y="285"/>
                  </a:cubicBezTo>
                  <a:cubicBezTo>
                    <a:pt x="30720" y="317"/>
                    <a:pt x="30593" y="349"/>
                    <a:pt x="30435" y="412"/>
                  </a:cubicBezTo>
                  <a:cubicBezTo>
                    <a:pt x="30403" y="412"/>
                    <a:pt x="30371" y="444"/>
                    <a:pt x="30308" y="444"/>
                  </a:cubicBezTo>
                  <a:cubicBezTo>
                    <a:pt x="30054" y="507"/>
                    <a:pt x="29738" y="602"/>
                    <a:pt x="29421" y="665"/>
                  </a:cubicBezTo>
                  <a:cubicBezTo>
                    <a:pt x="29358" y="665"/>
                    <a:pt x="29326" y="729"/>
                    <a:pt x="29294" y="729"/>
                  </a:cubicBezTo>
                  <a:cubicBezTo>
                    <a:pt x="28946" y="792"/>
                    <a:pt x="28566" y="919"/>
                    <a:pt x="28186" y="1045"/>
                  </a:cubicBezTo>
                  <a:cubicBezTo>
                    <a:pt x="28154" y="1045"/>
                    <a:pt x="28091" y="1077"/>
                    <a:pt x="28059" y="1077"/>
                  </a:cubicBezTo>
                  <a:cubicBezTo>
                    <a:pt x="27838" y="1140"/>
                    <a:pt x="27553" y="1235"/>
                    <a:pt x="27268" y="1299"/>
                  </a:cubicBezTo>
                  <a:lnTo>
                    <a:pt x="27236" y="1299"/>
                  </a:lnTo>
                  <a:cubicBezTo>
                    <a:pt x="27078" y="1362"/>
                    <a:pt x="26951" y="1394"/>
                    <a:pt x="26793" y="1425"/>
                  </a:cubicBezTo>
                  <a:cubicBezTo>
                    <a:pt x="26761" y="1425"/>
                    <a:pt x="26729" y="1425"/>
                    <a:pt x="26729" y="1457"/>
                  </a:cubicBezTo>
                  <a:lnTo>
                    <a:pt x="25874" y="1710"/>
                  </a:lnTo>
                  <a:cubicBezTo>
                    <a:pt x="25843" y="1710"/>
                    <a:pt x="25843" y="1710"/>
                    <a:pt x="25811" y="1742"/>
                  </a:cubicBezTo>
                  <a:cubicBezTo>
                    <a:pt x="25652" y="1774"/>
                    <a:pt x="25526" y="1837"/>
                    <a:pt x="25367" y="1869"/>
                  </a:cubicBezTo>
                  <a:cubicBezTo>
                    <a:pt x="25336" y="1869"/>
                    <a:pt x="25304" y="1900"/>
                    <a:pt x="25209" y="1900"/>
                  </a:cubicBezTo>
                  <a:cubicBezTo>
                    <a:pt x="24924" y="1996"/>
                    <a:pt x="24702" y="2059"/>
                    <a:pt x="24417" y="2154"/>
                  </a:cubicBezTo>
                  <a:cubicBezTo>
                    <a:pt x="24386" y="2154"/>
                    <a:pt x="24291" y="2186"/>
                    <a:pt x="24259" y="2186"/>
                  </a:cubicBezTo>
                  <a:cubicBezTo>
                    <a:pt x="24101" y="2217"/>
                    <a:pt x="23974" y="2249"/>
                    <a:pt x="23816" y="2312"/>
                  </a:cubicBezTo>
                  <a:cubicBezTo>
                    <a:pt x="23784" y="2312"/>
                    <a:pt x="23752" y="2344"/>
                    <a:pt x="23721" y="2344"/>
                  </a:cubicBezTo>
                  <a:cubicBezTo>
                    <a:pt x="23436" y="2407"/>
                    <a:pt x="23182" y="2502"/>
                    <a:pt x="22929" y="2566"/>
                  </a:cubicBezTo>
                  <a:cubicBezTo>
                    <a:pt x="22834" y="2629"/>
                    <a:pt x="22802" y="2629"/>
                    <a:pt x="22707" y="2661"/>
                  </a:cubicBezTo>
                  <a:cubicBezTo>
                    <a:pt x="22549" y="2692"/>
                    <a:pt x="22454" y="2724"/>
                    <a:pt x="22296" y="2787"/>
                  </a:cubicBezTo>
                  <a:cubicBezTo>
                    <a:pt x="22201" y="2819"/>
                    <a:pt x="22137" y="2819"/>
                    <a:pt x="22074" y="2851"/>
                  </a:cubicBezTo>
                  <a:cubicBezTo>
                    <a:pt x="21852" y="2946"/>
                    <a:pt x="21599" y="3009"/>
                    <a:pt x="21409" y="3104"/>
                  </a:cubicBezTo>
                  <a:cubicBezTo>
                    <a:pt x="21346" y="3136"/>
                    <a:pt x="21250" y="3136"/>
                    <a:pt x="21187" y="3167"/>
                  </a:cubicBezTo>
                  <a:cubicBezTo>
                    <a:pt x="21060" y="3199"/>
                    <a:pt x="20902" y="3262"/>
                    <a:pt x="20775" y="3294"/>
                  </a:cubicBezTo>
                  <a:cubicBezTo>
                    <a:pt x="20617" y="3326"/>
                    <a:pt x="20459" y="3421"/>
                    <a:pt x="20332" y="3452"/>
                  </a:cubicBezTo>
                  <a:cubicBezTo>
                    <a:pt x="17450" y="4466"/>
                    <a:pt x="14790" y="5574"/>
                    <a:pt x="13618" y="6587"/>
                  </a:cubicBezTo>
                  <a:cubicBezTo>
                    <a:pt x="13428" y="7601"/>
                    <a:pt x="13207" y="8646"/>
                    <a:pt x="13017" y="9691"/>
                  </a:cubicBezTo>
                  <a:lnTo>
                    <a:pt x="8900" y="13333"/>
                  </a:lnTo>
                  <a:cubicBezTo>
                    <a:pt x="8900" y="13333"/>
                    <a:pt x="1" y="65207"/>
                    <a:pt x="20934" y="72237"/>
                  </a:cubicBezTo>
                  <a:cubicBezTo>
                    <a:pt x="26227" y="74040"/>
                    <a:pt x="29220" y="74369"/>
                    <a:pt x="30729" y="74369"/>
                  </a:cubicBezTo>
                  <a:cubicBezTo>
                    <a:pt x="30890" y="74369"/>
                    <a:pt x="31035" y="74365"/>
                    <a:pt x="31163" y="74359"/>
                  </a:cubicBezTo>
                  <a:cubicBezTo>
                    <a:pt x="31432" y="74327"/>
                    <a:pt x="31709" y="74311"/>
                    <a:pt x="31990" y="74311"/>
                  </a:cubicBezTo>
                  <a:cubicBezTo>
                    <a:pt x="32271" y="74311"/>
                    <a:pt x="32556" y="74327"/>
                    <a:pt x="32841" y="74359"/>
                  </a:cubicBezTo>
                  <a:cubicBezTo>
                    <a:pt x="32984" y="74367"/>
                    <a:pt x="33148" y="74372"/>
                    <a:pt x="33332" y="74372"/>
                  </a:cubicBezTo>
                  <a:cubicBezTo>
                    <a:pt x="34536" y="74372"/>
                    <a:pt x="36644" y="74157"/>
                    <a:pt x="39967" y="73251"/>
                  </a:cubicBezTo>
                  <a:cubicBezTo>
                    <a:pt x="43261" y="71604"/>
                    <a:pt x="45762" y="69704"/>
                    <a:pt x="47029" y="67550"/>
                  </a:cubicBezTo>
                  <a:cubicBezTo>
                    <a:pt x="50574" y="61288"/>
                    <a:pt x="49159" y="59727"/>
                    <a:pt x="45395" y="59727"/>
                  </a:cubicBezTo>
                  <a:cubicBezTo>
                    <a:pt x="41653" y="59727"/>
                    <a:pt x="35588" y="61271"/>
                    <a:pt x="29771" y="61271"/>
                  </a:cubicBezTo>
                  <a:cubicBezTo>
                    <a:pt x="29368" y="61271"/>
                    <a:pt x="28966" y="61264"/>
                    <a:pt x="28566" y="61248"/>
                  </a:cubicBezTo>
                  <a:cubicBezTo>
                    <a:pt x="16595" y="60773"/>
                    <a:pt x="14790" y="46395"/>
                    <a:pt x="18527" y="26634"/>
                  </a:cubicBezTo>
                  <a:cubicBezTo>
                    <a:pt x="22201" y="6873"/>
                    <a:pt x="31986" y="0"/>
                    <a:pt x="3198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F881B8D-23F7-B4A0-7D11-0894EF4A57DF}"/>
              </a:ext>
            </a:extLst>
          </p:cNvPr>
          <p:cNvSpPr txBox="1"/>
          <p:nvPr/>
        </p:nvSpPr>
        <p:spPr>
          <a:xfrm>
            <a:off x="720000" y="1070006"/>
            <a:ext cx="7546164" cy="908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xây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dựng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trò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chơi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vai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2D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vận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dụng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lập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kế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AI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sản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phẩm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chỉnh</a:t>
            </a:r>
            <a:r>
              <a:rPr lang="en-US" sz="1400" i="1" dirty="0">
                <a:solidFill>
                  <a:srgbClr val="F3F1EC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latin typeface="+mj-lt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60D4D1F-7765-6EE6-8569-C087C7F5D490}"/>
              </a:ext>
            </a:extLst>
          </p:cNvPr>
          <p:cNvSpPr/>
          <p:nvPr/>
        </p:nvSpPr>
        <p:spPr>
          <a:xfrm>
            <a:off x="3347086" y="2643024"/>
            <a:ext cx="2299425" cy="199424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01" name="TextBox 1300">
            <a:extLst>
              <a:ext uri="{FF2B5EF4-FFF2-40B4-BE49-F238E27FC236}">
                <a16:creationId xmlns:a16="http://schemas.microsoft.com/office/drawing/2014/main" id="{6C3FD153-CC4D-FFDC-2669-E8628DCAF1E5}"/>
              </a:ext>
            </a:extLst>
          </p:cNvPr>
          <p:cNvSpPr txBox="1"/>
          <p:nvPr/>
        </p:nvSpPr>
        <p:spPr>
          <a:xfrm>
            <a:off x="720000" y="2033774"/>
            <a:ext cx="4724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Hướng</a:t>
            </a:r>
            <a:r>
              <a:rPr lang="en-US" sz="30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phát</a:t>
            </a:r>
            <a:r>
              <a:rPr lang="en-US" sz="30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triển</a:t>
            </a:r>
            <a:endParaRPr lang="en-US" sz="3000" b="1" dirty="0"/>
          </a:p>
        </p:txBody>
      </p:sp>
      <p:sp>
        <p:nvSpPr>
          <p:cNvPr id="1303" name="Shape 2">
            <a:extLst>
              <a:ext uri="{FF2B5EF4-FFF2-40B4-BE49-F238E27FC236}">
                <a16:creationId xmlns:a16="http://schemas.microsoft.com/office/drawing/2014/main" id="{85BF2268-856A-B3F1-B784-A7F4EEA5B0FD}"/>
              </a:ext>
            </a:extLst>
          </p:cNvPr>
          <p:cNvSpPr/>
          <p:nvPr/>
        </p:nvSpPr>
        <p:spPr>
          <a:xfrm>
            <a:off x="5974172" y="2643024"/>
            <a:ext cx="2299425" cy="199424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05" name="TextBox 1304">
            <a:extLst>
              <a:ext uri="{FF2B5EF4-FFF2-40B4-BE49-F238E27FC236}">
                <a16:creationId xmlns:a16="http://schemas.microsoft.com/office/drawing/2014/main" id="{74C620F5-C983-3625-F03D-9F3E8EF8C32A}"/>
              </a:ext>
            </a:extLst>
          </p:cNvPr>
          <p:cNvSpPr txBox="1"/>
          <p:nvPr/>
        </p:nvSpPr>
        <p:spPr>
          <a:xfrm>
            <a:off x="3347086" y="2643022"/>
            <a:ext cx="229942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9FD13B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02</a:t>
            </a:r>
          </a:p>
          <a:p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Nâng</a:t>
            </a:r>
            <a:r>
              <a:rPr lang="en-US" sz="15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cao</a:t>
            </a:r>
            <a:r>
              <a:rPr lang="en-US" sz="15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trải</a:t>
            </a:r>
            <a:r>
              <a:rPr lang="en-US" sz="15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nghiệm</a:t>
            </a:r>
            <a:endParaRPr lang="en-US" sz="1500" dirty="0">
              <a:latin typeface="+mj-lt"/>
            </a:endParaRPr>
          </a:p>
          <a:p>
            <a:endParaRPr lang="en-US" sz="1500" dirty="0">
              <a:solidFill>
                <a:srgbClr val="AFAAA8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Bổ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sung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thêm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âm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thanh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nhạc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nền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phù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khu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vực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diễn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biến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>
              <a:latin typeface="+mj-lt"/>
            </a:endParaRPr>
          </a:p>
        </p:txBody>
      </p:sp>
      <p:sp>
        <p:nvSpPr>
          <p:cNvPr id="1309" name="TextBox 1308">
            <a:extLst>
              <a:ext uri="{FF2B5EF4-FFF2-40B4-BE49-F238E27FC236}">
                <a16:creationId xmlns:a16="http://schemas.microsoft.com/office/drawing/2014/main" id="{F161BE81-A4E2-B422-08E2-AE0C9DA816B2}"/>
              </a:ext>
            </a:extLst>
          </p:cNvPr>
          <p:cNvSpPr txBox="1"/>
          <p:nvPr/>
        </p:nvSpPr>
        <p:spPr>
          <a:xfrm>
            <a:off x="5974171" y="2643022"/>
            <a:ext cx="22919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03</a:t>
            </a:r>
          </a:p>
          <a:p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Mở</a:t>
            </a:r>
            <a:r>
              <a:rPr lang="en-US" sz="15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rộng</a:t>
            </a:r>
            <a:r>
              <a:rPr lang="en-US" sz="15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1500" b="1" dirty="0" err="1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nội</a:t>
            </a:r>
            <a:r>
              <a:rPr lang="en-US" sz="1500" b="1" dirty="0">
                <a:solidFill>
                  <a:srgbClr val="F3F1EC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 dung</a:t>
            </a:r>
            <a:endParaRPr lang="en-US" sz="1500" dirty="0">
              <a:latin typeface="+mj-lt"/>
            </a:endParaRPr>
          </a:p>
          <a:p>
            <a:endParaRPr lang="en-US" sz="1500" dirty="0">
              <a:solidFill>
                <a:srgbClr val="AFAAA8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Thêm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kẻ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địch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mới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mở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rộng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nhiệm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cốt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truyện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vật</a:t>
            </a:r>
            <a:r>
              <a:rPr lang="en-US" sz="1500" dirty="0">
                <a:solidFill>
                  <a:srgbClr val="AFAAA8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>
              <a:latin typeface="+mj-lt"/>
            </a:endParaRPr>
          </a:p>
          <a:p>
            <a:pPr marL="0" indent="0">
              <a:buNone/>
            </a:pPr>
            <a:endParaRPr lang="en-US" sz="1500" dirty="0">
              <a:latin typeface="+mj-lt"/>
            </a:endParaRPr>
          </a:p>
        </p:txBody>
      </p:sp>
      <p:sp>
        <p:nvSpPr>
          <p:cNvPr id="1311" name="Google Shape;950;p39">
            <a:extLst>
              <a:ext uri="{FF2B5EF4-FFF2-40B4-BE49-F238E27FC236}">
                <a16:creationId xmlns:a16="http://schemas.microsoft.com/office/drawing/2014/main" id="{A38D9AAF-A05A-7C71-F611-393963BC1FF6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tx1"/>
                </a:solidFill>
                <a:latin typeface="+mj-lt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0016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67"/>
          <p:cNvSpPr txBox="1">
            <a:spLocks noGrp="1"/>
          </p:cNvSpPr>
          <p:nvPr>
            <p:ph type="ctrTitle"/>
          </p:nvPr>
        </p:nvSpPr>
        <p:spPr>
          <a:xfrm>
            <a:off x="1397001" y="989144"/>
            <a:ext cx="6349998" cy="26684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XIN CHÂN THÀNH </a:t>
            </a:r>
            <a:br>
              <a:rPr lang="en-US" sz="3500" dirty="0">
                <a:solidFill>
                  <a:schemeClr val="bg1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</a:br>
            <a:r>
              <a:rPr lang="en-US" sz="3500" dirty="0">
                <a:solidFill>
                  <a:schemeClr val="bg1"/>
                </a:solidFill>
                <a:latin typeface="+mj-lt"/>
                <a:ea typeface="Bookman Old Style" pitchFamily="34" charset="-122"/>
                <a:cs typeface="Bookman Old Style" pitchFamily="34" charset="-120"/>
              </a:rPr>
              <a:t>CẢM ƠN</a:t>
            </a:r>
            <a:r>
              <a:rPr lang="en" sz="3500" dirty="0">
                <a:solidFill>
                  <a:schemeClr val="bg1"/>
                </a:solidFill>
                <a:latin typeface="+mj-lt"/>
              </a:rPr>
              <a:t>!</a:t>
            </a:r>
            <a:br>
              <a:rPr lang="en" sz="3500" dirty="0">
                <a:solidFill>
                  <a:schemeClr val="bg1"/>
                </a:solidFill>
                <a:latin typeface="+mj-lt"/>
              </a:rPr>
            </a:br>
            <a:r>
              <a:rPr lang="en-US" sz="35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QUÝ THẦY CÔ TRONG </a:t>
            </a:r>
            <a:br>
              <a:rPr lang="en-US" sz="35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</a:br>
            <a:r>
              <a:rPr lang="en-US" sz="350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HỘI ĐỒNG BẢO VỆ ĐỒ ÁN</a:t>
            </a:r>
            <a:endParaRPr sz="35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303065-CAE1-1A1B-6388-5951DE5CD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066" y="4057077"/>
            <a:ext cx="4919134" cy="516990"/>
          </a:xfrm>
          <a:prstGeom prst="rect">
            <a:avLst/>
          </a:prstGeom>
        </p:spPr>
      </p:pic>
      <p:grpSp>
        <p:nvGrpSpPr>
          <p:cNvPr id="10" name="Google Shape;1053;p43">
            <a:extLst>
              <a:ext uri="{FF2B5EF4-FFF2-40B4-BE49-F238E27FC236}">
                <a16:creationId xmlns:a16="http://schemas.microsoft.com/office/drawing/2014/main" id="{B28CE002-50F7-78F0-8943-49FB0B58363F}"/>
              </a:ext>
            </a:extLst>
          </p:cNvPr>
          <p:cNvGrpSpPr/>
          <p:nvPr/>
        </p:nvGrpSpPr>
        <p:grpSpPr>
          <a:xfrm rot="16443827">
            <a:off x="437637" y="110847"/>
            <a:ext cx="1935657" cy="1839454"/>
            <a:chOff x="5363150" y="3424550"/>
            <a:chExt cx="459900" cy="437050"/>
          </a:xfrm>
        </p:grpSpPr>
        <p:sp>
          <p:nvSpPr>
            <p:cNvPr id="11" name="Google Shape;1054;p43">
              <a:extLst>
                <a:ext uri="{FF2B5EF4-FFF2-40B4-BE49-F238E27FC236}">
                  <a16:creationId xmlns:a16="http://schemas.microsoft.com/office/drawing/2014/main" id="{3D6032E7-F100-090B-7649-C72F2164E098}"/>
                </a:ext>
              </a:extLst>
            </p:cNvPr>
            <p:cNvSpPr/>
            <p:nvPr/>
          </p:nvSpPr>
          <p:spPr>
            <a:xfrm>
              <a:off x="5517625" y="3633575"/>
              <a:ext cx="147375" cy="100825"/>
            </a:xfrm>
            <a:custGeom>
              <a:avLst/>
              <a:gdLst/>
              <a:ahLst/>
              <a:cxnLst/>
              <a:rect l="l" t="t" r="r" b="b"/>
              <a:pathLst>
                <a:path w="5895" h="4033" extrusionOk="0">
                  <a:moveTo>
                    <a:pt x="5231" y="4033"/>
                  </a:moveTo>
                  <a:lnTo>
                    <a:pt x="1" y="1234"/>
                  </a:lnTo>
                  <a:lnTo>
                    <a:pt x="653" y="0"/>
                  </a:lnTo>
                  <a:lnTo>
                    <a:pt x="5895" y="279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55;p43">
              <a:extLst>
                <a:ext uri="{FF2B5EF4-FFF2-40B4-BE49-F238E27FC236}">
                  <a16:creationId xmlns:a16="http://schemas.microsoft.com/office/drawing/2014/main" id="{928347B8-3DD0-A0C0-403D-3BFC2622A06D}"/>
                </a:ext>
              </a:extLst>
            </p:cNvPr>
            <p:cNvSpPr/>
            <p:nvPr/>
          </p:nvSpPr>
          <p:spPr>
            <a:xfrm>
              <a:off x="5549050" y="3424550"/>
              <a:ext cx="85725" cy="70575"/>
            </a:xfrm>
            <a:custGeom>
              <a:avLst/>
              <a:gdLst/>
              <a:ahLst/>
              <a:cxnLst/>
              <a:rect l="l" t="t" r="r" b="b"/>
              <a:pathLst>
                <a:path w="3429" h="2823" extrusionOk="0">
                  <a:moveTo>
                    <a:pt x="2823" y="2621"/>
                  </a:moveTo>
                  <a:cubicBezTo>
                    <a:pt x="3013" y="2313"/>
                    <a:pt x="3179" y="1981"/>
                    <a:pt x="3357" y="1661"/>
                  </a:cubicBezTo>
                  <a:cubicBezTo>
                    <a:pt x="3428" y="1530"/>
                    <a:pt x="3369" y="1340"/>
                    <a:pt x="3203" y="1234"/>
                  </a:cubicBezTo>
                  <a:cubicBezTo>
                    <a:pt x="2539" y="736"/>
                    <a:pt x="1815" y="344"/>
                    <a:pt x="1021" y="60"/>
                  </a:cubicBezTo>
                  <a:cubicBezTo>
                    <a:pt x="843" y="0"/>
                    <a:pt x="653" y="48"/>
                    <a:pt x="582" y="178"/>
                  </a:cubicBezTo>
                  <a:cubicBezTo>
                    <a:pt x="404" y="498"/>
                    <a:pt x="238" y="830"/>
                    <a:pt x="72" y="1163"/>
                  </a:cubicBezTo>
                  <a:cubicBezTo>
                    <a:pt x="1" y="1329"/>
                    <a:pt x="96" y="1530"/>
                    <a:pt x="274" y="1589"/>
                  </a:cubicBezTo>
                  <a:cubicBezTo>
                    <a:pt x="1009" y="1839"/>
                    <a:pt x="1709" y="2206"/>
                    <a:pt x="2325" y="2704"/>
                  </a:cubicBezTo>
                  <a:cubicBezTo>
                    <a:pt x="2515" y="2823"/>
                    <a:pt x="2728" y="2787"/>
                    <a:pt x="2823" y="262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56;p43">
              <a:extLst>
                <a:ext uri="{FF2B5EF4-FFF2-40B4-BE49-F238E27FC236}">
                  <a16:creationId xmlns:a16="http://schemas.microsoft.com/office/drawing/2014/main" id="{E26549E8-5B9F-5C88-78B7-0B9FF3D94144}"/>
                </a:ext>
              </a:extLst>
            </p:cNvPr>
            <p:cNvSpPr/>
            <p:nvPr/>
          </p:nvSpPr>
          <p:spPr>
            <a:xfrm>
              <a:off x="5734375" y="3523875"/>
              <a:ext cx="85700" cy="70575"/>
            </a:xfrm>
            <a:custGeom>
              <a:avLst/>
              <a:gdLst/>
              <a:ahLst/>
              <a:cxnLst/>
              <a:rect l="l" t="t" r="r" b="b"/>
              <a:pathLst>
                <a:path w="3428" h="2823" extrusionOk="0">
                  <a:moveTo>
                    <a:pt x="2823" y="2621"/>
                  </a:moveTo>
                  <a:cubicBezTo>
                    <a:pt x="3013" y="2313"/>
                    <a:pt x="3179" y="1993"/>
                    <a:pt x="3356" y="1661"/>
                  </a:cubicBezTo>
                  <a:cubicBezTo>
                    <a:pt x="3428" y="1530"/>
                    <a:pt x="3368" y="1340"/>
                    <a:pt x="3202" y="1234"/>
                  </a:cubicBezTo>
                  <a:cubicBezTo>
                    <a:pt x="2538" y="747"/>
                    <a:pt x="1815" y="344"/>
                    <a:pt x="1020" y="60"/>
                  </a:cubicBezTo>
                  <a:cubicBezTo>
                    <a:pt x="842" y="0"/>
                    <a:pt x="652" y="48"/>
                    <a:pt x="581" y="178"/>
                  </a:cubicBezTo>
                  <a:cubicBezTo>
                    <a:pt x="403" y="510"/>
                    <a:pt x="237" y="830"/>
                    <a:pt x="71" y="1163"/>
                  </a:cubicBezTo>
                  <a:cubicBezTo>
                    <a:pt x="0" y="1340"/>
                    <a:pt x="95" y="1530"/>
                    <a:pt x="273" y="1589"/>
                  </a:cubicBezTo>
                  <a:cubicBezTo>
                    <a:pt x="1008" y="1839"/>
                    <a:pt x="1708" y="2206"/>
                    <a:pt x="2325" y="2704"/>
                  </a:cubicBezTo>
                  <a:cubicBezTo>
                    <a:pt x="2491" y="2823"/>
                    <a:pt x="2716" y="2787"/>
                    <a:pt x="2823" y="262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57;p43">
              <a:extLst>
                <a:ext uri="{FF2B5EF4-FFF2-40B4-BE49-F238E27FC236}">
                  <a16:creationId xmlns:a16="http://schemas.microsoft.com/office/drawing/2014/main" id="{4B870F2C-DF8E-87C9-91D9-17046B4BE486}"/>
                </a:ext>
              </a:extLst>
            </p:cNvPr>
            <p:cNvSpPr/>
            <p:nvPr/>
          </p:nvSpPr>
          <p:spPr>
            <a:xfrm>
              <a:off x="5646600" y="3559750"/>
              <a:ext cx="166075" cy="301850"/>
            </a:xfrm>
            <a:custGeom>
              <a:avLst/>
              <a:gdLst/>
              <a:ahLst/>
              <a:cxnLst/>
              <a:rect l="l" t="t" r="r" b="b"/>
              <a:pathLst>
                <a:path w="6643" h="12074" extrusionOk="0">
                  <a:moveTo>
                    <a:pt x="6642" y="2052"/>
                  </a:moveTo>
                  <a:cubicBezTo>
                    <a:pt x="6642" y="2052"/>
                    <a:pt x="6097" y="4507"/>
                    <a:pt x="5456" y="6974"/>
                  </a:cubicBezTo>
                  <a:cubicBezTo>
                    <a:pt x="5515" y="6938"/>
                    <a:pt x="5575" y="6903"/>
                    <a:pt x="5634" y="6855"/>
                  </a:cubicBezTo>
                  <a:cubicBezTo>
                    <a:pt x="5409" y="7685"/>
                    <a:pt x="5148" y="8504"/>
                    <a:pt x="4863" y="9310"/>
                  </a:cubicBezTo>
                  <a:cubicBezTo>
                    <a:pt x="4614" y="10057"/>
                    <a:pt x="4389" y="10887"/>
                    <a:pt x="3986" y="11587"/>
                  </a:cubicBezTo>
                  <a:cubicBezTo>
                    <a:pt x="3986" y="11587"/>
                    <a:pt x="3594" y="12073"/>
                    <a:pt x="2717" y="11943"/>
                  </a:cubicBezTo>
                  <a:cubicBezTo>
                    <a:pt x="2005" y="11836"/>
                    <a:pt x="1424" y="11303"/>
                    <a:pt x="1198" y="10615"/>
                  </a:cubicBezTo>
                  <a:lnTo>
                    <a:pt x="1" y="6962"/>
                  </a:lnTo>
                  <a:lnTo>
                    <a:pt x="1222" y="4649"/>
                  </a:lnTo>
                  <a:lnTo>
                    <a:pt x="2835" y="24"/>
                  </a:lnTo>
                  <a:cubicBezTo>
                    <a:pt x="2811" y="0"/>
                    <a:pt x="5183" y="439"/>
                    <a:pt x="6642" y="205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58;p43">
              <a:extLst>
                <a:ext uri="{FF2B5EF4-FFF2-40B4-BE49-F238E27FC236}">
                  <a16:creationId xmlns:a16="http://schemas.microsoft.com/office/drawing/2014/main" id="{0DC352BC-35D4-5C68-8F99-79531EEC1648}"/>
                </a:ext>
              </a:extLst>
            </p:cNvPr>
            <p:cNvSpPr/>
            <p:nvPr/>
          </p:nvSpPr>
          <p:spPr>
            <a:xfrm>
              <a:off x="5571300" y="3443225"/>
              <a:ext cx="231875" cy="123375"/>
            </a:xfrm>
            <a:custGeom>
              <a:avLst/>
              <a:gdLst/>
              <a:ahLst/>
              <a:cxnLst/>
              <a:rect l="l" t="t" r="r" b="b"/>
              <a:pathLst>
                <a:path w="9275" h="4935" extrusionOk="0">
                  <a:moveTo>
                    <a:pt x="1601" y="1851"/>
                  </a:moveTo>
                  <a:cubicBezTo>
                    <a:pt x="1578" y="2230"/>
                    <a:pt x="1767" y="2574"/>
                    <a:pt x="2088" y="2752"/>
                  </a:cubicBezTo>
                  <a:lnTo>
                    <a:pt x="5812" y="4744"/>
                  </a:lnTo>
                  <a:cubicBezTo>
                    <a:pt x="6144" y="4922"/>
                    <a:pt x="6535" y="4875"/>
                    <a:pt x="6831" y="4649"/>
                  </a:cubicBezTo>
                  <a:lnTo>
                    <a:pt x="7389" y="4222"/>
                  </a:lnTo>
                  <a:cubicBezTo>
                    <a:pt x="7804" y="4329"/>
                    <a:pt x="8527" y="4543"/>
                    <a:pt x="9275" y="4934"/>
                  </a:cubicBezTo>
                  <a:cubicBezTo>
                    <a:pt x="7934" y="3950"/>
                    <a:pt x="6369" y="3677"/>
                    <a:pt x="6369" y="3677"/>
                  </a:cubicBezTo>
                  <a:lnTo>
                    <a:pt x="5634" y="4211"/>
                  </a:lnTo>
                  <a:lnTo>
                    <a:pt x="4127" y="3404"/>
                  </a:lnTo>
                  <a:lnTo>
                    <a:pt x="2609" y="2610"/>
                  </a:lnTo>
                  <a:lnTo>
                    <a:pt x="2657" y="1720"/>
                  </a:lnTo>
                  <a:cubicBezTo>
                    <a:pt x="2657" y="1720"/>
                    <a:pt x="1554" y="558"/>
                    <a:pt x="0" y="0"/>
                  </a:cubicBezTo>
                  <a:cubicBezTo>
                    <a:pt x="747" y="392"/>
                    <a:pt x="1317" y="866"/>
                    <a:pt x="1637" y="116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59;p43">
              <a:extLst>
                <a:ext uri="{FF2B5EF4-FFF2-40B4-BE49-F238E27FC236}">
                  <a16:creationId xmlns:a16="http://schemas.microsoft.com/office/drawing/2014/main" id="{197EAC73-F91E-4893-AE61-610BE534B009}"/>
                </a:ext>
              </a:extLst>
            </p:cNvPr>
            <p:cNvSpPr/>
            <p:nvPr/>
          </p:nvSpPr>
          <p:spPr>
            <a:xfrm>
              <a:off x="5363150" y="3459525"/>
              <a:ext cx="261825" cy="236625"/>
            </a:xfrm>
            <a:custGeom>
              <a:avLst/>
              <a:gdLst/>
              <a:ahLst/>
              <a:cxnLst/>
              <a:rect l="l" t="t" r="r" b="b"/>
              <a:pathLst>
                <a:path w="10473" h="9465" extrusionOk="0">
                  <a:moveTo>
                    <a:pt x="6654" y="1"/>
                  </a:moveTo>
                  <a:cubicBezTo>
                    <a:pt x="6654" y="1"/>
                    <a:pt x="4911" y="1815"/>
                    <a:pt x="3215" y="3701"/>
                  </a:cubicBezTo>
                  <a:lnTo>
                    <a:pt x="3215" y="3499"/>
                  </a:lnTo>
                  <a:cubicBezTo>
                    <a:pt x="2657" y="4152"/>
                    <a:pt x="2112" y="4816"/>
                    <a:pt x="1602" y="5492"/>
                  </a:cubicBezTo>
                  <a:cubicBezTo>
                    <a:pt x="1127" y="6120"/>
                    <a:pt x="558" y="6773"/>
                    <a:pt x="190" y="7484"/>
                  </a:cubicBezTo>
                  <a:cubicBezTo>
                    <a:pt x="190" y="7484"/>
                    <a:pt x="1" y="8077"/>
                    <a:pt x="605" y="8741"/>
                  </a:cubicBezTo>
                  <a:cubicBezTo>
                    <a:pt x="1092" y="9275"/>
                    <a:pt x="1851" y="9465"/>
                    <a:pt x="2527" y="9275"/>
                  </a:cubicBezTo>
                  <a:lnTo>
                    <a:pt x="6251" y="8255"/>
                  </a:lnTo>
                  <a:lnTo>
                    <a:pt x="7508" y="5954"/>
                  </a:lnTo>
                  <a:lnTo>
                    <a:pt x="10473" y="2052"/>
                  </a:lnTo>
                  <a:cubicBezTo>
                    <a:pt x="10461" y="2029"/>
                    <a:pt x="8801" y="297"/>
                    <a:pt x="665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60;p43">
              <a:extLst>
                <a:ext uri="{FF2B5EF4-FFF2-40B4-BE49-F238E27FC236}">
                  <a16:creationId xmlns:a16="http://schemas.microsoft.com/office/drawing/2014/main" id="{2F1BB477-5B96-7EFB-40EF-84A3D7BB17B2}"/>
                </a:ext>
              </a:extLst>
            </p:cNvPr>
            <p:cNvSpPr/>
            <p:nvPr/>
          </p:nvSpPr>
          <p:spPr>
            <a:xfrm>
              <a:off x="5442625" y="3436400"/>
              <a:ext cx="380425" cy="311350"/>
            </a:xfrm>
            <a:custGeom>
              <a:avLst/>
              <a:gdLst/>
              <a:ahLst/>
              <a:cxnLst/>
              <a:rect l="l" t="t" r="r" b="b"/>
              <a:pathLst>
                <a:path w="15217" h="12454" extrusionOk="0">
                  <a:moveTo>
                    <a:pt x="13781" y="11789"/>
                  </a:moveTo>
                  <a:cubicBezTo>
                    <a:pt x="14505" y="9109"/>
                    <a:pt x="15216" y="5942"/>
                    <a:pt x="15216" y="5942"/>
                  </a:cubicBezTo>
                  <a:cubicBezTo>
                    <a:pt x="14967" y="5658"/>
                    <a:pt x="14694" y="5432"/>
                    <a:pt x="14422" y="5219"/>
                  </a:cubicBezTo>
                  <a:cubicBezTo>
                    <a:pt x="13674" y="4839"/>
                    <a:pt x="12951" y="4614"/>
                    <a:pt x="12536" y="4507"/>
                  </a:cubicBezTo>
                  <a:lnTo>
                    <a:pt x="11978" y="4934"/>
                  </a:lnTo>
                  <a:cubicBezTo>
                    <a:pt x="11682" y="5172"/>
                    <a:pt x="11291" y="5207"/>
                    <a:pt x="10959" y="5029"/>
                  </a:cubicBezTo>
                  <a:lnTo>
                    <a:pt x="7235" y="3037"/>
                  </a:lnTo>
                  <a:cubicBezTo>
                    <a:pt x="6914" y="2859"/>
                    <a:pt x="6725" y="2515"/>
                    <a:pt x="6748" y="2135"/>
                  </a:cubicBezTo>
                  <a:lnTo>
                    <a:pt x="6796" y="1436"/>
                  </a:lnTo>
                  <a:cubicBezTo>
                    <a:pt x="6464" y="1139"/>
                    <a:pt x="5894" y="665"/>
                    <a:pt x="5159" y="262"/>
                  </a:cubicBezTo>
                  <a:cubicBezTo>
                    <a:pt x="4839" y="143"/>
                    <a:pt x="4483" y="48"/>
                    <a:pt x="4115" y="1"/>
                  </a:cubicBezTo>
                  <a:cubicBezTo>
                    <a:pt x="4115" y="1"/>
                    <a:pt x="1862" y="2337"/>
                    <a:pt x="36" y="4436"/>
                  </a:cubicBezTo>
                  <a:cubicBezTo>
                    <a:pt x="0" y="5385"/>
                    <a:pt x="463" y="6298"/>
                    <a:pt x="1376" y="6784"/>
                  </a:cubicBezTo>
                  <a:lnTo>
                    <a:pt x="3700" y="8030"/>
                  </a:lnTo>
                  <a:lnTo>
                    <a:pt x="3724" y="8018"/>
                  </a:lnTo>
                  <a:lnTo>
                    <a:pt x="6250" y="9370"/>
                  </a:lnTo>
                  <a:lnTo>
                    <a:pt x="8764" y="10722"/>
                  </a:lnTo>
                  <a:lnTo>
                    <a:pt x="8788" y="10746"/>
                  </a:lnTo>
                  <a:lnTo>
                    <a:pt x="11113" y="11991"/>
                  </a:lnTo>
                  <a:cubicBezTo>
                    <a:pt x="11990" y="12453"/>
                    <a:pt x="13010" y="12323"/>
                    <a:pt x="13781" y="1178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61;p43">
              <a:extLst>
                <a:ext uri="{FF2B5EF4-FFF2-40B4-BE49-F238E27FC236}">
                  <a16:creationId xmlns:a16="http://schemas.microsoft.com/office/drawing/2014/main" id="{3E773FF6-BB67-EA1A-86D5-230A5FDECAE2}"/>
                </a:ext>
              </a:extLst>
            </p:cNvPr>
            <p:cNvSpPr/>
            <p:nvPr/>
          </p:nvSpPr>
          <p:spPr>
            <a:xfrm>
              <a:off x="5458625" y="3467250"/>
              <a:ext cx="347825" cy="267150"/>
            </a:xfrm>
            <a:custGeom>
              <a:avLst/>
              <a:gdLst/>
              <a:ahLst/>
              <a:cxnLst/>
              <a:rect l="l" t="t" r="r" b="b"/>
              <a:pathLst>
                <a:path w="13913" h="10686" extrusionOk="0">
                  <a:moveTo>
                    <a:pt x="13366" y="8444"/>
                  </a:moveTo>
                  <a:cubicBezTo>
                    <a:pt x="13461" y="8029"/>
                    <a:pt x="13568" y="7614"/>
                    <a:pt x="13675" y="7223"/>
                  </a:cubicBezTo>
                  <a:cubicBezTo>
                    <a:pt x="13912" y="6286"/>
                    <a:pt x="13485" y="5313"/>
                    <a:pt x="12631" y="4863"/>
                  </a:cubicBezTo>
                  <a:lnTo>
                    <a:pt x="4424" y="463"/>
                  </a:lnTo>
                  <a:cubicBezTo>
                    <a:pt x="3570" y="0"/>
                    <a:pt x="2527" y="190"/>
                    <a:pt x="1886" y="890"/>
                  </a:cubicBezTo>
                  <a:cubicBezTo>
                    <a:pt x="1602" y="1198"/>
                    <a:pt x="1329" y="1506"/>
                    <a:pt x="1032" y="1838"/>
                  </a:cubicBezTo>
                  <a:cubicBezTo>
                    <a:pt x="1" y="2977"/>
                    <a:pt x="273" y="4756"/>
                    <a:pt x="1554" y="5444"/>
                  </a:cubicBezTo>
                  <a:lnTo>
                    <a:pt x="10058" y="9986"/>
                  </a:lnTo>
                  <a:cubicBezTo>
                    <a:pt x="11350" y="10686"/>
                    <a:pt x="12975" y="9915"/>
                    <a:pt x="13366" y="84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62;p43">
              <a:extLst>
                <a:ext uri="{FF2B5EF4-FFF2-40B4-BE49-F238E27FC236}">
                  <a16:creationId xmlns:a16="http://schemas.microsoft.com/office/drawing/2014/main" id="{895F554C-6A80-DC78-C384-8C7BB0A7B902}"/>
                </a:ext>
              </a:extLst>
            </p:cNvPr>
            <p:cNvSpPr/>
            <p:nvPr/>
          </p:nvSpPr>
          <p:spPr>
            <a:xfrm>
              <a:off x="5489450" y="3483550"/>
              <a:ext cx="122200" cy="122175"/>
            </a:xfrm>
            <a:custGeom>
              <a:avLst/>
              <a:gdLst/>
              <a:ahLst/>
              <a:cxnLst/>
              <a:rect l="l" t="t" r="r" b="b"/>
              <a:pathLst>
                <a:path w="4888" h="4887" extrusionOk="0">
                  <a:moveTo>
                    <a:pt x="4887" y="2443"/>
                  </a:moveTo>
                  <a:cubicBezTo>
                    <a:pt x="4887" y="3795"/>
                    <a:pt x="3796" y="4887"/>
                    <a:pt x="2444" y="4887"/>
                  </a:cubicBezTo>
                  <a:cubicBezTo>
                    <a:pt x="1092" y="4887"/>
                    <a:pt x="1" y="3795"/>
                    <a:pt x="1" y="2443"/>
                  </a:cubicBezTo>
                  <a:cubicBezTo>
                    <a:pt x="1" y="1091"/>
                    <a:pt x="1092" y="0"/>
                    <a:pt x="2444" y="0"/>
                  </a:cubicBezTo>
                  <a:cubicBezTo>
                    <a:pt x="3796" y="0"/>
                    <a:pt x="4887" y="1091"/>
                    <a:pt x="4887" y="24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63;p43">
              <a:extLst>
                <a:ext uri="{FF2B5EF4-FFF2-40B4-BE49-F238E27FC236}">
                  <a16:creationId xmlns:a16="http://schemas.microsoft.com/office/drawing/2014/main" id="{AEB51C26-DCBB-9E6A-04FC-BC63DADF87BA}"/>
                </a:ext>
              </a:extLst>
            </p:cNvPr>
            <p:cNvSpPr/>
            <p:nvPr/>
          </p:nvSpPr>
          <p:spPr>
            <a:xfrm>
              <a:off x="5502800" y="3501625"/>
              <a:ext cx="35900" cy="51925"/>
            </a:xfrm>
            <a:custGeom>
              <a:avLst/>
              <a:gdLst/>
              <a:ahLst/>
              <a:cxnLst/>
              <a:rect l="l" t="t" r="r" b="b"/>
              <a:pathLst>
                <a:path w="1436" h="2077" extrusionOk="0">
                  <a:moveTo>
                    <a:pt x="985" y="1222"/>
                  </a:moveTo>
                  <a:cubicBezTo>
                    <a:pt x="1080" y="1009"/>
                    <a:pt x="1246" y="867"/>
                    <a:pt x="1436" y="772"/>
                  </a:cubicBezTo>
                  <a:lnTo>
                    <a:pt x="1198" y="1"/>
                  </a:lnTo>
                  <a:cubicBezTo>
                    <a:pt x="819" y="167"/>
                    <a:pt x="487" y="451"/>
                    <a:pt x="273" y="843"/>
                  </a:cubicBezTo>
                  <a:cubicBezTo>
                    <a:pt x="60" y="1246"/>
                    <a:pt x="1" y="1673"/>
                    <a:pt x="95" y="2076"/>
                  </a:cubicBezTo>
                  <a:lnTo>
                    <a:pt x="866" y="1839"/>
                  </a:lnTo>
                  <a:cubicBezTo>
                    <a:pt x="831" y="1637"/>
                    <a:pt x="878" y="1424"/>
                    <a:pt x="985" y="122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64;p43">
              <a:extLst>
                <a:ext uri="{FF2B5EF4-FFF2-40B4-BE49-F238E27FC236}">
                  <a16:creationId xmlns:a16="http://schemas.microsoft.com/office/drawing/2014/main" id="{680B2382-CA67-D405-8E96-B3136E254F77}"/>
                </a:ext>
              </a:extLst>
            </p:cNvPr>
            <p:cNvSpPr/>
            <p:nvPr/>
          </p:nvSpPr>
          <p:spPr>
            <a:xfrm>
              <a:off x="5563000" y="3535725"/>
              <a:ext cx="35900" cy="51925"/>
            </a:xfrm>
            <a:custGeom>
              <a:avLst/>
              <a:gdLst/>
              <a:ahLst/>
              <a:cxnLst/>
              <a:rect l="l" t="t" r="r" b="b"/>
              <a:pathLst>
                <a:path w="1436" h="2077" extrusionOk="0">
                  <a:moveTo>
                    <a:pt x="451" y="866"/>
                  </a:moveTo>
                  <a:cubicBezTo>
                    <a:pt x="344" y="1068"/>
                    <a:pt x="190" y="1222"/>
                    <a:pt x="0" y="1305"/>
                  </a:cubicBezTo>
                  <a:lnTo>
                    <a:pt x="225" y="2076"/>
                  </a:lnTo>
                  <a:cubicBezTo>
                    <a:pt x="617" y="1910"/>
                    <a:pt x="937" y="1637"/>
                    <a:pt x="1162" y="1234"/>
                  </a:cubicBezTo>
                  <a:cubicBezTo>
                    <a:pt x="1376" y="831"/>
                    <a:pt x="1435" y="404"/>
                    <a:pt x="1340" y="1"/>
                  </a:cubicBezTo>
                  <a:lnTo>
                    <a:pt x="569" y="238"/>
                  </a:lnTo>
                  <a:cubicBezTo>
                    <a:pt x="593" y="428"/>
                    <a:pt x="558" y="653"/>
                    <a:pt x="451" y="86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65;p43">
              <a:extLst>
                <a:ext uri="{FF2B5EF4-FFF2-40B4-BE49-F238E27FC236}">
                  <a16:creationId xmlns:a16="http://schemas.microsoft.com/office/drawing/2014/main" id="{4999736D-99FD-24A8-3B1F-DD73440F6FBF}"/>
                </a:ext>
              </a:extLst>
            </p:cNvPr>
            <p:cNvSpPr/>
            <p:nvPr/>
          </p:nvSpPr>
          <p:spPr>
            <a:xfrm>
              <a:off x="5507550" y="3556475"/>
              <a:ext cx="51900" cy="35900"/>
            </a:xfrm>
            <a:custGeom>
              <a:avLst/>
              <a:gdLst/>
              <a:ahLst/>
              <a:cxnLst/>
              <a:rect l="l" t="t" r="r" b="b"/>
              <a:pathLst>
                <a:path w="2076" h="1436" extrusionOk="0">
                  <a:moveTo>
                    <a:pt x="1850" y="582"/>
                  </a:moveTo>
                  <a:cubicBezTo>
                    <a:pt x="1649" y="606"/>
                    <a:pt x="1424" y="570"/>
                    <a:pt x="1222" y="463"/>
                  </a:cubicBezTo>
                  <a:cubicBezTo>
                    <a:pt x="1008" y="357"/>
                    <a:pt x="866" y="191"/>
                    <a:pt x="771" y="1"/>
                  </a:cubicBezTo>
                  <a:lnTo>
                    <a:pt x="0" y="238"/>
                  </a:lnTo>
                  <a:cubicBezTo>
                    <a:pt x="166" y="629"/>
                    <a:pt x="451" y="950"/>
                    <a:pt x="854" y="1175"/>
                  </a:cubicBezTo>
                  <a:cubicBezTo>
                    <a:pt x="1246" y="1377"/>
                    <a:pt x="1673" y="1436"/>
                    <a:pt x="2076" y="135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66;p43">
              <a:extLst>
                <a:ext uri="{FF2B5EF4-FFF2-40B4-BE49-F238E27FC236}">
                  <a16:creationId xmlns:a16="http://schemas.microsoft.com/office/drawing/2014/main" id="{67D5F671-971C-AAAF-60EE-F76F97A19623}"/>
                </a:ext>
              </a:extLst>
            </p:cNvPr>
            <p:cNvSpPr/>
            <p:nvPr/>
          </p:nvSpPr>
          <p:spPr>
            <a:xfrm>
              <a:off x="5541650" y="3496900"/>
              <a:ext cx="51900" cy="35900"/>
            </a:xfrm>
            <a:custGeom>
              <a:avLst/>
              <a:gdLst/>
              <a:ahLst/>
              <a:cxnLst/>
              <a:rect l="l" t="t" r="r" b="b"/>
              <a:pathLst>
                <a:path w="2076" h="1436" extrusionOk="0">
                  <a:moveTo>
                    <a:pt x="226" y="854"/>
                  </a:moveTo>
                  <a:cubicBezTo>
                    <a:pt x="439" y="830"/>
                    <a:pt x="653" y="878"/>
                    <a:pt x="866" y="973"/>
                  </a:cubicBezTo>
                  <a:cubicBezTo>
                    <a:pt x="1068" y="1079"/>
                    <a:pt x="1222" y="1245"/>
                    <a:pt x="1305" y="1435"/>
                  </a:cubicBezTo>
                  <a:lnTo>
                    <a:pt x="2076" y="1198"/>
                  </a:lnTo>
                  <a:cubicBezTo>
                    <a:pt x="1922" y="818"/>
                    <a:pt x="1637" y="486"/>
                    <a:pt x="1234" y="261"/>
                  </a:cubicBezTo>
                  <a:cubicBezTo>
                    <a:pt x="830" y="59"/>
                    <a:pt x="403" y="0"/>
                    <a:pt x="0" y="8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7;p43">
              <a:extLst>
                <a:ext uri="{FF2B5EF4-FFF2-40B4-BE49-F238E27FC236}">
                  <a16:creationId xmlns:a16="http://schemas.microsoft.com/office/drawing/2014/main" id="{F44E15D7-F943-3826-ED32-25B75BD89AD0}"/>
                </a:ext>
              </a:extLst>
            </p:cNvPr>
            <p:cNvSpPr/>
            <p:nvPr/>
          </p:nvSpPr>
          <p:spPr>
            <a:xfrm>
              <a:off x="5536600" y="3530100"/>
              <a:ext cx="28200" cy="28200"/>
            </a:xfrm>
            <a:custGeom>
              <a:avLst/>
              <a:gdLst/>
              <a:ahLst/>
              <a:cxnLst/>
              <a:rect l="l" t="t" r="r" b="b"/>
              <a:pathLst>
                <a:path w="1128" h="1128" extrusionOk="0">
                  <a:moveTo>
                    <a:pt x="985" y="807"/>
                  </a:moveTo>
                  <a:cubicBezTo>
                    <a:pt x="855" y="1044"/>
                    <a:pt x="558" y="1127"/>
                    <a:pt x="321" y="997"/>
                  </a:cubicBezTo>
                  <a:cubicBezTo>
                    <a:pt x="84" y="866"/>
                    <a:pt x="1" y="570"/>
                    <a:pt x="131" y="332"/>
                  </a:cubicBezTo>
                  <a:cubicBezTo>
                    <a:pt x="262" y="95"/>
                    <a:pt x="558" y="0"/>
                    <a:pt x="795" y="143"/>
                  </a:cubicBezTo>
                  <a:cubicBezTo>
                    <a:pt x="1032" y="285"/>
                    <a:pt x="1127" y="570"/>
                    <a:pt x="985" y="80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68;p43">
              <a:extLst>
                <a:ext uri="{FF2B5EF4-FFF2-40B4-BE49-F238E27FC236}">
                  <a16:creationId xmlns:a16="http://schemas.microsoft.com/office/drawing/2014/main" id="{8809A113-8541-2E47-ABDF-12A13ED37FD8}"/>
                </a:ext>
              </a:extLst>
            </p:cNvPr>
            <p:cNvSpPr/>
            <p:nvPr/>
          </p:nvSpPr>
          <p:spPr>
            <a:xfrm>
              <a:off x="5699375" y="3584350"/>
              <a:ext cx="80075" cy="52800"/>
            </a:xfrm>
            <a:custGeom>
              <a:avLst/>
              <a:gdLst/>
              <a:ahLst/>
              <a:cxnLst/>
              <a:rect l="l" t="t" r="r" b="b"/>
              <a:pathLst>
                <a:path w="3203" h="2112" extrusionOk="0">
                  <a:moveTo>
                    <a:pt x="2159" y="119"/>
                  </a:moveTo>
                  <a:lnTo>
                    <a:pt x="606" y="594"/>
                  </a:lnTo>
                  <a:cubicBezTo>
                    <a:pt x="214" y="712"/>
                    <a:pt x="1" y="1115"/>
                    <a:pt x="119" y="1507"/>
                  </a:cubicBezTo>
                  <a:cubicBezTo>
                    <a:pt x="238" y="1898"/>
                    <a:pt x="629" y="2112"/>
                    <a:pt x="1032" y="2005"/>
                  </a:cubicBezTo>
                  <a:lnTo>
                    <a:pt x="2586" y="1531"/>
                  </a:lnTo>
                  <a:cubicBezTo>
                    <a:pt x="2977" y="1412"/>
                    <a:pt x="3203" y="1009"/>
                    <a:pt x="3084" y="606"/>
                  </a:cubicBezTo>
                  <a:cubicBezTo>
                    <a:pt x="2966" y="226"/>
                    <a:pt x="2551" y="1"/>
                    <a:pt x="2159" y="11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9;p43">
              <a:extLst>
                <a:ext uri="{FF2B5EF4-FFF2-40B4-BE49-F238E27FC236}">
                  <a16:creationId xmlns:a16="http://schemas.microsoft.com/office/drawing/2014/main" id="{2CC3C5B1-D8ED-7E5B-3BDC-B02A7DCEB52D}"/>
                </a:ext>
              </a:extLst>
            </p:cNvPr>
            <p:cNvSpPr/>
            <p:nvPr/>
          </p:nvSpPr>
          <p:spPr>
            <a:xfrm>
              <a:off x="5707675" y="3601850"/>
              <a:ext cx="28200" cy="27900"/>
            </a:xfrm>
            <a:custGeom>
              <a:avLst/>
              <a:gdLst/>
              <a:ahLst/>
              <a:cxnLst/>
              <a:rect l="l" t="t" r="r" b="b"/>
              <a:pathLst>
                <a:path w="1128" h="1116" extrusionOk="0">
                  <a:moveTo>
                    <a:pt x="1056" y="427"/>
                  </a:moveTo>
                  <a:cubicBezTo>
                    <a:pt x="1127" y="688"/>
                    <a:pt x="973" y="973"/>
                    <a:pt x="700" y="1044"/>
                  </a:cubicBezTo>
                  <a:cubicBezTo>
                    <a:pt x="440" y="1115"/>
                    <a:pt x="155" y="961"/>
                    <a:pt x="72" y="688"/>
                  </a:cubicBezTo>
                  <a:cubicBezTo>
                    <a:pt x="1" y="427"/>
                    <a:pt x="167" y="143"/>
                    <a:pt x="440" y="72"/>
                  </a:cubicBezTo>
                  <a:cubicBezTo>
                    <a:pt x="700" y="0"/>
                    <a:pt x="985" y="155"/>
                    <a:pt x="1056" y="42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70;p43">
              <a:extLst>
                <a:ext uri="{FF2B5EF4-FFF2-40B4-BE49-F238E27FC236}">
                  <a16:creationId xmlns:a16="http://schemas.microsoft.com/office/drawing/2014/main" id="{3368AF42-6318-1CDD-6913-35018BDEE961}"/>
                </a:ext>
              </a:extLst>
            </p:cNvPr>
            <p:cNvSpPr/>
            <p:nvPr/>
          </p:nvSpPr>
          <p:spPr>
            <a:xfrm>
              <a:off x="5741775" y="3591775"/>
              <a:ext cx="28200" cy="27875"/>
            </a:xfrm>
            <a:custGeom>
              <a:avLst/>
              <a:gdLst/>
              <a:ahLst/>
              <a:cxnLst/>
              <a:rect l="l" t="t" r="r" b="b"/>
              <a:pathLst>
                <a:path w="1128" h="1115" extrusionOk="0">
                  <a:moveTo>
                    <a:pt x="1056" y="415"/>
                  </a:moveTo>
                  <a:cubicBezTo>
                    <a:pt x="1127" y="676"/>
                    <a:pt x="973" y="961"/>
                    <a:pt x="700" y="1032"/>
                  </a:cubicBezTo>
                  <a:cubicBezTo>
                    <a:pt x="439" y="1115"/>
                    <a:pt x="155" y="949"/>
                    <a:pt x="84" y="676"/>
                  </a:cubicBezTo>
                  <a:cubicBezTo>
                    <a:pt x="1" y="415"/>
                    <a:pt x="167" y="131"/>
                    <a:pt x="439" y="59"/>
                  </a:cubicBezTo>
                  <a:cubicBezTo>
                    <a:pt x="700" y="0"/>
                    <a:pt x="985" y="142"/>
                    <a:pt x="1056" y="41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71;p43">
              <a:extLst>
                <a:ext uri="{FF2B5EF4-FFF2-40B4-BE49-F238E27FC236}">
                  <a16:creationId xmlns:a16="http://schemas.microsoft.com/office/drawing/2014/main" id="{2D81C716-25F3-8902-51E8-2B52F9AF9AE5}"/>
                </a:ext>
              </a:extLst>
            </p:cNvPr>
            <p:cNvSpPr/>
            <p:nvPr/>
          </p:nvSpPr>
          <p:spPr>
            <a:xfrm>
              <a:off x="5699975" y="3635350"/>
              <a:ext cx="80075" cy="53100"/>
            </a:xfrm>
            <a:custGeom>
              <a:avLst/>
              <a:gdLst/>
              <a:ahLst/>
              <a:cxnLst/>
              <a:rect l="l" t="t" r="r" b="b"/>
              <a:pathLst>
                <a:path w="3203" h="2124" extrusionOk="0">
                  <a:moveTo>
                    <a:pt x="2159" y="119"/>
                  </a:moveTo>
                  <a:lnTo>
                    <a:pt x="605" y="594"/>
                  </a:lnTo>
                  <a:cubicBezTo>
                    <a:pt x="226" y="712"/>
                    <a:pt x="0" y="1115"/>
                    <a:pt x="119" y="1519"/>
                  </a:cubicBezTo>
                  <a:cubicBezTo>
                    <a:pt x="238" y="1910"/>
                    <a:pt x="641" y="2123"/>
                    <a:pt x="1044" y="2005"/>
                  </a:cubicBezTo>
                  <a:lnTo>
                    <a:pt x="2598" y="1530"/>
                  </a:lnTo>
                  <a:cubicBezTo>
                    <a:pt x="2977" y="1412"/>
                    <a:pt x="3203" y="1009"/>
                    <a:pt x="3084" y="617"/>
                  </a:cubicBezTo>
                  <a:cubicBezTo>
                    <a:pt x="2965" y="226"/>
                    <a:pt x="2562" y="1"/>
                    <a:pt x="2159" y="11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72;p43">
              <a:extLst>
                <a:ext uri="{FF2B5EF4-FFF2-40B4-BE49-F238E27FC236}">
                  <a16:creationId xmlns:a16="http://schemas.microsoft.com/office/drawing/2014/main" id="{28DBAE35-AD73-6968-A123-9567F350CC1D}"/>
                </a:ext>
              </a:extLst>
            </p:cNvPr>
            <p:cNvSpPr/>
            <p:nvPr/>
          </p:nvSpPr>
          <p:spPr>
            <a:xfrm>
              <a:off x="5708575" y="3653150"/>
              <a:ext cx="28175" cy="28175"/>
            </a:xfrm>
            <a:custGeom>
              <a:avLst/>
              <a:gdLst/>
              <a:ahLst/>
              <a:cxnLst/>
              <a:rect l="l" t="t" r="r" b="b"/>
              <a:pathLst>
                <a:path w="1127" h="1127" extrusionOk="0">
                  <a:moveTo>
                    <a:pt x="1056" y="439"/>
                  </a:moveTo>
                  <a:cubicBezTo>
                    <a:pt x="1127" y="700"/>
                    <a:pt x="961" y="984"/>
                    <a:pt x="700" y="1056"/>
                  </a:cubicBezTo>
                  <a:cubicBezTo>
                    <a:pt x="427" y="1127"/>
                    <a:pt x="143" y="973"/>
                    <a:pt x="71" y="700"/>
                  </a:cubicBezTo>
                  <a:cubicBezTo>
                    <a:pt x="0" y="427"/>
                    <a:pt x="154" y="154"/>
                    <a:pt x="427" y="83"/>
                  </a:cubicBezTo>
                  <a:cubicBezTo>
                    <a:pt x="700" y="0"/>
                    <a:pt x="973" y="166"/>
                    <a:pt x="1056" y="43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73;p43">
              <a:extLst>
                <a:ext uri="{FF2B5EF4-FFF2-40B4-BE49-F238E27FC236}">
                  <a16:creationId xmlns:a16="http://schemas.microsoft.com/office/drawing/2014/main" id="{109FB3C1-30E0-885E-809C-8AC69F6067CF}"/>
                </a:ext>
              </a:extLst>
            </p:cNvPr>
            <p:cNvSpPr/>
            <p:nvPr/>
          </p:nvSpPr>
          <p:spPr>
            <a:xfrm>
              <a:off x="5742675" y="3642775"/>
              <a:ext cx="28175" cy="28175"/>
            </a:xfrm>
            <a:custGeom>
              <a:avLst/>
              <a:gdLst/>
              <a:ahLst/>
              <a:cxnLst/>
              <a:rect l="l" t="t" r="r" b="b"/>
              <a:pathLst>
                <a:path w="1127" h="1127" extrusionOk="0">
                  <a:moveTo>
                    <a:pt x="1044" y="439"/>
                  </a:moveTo>
                  <a:cubicBezTo>
                    <a:pt x="1127" y="700"/>
                    <a:pt x="961" y="984"/>
                    <a:pt x="688" y="1056"/>
                  </a:cubicBezTo>
                  <a:cubicBezTo>
                    <a:pt x="427" y="1127"/>
                    <a:pt x="143" y="973"/>
                    <a:pt x="71" y="700"/>
                  </a:cubicBezTo>
                  <a:cubicBezTo>
                    <a:pt x="0" y="439"/>
                    <a:pt x="154" y="154"/>
                    <a:pt x="427" y="83"/>
                  </a:cubicBezTo>
                  <a:cubicBezTo>
                    <a:pt x="712" y="0"/>
                    <a:pt x="973" y="166"/>
                    <a:pt x="1044" y="43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74;p43">
              <a:extLst>
                <a:ext uri="{FF2B5EF4-FFF2-40B4-BE49-F238E27FC236}">
                  <a16:creationId xmlns:a16="http://schemas.microsoft.com/office/drawing/2014/main" id="{3D703664-5EE6-060B-A626-5D4C4CB9A19D}"/>
                </a:ext>
              </a:extLst>
            </p:cNvPr>
            <p:cNvSpPr/>
            <p:nvPr/>
          </p:nvSpPr>
          <p:spPr>
            <a:xfrm>
              <a:off x="5619925" y="3590275"/>
              <a:ext cx="43900" cy="30275"/>
            </a:xfrm>
            <a:custGeom>
              <a:avLst/>
              <a:gdLst/>
              <a:ahLst/>
              <a:cxnLst/>
              <a:rect l="l" t="t" r="r" b="b"/>
              <a:pathLst>
                <a:path w="1756" h="1211" extrusionOk="0">
                  <a:moveTo>
                    <a:pt x="1578" y="677"/>
                  </a:moveTo>
                  <a:lnTo>
                    <a:pt x="427" y="72"/>
                  </a:lnTo>
                  <a:cubicBezTo>
                    <a:pt x="297" y="1"/>
                    <a:pt x="143" y="60"/>
                    <a:pt x="71" y="179"/>
                  </a:cubicBezTo>
                  <a:cubicBezTo>
                    <a:pt x="0" y="309"/>
                    <a:pt x="60" y="463"/>
                    <a:pt x="178" y="535"/>
                  </a:cubicBezTo>
                  <a:lnTo>
                    <a:pt x="1317" y="1139"/>
                  </a:lnTo>
                  <a:cubicBezTo>
                    <a:pt x="1459" y="1211"/>
                    <a:pt x="1601" y="1151"/>
                    <a:pt x="1672" y="1033"/>
                  </a:cubicBezTo>
                  <a:cubicBezTo>
                    <a:pt x="1755" y="902"/>
                    <a:pt x="1708" y="760"/>
                    <a:pt x="1578" y="67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075;p43">
              <a:extLst>
                <a:ext uri="{FF2B5EF4-FFF2-40B4-BE49-F238E27FC236}">
                  <a16:creationId xmlns:a16="http://schemas.microsoft.com/office/drawing/2014/main" id="{29714C85-3DD3-0F14-5C1D-2CD75325F946}"/>
                </a:ext>
              </a:extLst>
            </p:cNvPr>
            <p:cNvSpPr/>
            <p:nvPr/>
          </p:nvSpPr>
          <p:spPr>
            <a:xfrm>
              <a:off x="5607750" y="3613125"/>
              <a:ext cx="43625" cy="30550"/>
            </a:xfrm>
            <a:custGeom>
              <a:avLst/>
              <a:gdLst/>
              <a:ahLst/>
              <a:cxnLst/>
              <a:rect l="l" t="t" r="r" b="b"/>
              <a:pathLst>
                <a:path w="1745" h="1222" extrusionOk="0">
                  <a:moveTo>
                    <a:pt x="1566" y="688"/>
                  </a:moveTo>
                  <a:lnTo>
                    <a:pt x="428" y="83"/>
                  </a:lnTo>
                  <a:cubicBezTo>
                    <a:pt x="297" y="0"/>
                    <a:pt x="143" y="59"/>
                    <a:pt x="72" y="178"/>
                  </a:cubicBezTo>
                  <a:cubicBezTo>
                    <a:pt x="1" y="320"/>
                    <a:pt x="60" y="463"/>
                    <a:pt x="179" y="534"/>
                  </a:cubicBezTo>
                  <a:lnTo>
                    <a:pt x="1317" y="1150"/>
                  </a:lnTo>
                  <a:cubicBezTo>
                    <a:pt x="1448" y="1222"/>
                    <a:pt x="1602" y="1162"/>
                    <a:pt x="1673" y="1044"/>
                  </a:cubicBezTo>
                  <a:cubicBezTo>
                    <a:pt x="1744" y="913"/>
                    <a:pt x="1697" y="759"/>
                    <a:pt x="1566" y="688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076;p43">
              <a:extLst>
                <a:ext uri="{FF2B5EF4-FFF2-40B4-BE49-F238E27FC236}">
                  <a16:creationId xmlns:a16="http://schemas.microsoft.com/office/drawing/2014/main" id="{8FE9C392-A5C3-DC0B-7022-8D5812D91622}"/>
                </a:ext>
              </a:extLst>
            </p:cNvPr>
            <p:cNvSpPr/>
            <p:nvPr/>
          </p:nvSpPr>
          <p:spPr>
            <a:xfrm>
              <a:off x="5643350" y="3578725"/>
              <a:ext cx="18400" cy="13075"/>
            </a:xfrm>
            <a:custGeom>
              <a:avLst/>
              <a:gdLst/>
              <a:ahLst/>
              <a:cxnLst/>
              <a:rect l="l" t="t" r="r" b="b"/>
              <a:pathLst>
                <a:path w="736" h="523" extrusionOk="0">
                  <a:moveTo>
                    <a:pt x="664" y="297"/>
                  </a:moveTo>
                  <a:lnTo>
                    <a:pt x="178" y="36"/>
                  </a:lnTo>
                  <a:cubicBezTo>
                    <a:pt x="119" y="0"/>
                    <a:pt x="59" y="12"/>
                    <a:pt x="24" y="71"/>
                  </a:cubicBezTo>
                  <a:cubicBezTo>
                    <a:pt x="0" y="131"/>
                    <a:pt x="12" y="190"/>
                    <a:pt x="71" y="226"/>
                  </a:cubicBezTo>
                  <a:lnTo>
                    <a:pt x="558" y="487"/>
                  </a:lnTo>
                  <a:cubicBezTo>
                    <a:pt x="617" y="522"/>
                    <a:pt x="676" y="510"/>
                    <a:pt x="712" y="451"/>
                  </a:cubicBezTo>
                  <a:cubicBezTo>
                    <a:pt x="735" y="404"/>
                    <a:pt x="724" y="332"/>
                    <a:pt x="664" y="29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0" name="Google Shape;1706;p68">
            <a:extLst>
              <a:ext uri="{FF2B5EF4-FFF2-40B4-BE49-F238E27FC236}">
                <a16:creationId xmlns:a16="http://schemas.microsoft.com/office/drawing/2014/main" id="{2809092B-9E59-A121-F43E-268867F73A2D}"/>
              </a:ext>
            </a:extLst>
          </p:cNvPr>
          <p:cNvGrpSpPr/>
          <p:nvPr/>
        </p:nvGrpSpPr>
        <p:grpSpPr>
          <a:xfrm>
            <a:off x="3335613" y="4040754"/>
            <a:ext cx="2350106" cy="1018524"/>
            <a:chOff x="1831079" y="3457081"/>
            <a:chExt cx="2350106" cy="1018524"/>
          </a:xfrm>
        </p:grpSpPr>
        <p:sp>
          <p:nvSpPr>
            <p:cNvPr id="1691" name="Google Shape;1707;p68">
              <a:extLst>
                <a:ext uri="{FF2B5EF4-FFF2-40B4-BE49-F238E27FC236}">
                  <a16:creationId xmlns:a16="http://schemas.microsoft.com/office/drawing/2014/main" id="{1BA1E98B-E485-D949-9F77-8C58ACD665C1}"/>
                </a:ext>
              </a:extLst>
            </p:cNvPr>
            <p:cNvSpPr/>
            <p:nvPr/>
          </p:nvSpPr>
          <p:spPr>
            <a:xfrm>
              <a:off x="1831079" y="3457081"/>
              <a:ext cx="2350106" cy="922906"/>
            </a:xfrm>
            <a:custGeom>
              <a:avLst/>
              <a:gdLst/>
              <a:ahLst/>
              <a:cxnLst/>
              <a:rect l="l" t="t" r="r" b="b"/>
              <a:pathLst>
                <a:path w="141530" h="55580" extrusionOk="0">
                  <a:moveTo>
                    <a:pt x="141529" y="55104"/>
                  </a:moveTo>
                  <a:lnTo>
                    <a:pt x="222" y="55579"/>
                  </a:lnTo>
                  <a:lnTo>
                    <a:pt x="0" y="2059"/>
                  </a:lnTo>
                  <a:cubicBezTo>
                    <a:pt x="0" y="1172"/>
                    <a:pt x="728" y="475"/>
                    <a:pt x="1583" y="475"/>
                  </a:cubicBezTo>
                  <a:lnTo>
                    <a:pt x="139724" y="0"/>
                  </a:lnTo>
                  <a:cubicBezTo>
                    <a:pt x="140579" y="0"/>
                    <a:pt x="141307" y="697"/>
                    <a:pt x="141307" y="15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708;p68">
              <a:extLst>
                <a:ext uri="{FF2B5EF4-FFF2-40B4-BE49-F238E27FC236}">
                  <a16:creationId xmlns:a16="http://schemas.microsoft.com/office/drawing/2014/main" id="{5440B862-1951-DEFE-AE5E-7B5958E68570}"/>
                </a:ext>
              </a:extLst>
            </p:cNvPr>
            <p:cNvSpPr/>
            <p:nvPr/>
          </p:nvSpPr>
          <p:spPr>
            <a:xfrm>
              <a:off x="1888910" y="3562232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66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709;p68">
              <a:extLst>
                <a:ext uri="{FF2B5EF4-FFF2-40B4-BE49-F238E27FC236}">
                  <a16:creationId xmlns:a16="http://schemas.microsoft.com/office/drawing/2014/main" id="{49F33DE0-9BA7-22B0-FEFB-069C98056D0A}"/>
                </a:ext>
              </a:extLst>
            </p:cNvPr>
            <p:cNvSpPr/>
            <p:nvPr/>
          </p:nvSpPr>
          <p:spPr>
            <a:xfrm>
              <a:off x="2049286" y="3562232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5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5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710;p68">
              <a:extLst>
                <a:ext uri="{FF2B5EF4-FFF2-40B4-BE49-F238E27FC236}">
                  <a16:creationId xmlns:a16="http://schemas.microsoft.com/office/drawing/2014/main" id="{A250963D-5BAB-DD9F-F073-707F7B6EEE4E}"/>
                </a:ext>
              </a:extLst>
            </p:cNvPr>
            <p:cNvSpPr/>
            <p:nvPr/>
          </p:nvSpPr>
          <p:spPr>
            <a:xfrm>
              <a:off x="2209663" y="3561186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35" y="7063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711;p68">
              <a:extLst>
                <a:ext uri="{FF2B5EF4-FFF2-40B4-BE49-F238E27FC236}">
                  <a16:creationId xmlns:a16="http://schemas.microsoft.com/office/drawing/2014/main" id="{97BC47B3-507C-4767-A351-98CB50180A4D}"/>
                </a:ext>
              </a:extLst>
            </p:cNvPr>
            <p:cNvSpPr/>
            <p:nvPr/>
          </p:nvSpPr>
          <p:spPr>
            <a:xfrm>
              <a:off x="2369524" y="3560655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712;p68">
              <a:extLst>
                <a:ext uri="{FF2B5EF4-FFF2-40B4-BE49-F238E27FC236}">
                  <a16:creationId xmlns:a16="http://schemas.microsoft.com/office/drawing/2014/main" id="{C81E3949-D440-21FB-794A-F745B24815E8}"/>
                </a:ext>
              </a:extLst>
            </p:cNvPr>
            <p:cNvSpPr/>
            <p:nvPr/>
          </p:nvSpPr>
          <p:spPr>
            <a:xfrm>
              <a:off x="2529901" y="3560140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2" y="6334"/>
                    <a:pt x="7062" y="5447"/>
                  </a:cubicBezTo>
                  <a:lnTo>
                    <a:pt x="7062" y="1552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713;p68">
              <a:extLst>
                <a:ext uri="{FF2B5EF4-FFF2-40B4-BE49-F238E27FC236}">
                  <a16:creationId xmlns:a16="http://schemas.microsoft.com/office/drawing/2014/main" id="{5796371C-388D-59C2-28BA-6736D0525AE7}"/>
                </a:ext>
              </a:extLst>
            </p:cNvPr>
            <p:cNvSpPr/>
            <p:nvPr/>
          </p:nvSpPr>
          <p:spPr>
            <a:xfrm>
              <a:off x="2690277" y="3559609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2" y="6334"/>
                    <a:pt x="7062" y="5448"/>
                  </a:cubicBezTo>
                  <a:lnTo>
                    <a:pt x="7062" y="1521"/>
                  </a:lnTo>
                  <a:cubicBezTo>
                    <a:pt x="7062" y="697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714;p68">
              <a:extLst>
                <a:ext uri="{FF2B5EF4-FFF2-40B4-BE49-F238E27FC236}">
                  <a16:creationId xmlns:a16="http://schemas.microsoft.com/office/drawing/2014/main" id="{6B4F102A-1878-32C9-B847-B19A260B729B}"/>
                </a:ext>
              </a:extLst>
            </p:cNvPr>
            <p:cNvSpPr/>
            <p:nvPr/>
          </p:nvSpPr>
          <p:spPr>
            <a:xfrm>
              <a:off x="2850122" y="355856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97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715;p68">
              <a:extLst>
                <a:ext uri="{FF2B5EF4-FFF2-40B4-BE49-F238E27FC236}">
                  <a16:creationId xmlns:a16="http://schemas.microsoft.com/office/drawing/2014/main" id="{6EB62C24-72D4-CB50-3E8E-9DFCBAC0B798}"/>
                </a:ext>
              </a:extLst>
            </p:cNvPr>
            <p:cNvSpPr/>
            <p:nvPr/>
          </p:nvSpPr>
          <p:spPr>
            <a:xfrm>
              <a:off x="3010499" y="355856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16;p68">
              <a:extLst>
                <a:ext uri="{FF2B5EF4-FFF2-40B4-BE49-F238E27FC236}">
                  <a16:creationId xmlns:a16="http://schemas.microsoft.com/office/drawing/2014/main" id="{160938B4-C94E-AF10-59DB-5AEC7580C2D3}"/>
                </a:ext>
              </a:extLst>
            </p:cNvPr>
            <p:cNvSpPr/>
            <p:nvPr/>
          </p:nvSpPr>
          <p:spPr>
            <a:xfrm>
              <a:off x="3170875" y="3558031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17;p68">
              <a:extLst>
                <a:ext uri="{FF2B5EF4-FFF2-40B4-BE49-F238E27FC236}">
                  <a16:creationId xmlns:a16="http://schemas.microsoft.com/office/drawing/2014/main" id="{7FF8BEAB-6B90-4EE3-410E-4F27C32F4B2B}"/>
                </a:ext>
              </a:extLst>
            </p:cNvPr>
            <p:cNvSpPr/>
            <p:nvPr/>
          </p:nvSpPr>
          <p:spPr>
            <a:xfrm>
              <a:off x="3331252" y="3557500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18;p68">
              <a:extLst>
                <a:ext uri="{FF2B5EF4-FFF2-40B4-BE49-F238E27FC236}">
                  <a16:creationId xmlns:a16="http://schemas.microsoft.com/office/drawing/2014/main" id="{5536F7D7-957F-761C-4860-D27E0D30867D}"/>
                </a:ext>
              </a:extLst>
            </p:cNvPr>
            <p:cNvSpPr/>
            <p:nvPr/>
          </p:nvSpPr>
          <p:spPr>
            <a:xfrm>
              <a:off x="3491113" y="355698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2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19;p68">
              <a:extLst>
                <a:ext uri="{FF2B5EF4-FFF2-40B4-BE49-F238E27FC236}">
                  <a16:creationId xmlns:a16="http://schemas.microsoft.com/office/drawing/2014/main" id="{55F1B6FF-8146-0469-84A4-E3B71307BABF}"/>
                </a:ext>
              </a:extLst>
            </p:cNvPr>
            <p:cNvSpPr/>
            <p:nvPr/>
          </p:nvSpPr>
          <p:spPr>
            <a:xfrm>
              <a:off x="2137104" y="3718937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1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03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20;p68">
              <a:extLst>
                <a:ext uri="{FF2B5EF4-FFF2-40B4-BE49-F238E27FC236}">
                  <a16:creationId xmlns:a16="http://schemas.microsoft.com/office/drawing/2014/main" id="{8145605F-5101-596C-A213-C8474F78A568}"/>
                </a:ext>
              </a:extLst>
            </p:cNvPr>
            <p:cNvSpPr/>
            <p:nvPr/>
          </p:nvSpPr>
          <p:spPr>
            <a:xfrm>
              <a:off x="2297480" y="3718406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34" y="7063"/>
                    <a:pt x="7031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21;p68">
              <a:extLst>
                <a:ext uri="{FF2B5EF4-FFF2-40B4-BE49-F238E27FC236}">
                  <a16:creationId xmlns:a16="http://schemas.microsoft.com/office/drawing/2014/main" id="{BD747AC5-7605-30CB-05AB-CAEEDFB6A8AC}"/>
                </a:ext>
              </a:extLst>
            </p:cNvPr>
            <p:cNvSpPr/>
            <p:nvPr/>
          </p:nvSpPr>
          <p:spPr>
            <a:xfrm>
              <a:off x="2456811" y="3718406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6999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22;p68">
              <a:extLst>
                <a:ext uri="{FF2B5EF4-FFF2-40B4-BE49-F238E27FC236}">
                  <a16:creationId xmlns:a16="http://schemas.microsoft.com/office/drawing/2014/main" id="{7848B12D-31BA-00F8-E453-DD4883628016}"/>
                </a:ext>
              </a:extLst>
            </p:cNvPr>
            <p:cNvSpPr/>
            <p:nvPr/>
          </p:nvSpPr>
          <p:spPr>
            <a:xfrm>
              <a:off x="2617187" y="3717874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23;p68">
              <a:extLst>
                <a:ext uri="{FF2B5EF4-FFF2-40B4-BE49-F238E27FC236}">
                  <a16:creationId xmlns:a16="http://schemas.microsoft.com/office/drawing/2014/main" id="{C0C656CC-F5CC-A84D-35C6-C1FEC0CF9AC6}"/>
                </a:ext>
              </a:extLst>
            </p:cNvPr>
            <p:cNvSpPr/>
            <p:nvPr/>
          </p:nvSpPr>
          <p:spPr>
            <a:xfrm>
              <a:off x="2777564" y="3717360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24;p68">
              <a:extLst>
                <a:ext uri="{FF2B5EF4-FFF2-40B4-BE49-F238E27FC236}">
                  <a16:creationId xmlns:a16="http://schemas.microsoft.com/office/drawing/2014/main" id="{59859980-4111-8381-9ED1-B9F2EA4131FC}"/>
                </a:ext>
              </a:extLst>
            </p:cNvPr>
            <p:cNvSpPr/>
            <p:nvPr/>
          </p:nvSpPr>
          <p:spPr>
            <a:xfrm>
              <a:off x="2937409" y="3716297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25;p68">
              <a:extLst>
                <a:ext uri="{FF2B5EF4-FFF2-40B4-BE49-F238E27FC236}">
                  <a16:creationId xmlns:a16="http://schemas.microsoft.com/office/drawing/2014/main" id="{3E3B4859-D61B-F7B5-76F9-CB65D78EA0F0}"/>
                </a:ext>
              </a:extLst>
            </p:cNvPr>
            <p:cNvSpPr/>
            <p:nvPr/>
          </p:nvSpPr>
          <p:spPr>
            <a:xfrm>
              <a:off x="3097785" y="3715782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26;p68">
              <a:extLst>
                <a:ext uri="{FF2B5EF4-FFF2-40B4-BE49-F238E27FC236}">
                  <a16:creationId xmlns:a16="http://schemas.microsoft.com/office/drawing/2014/main" id="{35F3E667-9BC7-A4E9-94C7-5F204F43D777}"/>
                </a:ext>
              </a:extLst>
            </p:cNvPr>
            <p:cNvSpPr/>
            <p:nvPr/>
          </p:nvSpPr>
          <p:spPr>
            <a:xfrm>
              <a:off x="3258161" y="3715251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66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27;p68">
              <a:extLst>
                <a:ext uri="{FF2B5EF4-FFF2-40B4-BE49-F238E27FC236}">
                  <a16:creationId xmlns:a16="http://schemas.microsoft.com/office/drawing/2014/main" id="{5631553D-A3D7-5B04-3846-C2C32366E009}"/>
                </a:ext>
              </a:extLst>
            </p:cNvPr>
            <p:cNvSpPr/>
            <p:nvPr/>
          </p:nvSpPr>
          <p:spPr>
            <a:xfrm>
              <a:off x="3418538" y="3715251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6999"/>
                    <a:pt x="7031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28;p68">
              <a:extLst>
                <a:ext uri="{FF2B5EF4-FFF2-40B4-BE49-F238E27FC236}">
                  <a16:creationId xmlns:a16="http://schemas.microsoft.com/office/drawing/2014/main" id="{045A88AB-7DAB-097F-7F59-C3DCF05B0D5F}"/>
                </a:ext>
              </a:extLst>
            </p:cNvPr>
            <p:cNvSpPr/>
            <p:nvPr/>
          </p:nvSpPr>
          <p:spPr>
            <a:xfrm>
              <a:off x="3578400" y="3714720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29;p68">
              <a:extLst>
                <a:ext uri="{FF2B5EF4-FFF2-40B4-BE49-F238E27FC236}">
                  <a16:creationId xmlns:a16="http://schemas.microsoft.com/office/drawing/2014/main" id="{A53F2F22-6439-796B-38A4-4E4DCAA0A921}"/>
                </a:ext>
              </a:extLst>
            </p:cNvPr>
            <p:cNvSpPr/>
            <p:nvPr/>
          </p:nvSpPr>
          <p:spPr>
            <a:xfrm>
              <a:off x="3738776" y="3713674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30;p68">
              <a:extLst>
                <a:ext uri="{FF2B5EF4-FFF2-40B4-BE49-F238E27FC236}">
                  <a16:creationId xmlns:a16="http://schemas.microsoft.com/office/drawing/2014/main" id="{59CBAB02-9C48-9CD7-940A-8BBAF68ABE1F}"/>
                </a:ext>
              </a:extLst>
            </p:cNvPr>
            <p:cNvSpPr/>
            <p:nvPr/>
          </p:nvSpPr>
          <p:spPr>
            <a:xfrm>
              <a:off x="3651490" y="3555923"/>
              <a:ext cx="116750" cy="117298"/>
            </a:xfrm>
            <a:custGeom>
              <a:avLst/>
              <a:gdLst/>
              <a:ahLst/>
              <a:cxnLst/>
              <a:rect l="l" t="t" r="r" b="b"/>
              <a:pathLst>
                <a:path w="7031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31;p68">
              <a:extLst>
                <a:ext uri="{FF2B5EF4-FFF2-40B4-BE49-F238E27FC236}">
                  <a16:creationId xmlns:a16="http://schemas.microsoft.com/office/drawing/2014/main" id="{B41148DC-874C-A9A5-22A5-89010578148A}"/>
                </a:ext>
              </a:extLst>
            </p:cNvPr>
            <p:cNvSpPr/>
            <p:nvPr/>
          </p:nvSpPr>
          <p:spPr>
            <a:xfrm>
              <a:off x="2232277" y="3874048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32;p68">
              <a:extLst>
                <a:ext uri="{FF2B5EF4-FFF2-40B4-BE49-F238E27FC236}">
                  <a16:creationId xmlns:a16="http://schemas.microsoft.com/office/drawing/2014/main" id="{312AF3EF-9075-0137-0CED-EA330FAE579C}"/>
                </a:ext>
              </a:extLst>
            </p:cNvPr>
            <p:cNvSpPr/>
            <p:nvPr/>
          </p:nvSpPr>
          <p:spPr>
            <a:xfrm>
              <a:off x="2392653" y="3873517"/>
              <a:ext cx="116766" cy="117298"/>
            </a:xfrm>
            <a:custGeom>
              <a:avLst/>
              <a:gdLst/>
              <a:ahLst/>
              <a:cxnLst/>
              <a:rect l="l" t="t" r="r" b="b"/>
              <a:pathLst>
                <a:path w="7032" h="7064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34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33;p68">
              <a:extLst>
                <a:ext uri="{FF2B5EF4-FFF2-40B4-BE49-F238E27FC236}">
                  <a16:creationId xmlns:a16="http://schemas.microsoft.com/office/drawing/2014/main" id="{A03FFB22-86A8-2D3C-92A0-BE08E3417407}"/>
                </a:ext>
              </a:extLst>
            </p:cNvPr>
            <p:cNvSpPr/>
            <p:nvPr/>
          </p:nvSpPr>
          <p:spPr>
            <a:xfrm>
              <a:off x="2552499" y="3873002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21" y="0"/>
                  </a:moveTo>
                  <a:cubicBezTo>
                    <a:pt x="698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480" y="7031"/>
                  </a:lnTo>
                  <a:cubicBezTo>
                    <a:pt x="6366" y="7031"/>
                    <a:pt x="7063" y="6366"/>
                    <a:pt x="7032" y="5447"/>
                  </a:cubicBezTo>
                  <a:lnTo>
                    <a:pt x="7032" y="1552"/>
                  </a:lnTo>
                  <a:cubicBezTo>
                    <a:pt x="7032" y="697"/>
                    <a:pt x="6335" y="0"/>
                    <a:pt x="5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34;p68">
              <a:extLst>
                <a:ext uri="{FF2B5EF4-FFF2-40B4-BE49-F238E27FC236}">
                  <a16:creationId xmlns:a16="http://schemas.microsoft.com/office/drawing/2014/main" id="{6F673C06-B0F0-3CB3-A9C3-640E21DF14DC}"/>
                </a:ext>
              </a:extLst>
            </p:cNvPr>
            <p:cNvSpPr/>
            <p:nvPr/>
          </p:nvSpPr>
          <p:spPr>
            <a:xfrm>
              <a:off x="2712892" y="3873002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35;p68">
              <a:extLst>
                <a:ext uri="{FF2B5EF4-FFF2-40B4-BE49-F238E27FC236}">
                  <a16:creationId xmlns:a16="http://schemas.microsoft.com/office/drawing/2014/main" id="{B3301C2B-9FAB-C717-5B14-1BCAF99A9544}"/>
                </a:ext>
              </a:extLst>
            </p:cNvPr>
            <p:cNvSpPr/>
            <p:nvPr/>
          </p:nvSpPr>
          <p:spPr>
            <a:xfrm>
              <a:off x="2873268" y="3872470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0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34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02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36;p68">
              <a:extLst>
                <a:ext uri="{FF2B5EF4-FFF2-40B4-BE49-F238E27FC236}">
                  <a16:creationId xmlns:a16="http://schemas.microsoft.com/office/drawing/2014/main" id="{19EA67A9-2FF2-C62D-05F4-5ACC839B86DC}"/>
                </a:ext>
              </a:extLst>
            </p:cNvPr>
            <p:cNvSpPr/>
            <p:nvPr/>
          </p:nvSpPr>
          <p:spPr>
            <a:xfrm>
              <a:off x="3032582" y="387142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98" y="7062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37;p68">
              <a:extLst>
                <a:ext uri="{FF2B5EF4-FFF2-40B4-BE49-F238E27FC236}">
                  <a16:creationId xmlns:a16="http://schemas.microsoft.com/office/drawing/2014/main" id="{FDEBEEBF-8745-8385-B01F-78E4C1A05B5E}"/>
                </a:ext>
              </a:extLst>
            </p:cNvPr>
            <p:cNvSpPr/>
            <p:nvPr/>
          </p:nvSpPr>
          <p:spPr>
            <a:xfrm>
              <a:off x="3192958" y="3870893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8" y="7063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38;p68">
              <a:extLst>
                <a:ext uri="{FF2B5EF4-FFF2-40B4-BE49-F238E27FC236}">
                  <a16:creationId xmlns:a16="http://schemas.microsoft.com/office/drawing/2014/main" id="{2EE68EAA-A0AA-637C-E327-CB61F784BA3A}"/>
                </a:ext>
              </a:extLst>
            </p:cNvPr>
            <p:cNvSpPr/>
            <p:nvPr/>
          </p:nvSpPr>
          <p:spPr>
            <a:xfrm>
              <a:off x="3353335" y="3870362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39;p68">
              <a:extLst>
                <a:ext uri="{FF2B5EF4-FFF2-40B4-BE49-F238E27FC236}">
                  <a16:creationId xmlns:a16="http://schemas.microsoft.com/office/drawing/2014/main" id="{46B44E51-3F68-4C78-F462-781D7A923EC8}"/>
                </a:ext>
              </a:extLst>
            </p:cNvPr>
            <p:cNvSpPr/>
            <p:nvPr/>
          </p:nvSpPr>
          <p:spPr>
            <a:xfrm>
              <a:off x="3513196" y="3869847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66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40;p68">
              <a:extLst>
                <a:ext uri="{FF2B5EF4-FFF2-40B4-BE49-F238E27FC236}">
                  <a16:creationId xmlns:a16="http://schemas.microsoft.com/office/drawing/2014/main" id="{54EC1CE3-5A96-1EEF-0D83-40C742FF8BF4}"/>
                </a:ext>
              </a:extLst>
            </p:cNvPr>
            <p:cNvSpPr/>
            <p:nvPr/>
          </p:nvSpPr>
          <p:spPr>
            <a:xfrm>
              <a:off x="3673573" y="3869847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41;p68">
              <a:extLst>
                <a:ext uri="{FF2B5EF4-FFF2-40B4-BE49-F238E27FC236}">
                  <a16:creationId xmlns:a16="http://schemas.microsoft.com/office/drawing/2014/main" id="{159964A0-CD33-C5C9-F2AE-0634E2F3A41A}"/>
                </a:ext>
              </a:extLst>
            </p:cNvPr>
            <p:cNvSpPr/>
            <p:nvPr/>
          </p:nvSpPr>
          <p:spPr>
            <a:xfrm>
              <a:off x="1891018" y="4036531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6999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42;p68">
              <a:extLst>
                <a:ext uri="{FF2B5EF4-FFF2-40B4-BE49-F238E27FC236}">
                  <a16:creationId xmlns:a16="http://schemas.microsoft.com/office/drawing/2014/main" id="{C85943DE-AB4A-B316-F005-32DB241092C4}"/>
                </a:ext>
              </a:extLst>
            </p:cNvPr>
            <p:cNvSpPr/>
            <p:nvPr/>
          </p:nvSpPr>
          <p:spPr>
            <a:xfrm>
              <a:off x="2050864" y="4035999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43;p68">
              <a:extLst>
                <a:ext uri="{FF2B5EF4-FFF2-40B4-BE49-F238E27FC236}">
                  <a16:creationId xmlns:a16="http://schemas.microsoft.com/office/drawing/2014/main" id="{1881C948-364E-701A-E235-676BD3D9F129}"/>
                </a:ext>
              </a:extLst>
            </p:cNvPr>
            <p:cNvSpPr/>
            <p:nvPr/>
          </p:nvSpPr>
          <p:spPr>
            <a:xfrm>
              <a:off x="2211240" y="403546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697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44;p68">
              <a:extLst>
                <a:ext uri="{FF2B5EF4-FFF2-40B4-BE49-F238E27FC236}">
                  <a16:creationId xmlns:a16="http://schemas.microsoft.com/office/drawing/2014/main" id="{1FEDC4E3-8B0B-54B9-47EC-98620D5D016A}"/>
                </a:ext>
              </a:extLst>
            </p:cNvPr>
            <p:cNvSpPr/>
            <p:nvPr/>
          </p:nvSpPr>
          <p:spPr>
            <a:xfrm>
              <a:off x="2371616" y="4034422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45;p68">
              <a:extLst>
                <a:ext uri="{FF2B5EF4-FFF2-40B4-BE49-F238E27FC236}">
                  <a16:creationId xmlns:a16="http://schemas.microsoft.com/office/drawing/2014/main" id="{78E055B6-83FC-7FA7-C672-C1EB1D2F6CFB}"/>
                </a:ext>
              </a:extLst>
            </p:cNvPr>
            <p:cNvSpPr/>
            <p:nvPr/>
          </p:nvSpPr>
          <p:spPr>
            <a:xfrm>
              <a:off x="1891018" y="4186910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46;p68">
              <a:extLst>
                <a:ext uri="{FF2B5EF4-FFF2-40B4-BE49-F238E27FC236}">
                  <a16:creationId xmlns:a16="http://schemas.microsoft.com/office/drawing/2014/main" id="{411E5C57-20EB-8688-D631-13C084793224}"/>
                </a:ext>
              </a:extLst>
            </p:cNvPr>
            <p:cNvSpPr/>
            <p:nvPr/>
          </p:nvSpPr>
          <p:spPr>
            <a:xfrm>
              <a:off x="2051395" y="4186378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47;p68">
              <a:extLst>
                <a:ext uri="{FF2B5EF4-FFF2-40B4-BE49-F238E27FC236}">
                  <a16:creationId xmlns:a16="http://schemas.microsoft.com/office/drawing/2014/main" id="{7A0F51CC-CC05-AEEC-5DA1-0AC1F86C2222}"/>
                </a:ext>
              </a:extLst>
            </p:cNvPr>
            <p:cNvSpPr/>
            <p:nvPr/>
          </p:nvSpPr>
          <p:spPr>
            <a:xfrm>
              <a:off x="2211771" y="4185864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48;p68">
              <a:extLst>
                <a:ext uri="{FF2B5EF4-FFF2-40B4-BE49-F238E27FC236}">
                  <a16:creationId xmlns:a16="http://schemas.microsoft.com/office/drawing/2014/main" id="{0D9C6CB1-F358-BA2D-43F5-6B5E5318913E}"/>
                </a:ext>
              </a:extLst>
            </p:cNvPr>
            <p:cNvSpPr/>
            <p:nvPr/>
          </p:nvSpPr>
          <p:spPr>
            <a:xfrm>
              <a:off x="2372148" y="4185332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4" y="7031"/>
                    <a:pt x="7063" y="6366"/>
                    <a:pt x="7063" y="5448"/>
                  </a:cubicBezTo>
                  <a:lnTo>
                    <a:pt x="7063" y="1521"/>
                  </a:lnTo>
                  <a:cubicBezTo>
                    <a:pt x="7063" y="697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49;p68">
              <a:extLst>
                <a:ext uri="{FF2B5EF4-FFF2-40B4-BE49-F238E27FC236}">
                  <a16:creationId xmlns:a16="http://schemas.microsoft.com/office/drawing/2014/main" id="{B277EF7B-9301-B6D3-C7C0-72FDE954040F}"/>
                </a:ext>
              </a:extLst>
            </p:cNvPr>
            <p:cNvSpPr/>
            <p:nvPr/>
          </p:nvSpPr>
          <p:spPr>
            <a:xfrm>
              <a:off x="3333360" y="4181646"/>
              <a:ext cx="116766" cy="117298"/>
            </a:xfrm>
            <a:custGeom>
              <a:avLst/>
              <a:gdLst/>
              <a:ahLst/>
              <a:cxnLst/>
              <a:rect l="l" t="t" r="r" b="b"/>
              <a:pathLst>
                <a:path w="7032" h="7064" extrusionOk="0">
                  <a:moveTo>
                    <a:pt x="1521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98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50;p68">
              <a:extLst>
                <a:ext uri="{FF2B5EF4-FFF2-40B4-BE49-F238E27FC236}">
                  <a16:creationId xmlns:a16="http://schemas.microsoft.com/office/drawing/2014/main" id="{493AD1D2-CDC6-B811-A3AB-4525D51546C7}"/>
                </a:ext>
              </a:extLst>
            </p:cNvPr>
            <p:cNvSpPr/>
            <p:nvPr/>
          </p:nvSpPr>
          <p:spPr>
            <a:xfrm>
              <a:off x="3492691" y="4181646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94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51;p68">
              <a:extLst>
                <a:ext uri="{FF2B5EF4-FFF2-40B4-BE49-F238E27FC236}">
                  <a16:creationId xmlns:a16="http://schemas.microsoft.com/office/drawing/2014/main" id="{2D0DB66B-685E-DC10-1796-0F5DF68806F5}"/>
                </a:ext>
              </a:extLst>
            </p:cNvPr>
            <p:cNvSpPr/>
            <p:nvPr/>
          </p:nvSpPr>
          <p:spPr>
            <a:xfrm>
              <a:off x="2531478" y="4033891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2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02" y="1"/>
                    <a:pt x="5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52;p68">
              <a:extLst>
                <a:ext uri="{FF2B5EF4-FFF2-40B4-BE49-F238E27FC236}">
                  <a16:creationId xmlns:a16="http://schemas.microsoft.com/office/drawing/2014/main" id="{6974CC66-5A9C-6631-4180-8D7241BEB1FA}"/>
                </a:ext>
              </a:extLst>
            </p:cNvPr>
            <p:cNvSpPr/>
            <p:nvPr/>
          </p:nvSpPr>
          <p:spPr>
            <a:xfrm>
              <a:off x="2691855" y="4033376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2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53;p68">
              <a:extLst>
                <a:ext uri="{FF2B5EF4-FFF2-40B4-BE49-F238E27FC236}">
                  <a16:creationId xmlns:a16="http://schemas.microsoft.com/office/drawing/2014/main" id="{0377A386-DD6F-519C-9409-6E5C0EE55A2A}"/>
                </a:ext>
              </a:extLst>
            </p:cNvPr>
            <p:cNvSpPr/>
            <p:nvPr/>
          </p:nvSpPr>
          <p:spPr>
            <a:xfrm>
              <a:off x="2852231" y="4033376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6999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03" y="0"/>
                    <a:pt x="5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54;p68">
              <a:extLst>
                <a:ext uri="{FF2B5EF4-FFF2-40B4-BE49-F238E27FC236}">
                  <a16:creationId xmlns:a16="http://schemas.microsoft.com/office/drawing/2014/main" id="{C277BB06-D5D3-BBBD-B51B-5DADD8A24DC3}"/>
                </a:ext>
              </a:extLst>
            </p:cNvPr>
            <p:cNvSpPr/>
            <p:nvPr/>
          </p:nvSpPr>
          <p:spPr>
            <a:xfrm>
              <a:off x="3012607" y="4032845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1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34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34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55;p68">
              <a:extLst>
                <a:ext uri="{FF2B5EF4-FFF2-40B4-BE49-F238E27FC236}">
                  <a16:creationId xmlns:a16="http://schemas.microsoft.com/office/drawing/2014/main" id="{3365AB0E-4D27-337D-1B1F-C0E2C4E66C09}"/>
                </a:ext>
              </a:extLst>
            </p:cNvPr>
            <p:cNvSpPr/>
            <p:nvPr/>
          </p:nvSpPr>
          <p:spPr>
            <a:xfrm>
              <a:off x="3171938" y="4031799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97" y="7062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0"/>
                    <a:pt x="5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56;p68">
              <a:extLst>
                <a:ext uri="{FF2B5EF4-FFF2-40B4-BE49-F238E27FC236}">
                  <a16:creationId xmlns:a16="http://schemas.microsoft.com/office/drawing/2014/main" id="{FC974678-FAE6-270C-624A-CCFCE4D893E4}"/>
                </a:ext>
              </a:extLst>
            </p:cNvPr>
            <p:cNvSpPr/>
            <p:nvPr/>
          </p:nvSpPr>
          <p:spPr>
            <a:xfrm>
              <a:off x="3332314" y="4031267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62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57;p68">
              <a:extLst>
                <a:ext uri="{FF2B5EF4-FFF2-40B4-BE49-F238E27FC236}">
                  <a16:creationId xmlns:a16="http://schemas.microsoft.com/office/drawing/2014/main" id="{B07E2962-5ADB-A8E1-D60E-33F51880CC76}"/>
                </a:ext>
              </a:extLst>
            </p:cNvPr>
            <p:cNvSpPr/>
            <p:nvPr/>
          </p:nvSpPr>
          <p:spPr>
            <a:xfrm>
              <a:off x="3492691" y="4030736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58;p68">
              <a:extLst>
                <a:ext uri="{FF2B5EF4-FFF2-40B4-BE49-F238E27FC236}">
                  <a16:creationId xmlns:a16="http://schemas.microsoft.com/office/drawing/2014/main" id="{AFB27408-F5ED-2128-EAD1-6C8BDF64B6FA}"/>
                </a:ext>
              </a:extLst>
            </p:cNvPr>
            <p:cNvSpPr/>
            <p:nvPr/>
          </p:nvSpPr>
          <p:spPr>
            <a:xfrm>
              <a:off x="3833949" y="3868784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52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63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4" y="1"/>
                    <a:pt x="54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59;p68">
              <a:extLst>
                <a:ext uri="{FF2B5EF4-FFF2-40B4-BE49-F238E27FC236}">
                  <a16:creationId xmlns:a16="http://schemas.microsoft.com/office/drawing/2014/main" id="{A0BB3296-4A58-E840-A167-53024E230684}"/>
                </a:ext>
              </a:extLst>
            </p:cNvPr>
            <p:cNvSpPr/>
            <p:nvPr/>
          </p:nvSpPr>
          <p:spPr>
            <a:xfrm>
              <a:off x="3805557" y="3554877"/>
              <a:ext cx="283979" cy="118344"/>
            </a:xfrm>
            <a:custGeom>
              <a:avLst/>
              <a:gdLst/>
              <a:ahLst/>
              <a:cxnLst/>
              <a:rect l="l" t="t" r="r" b="b"/>
              <a:pathLst>
                <a:path w="17102" h="7127" extrusionOk="0">
                  <a:moveTo>
                    <a:pt x="15360" y="1"/>
                  </a:moveTo>
                  <a:lnTo>
                    <a:pt x="1742" y="32"/>
                  </a:lnTo>
                  <a:cubicBezTo>
                    <a:pt x="792" y="32"/>
                    <a:pt x="0" y="824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15360" y="7063"/>
                  </a:lnTo>
                  <a:cubicBezTo>
                    <a:pt x="16310" y="7063"/>
                    <a:pt x="17102" y="6271"/>
                    <a:pt x="17102" y="5353"/>
                  </a:cubicBezTo>
                  <a:lnTo>
                    <a:pt x="17102" y="1742"/>
                  </a:lnTo>
                  <a:cubicBezTo>
                    <a:pt x="17070" y="792"/>
                    <a:pt x="16310" y="1"/>
                    <a:pt x="15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60;p68">
              <a:extLst>
                <a:ext uri="{FF2B5EF4-FFF2-40B4-BE49-F238E27FC236}">
                  <a16:creationId xmlns:a16="http://schemas.microsoft.com/office/drawing/2014/main" id="{880F86F1-694E-70B5-D9AE-91D385B7BFF6}"/>
                </a:ext>
              </a:extLst>
            </p:cNvPr>
            <p:cNvSpPr/>
            <p:nvPr/>
          </p:nvSpPr>
          <p:spPr>
            <a:xfrm>
              <a:off x="1888910" y="3719452"/>
              <a:ext cx="199841" cy="117812"/>
            </a:xfrm>
            <a:custGeom>
              <a:avLst/>
              <a:gdLst/>
              <a:ahLst/>
              <a:cxnLst/>
              <a:rect l="l" t="t" r="r" b="b"/>
              <a:pathLst>
                <a:path w="12035" h="7095" extrusionOk="0">
                  <a:moveTo>
                    <a:pt x="10103" y="1"/>
                  </a:moveTo>
                  <a:lnTo>
                    <a:pt x="1869" y="64"/>
                  </a:lnTo>
                  <a:cubicBezTo>
                    <a:pt x="824" y="64"/>
                    <a:pt x="1" y="919"/>
                    <a:pt x="1" y="1964"/>
                  </a:cubicBezTo>
                  <a:lnTo>
                    <a:pt x="1" y="5258"/>
                  </a:lnTo>
                  <a:cubicBezTo>
                    <a:pt x="1" y="6271"/>
                    <a:pt x="887" y="7095"/>
                    <a:pt x="1901" y="7095"/>
                  </a:cubicBezTo>
                  <a:lnTo>
                    <a:pt x="10135" y="7063"/>
                  </a:lnTo>
                  <a:cubicBezTo>
                    <a:pt x="11211" y="7063"/>
                    <a:pt x="12035" y="6240"/>
                    <a:pt x="12003" y="5163"/>
                  </a:cubicBezTo>
                  <a:lnTo>
                    <a:pt x="12003" y="1869"/>
                  </a:lnTo>
                  <a:cubicBezTo>
                    <a:pt x="12003" y="856"/>
                    <a:pt x="11116" y="1"/>
                    <a:pt x="10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61;p68">
              <a:extLst>
                <a:ext uri="{FF2B5EF4-FFF2-40B4-BE49-F238E27FC236}">
                  <a16:creationId xmlns:a16="http://schemas.microsoft.com/office/drawing/2014/main" id="{49434348-D97A-EADC-839E-9B55782EF325}"/>
                </a:ext>
              </a:extLst>
            </p:cNvPr>
            <p:cNvSpPr/>
            <p:nvPr/>
          </p:nvSpPr>
          <p:spPr>
            <a:xfrm>
              <a:off x="3901261" y="3713142"/>
              <a:ext cx="189330" cy="272953"/>
            </a:xfrm>
            <a:custGeom>
              <a:avLst/>
              <a:gdLst/>
              <a:ahLst/>
              <a:cxnLst/>
              <a:rect l="l" t="t" r="r" b="b"/>
              <a:pathLst>
                <a:path w="11402" h="16438" extrusionOk="0">
                  <a:moveTo>
                    <a:pt x="9216" y="1"/>
                  </a:moveTo>
                  <a:lnTo>
                    <a:pt x="1457" y="33"/>
                  </a:lnTo>
                  <a:cubicBezTo>
                    <a:pt x="1438" y="32"/>
                    <a:pt x="1419" y="31"/>
                    <a:pt x="1400" y="31"/>
                  </a:cubicBezTo>
                  <a:cubicBezTo>
                    <a:pt x="634" y="31"/>
                    <a:pt x="0" y="654"/>
                    <a:pt x="0" y="1458"/>
                  </a:cubicBezTo>
                  <a:lnTo>
                    <a:pt x="0" y="5638"/>
                  </a:lnTo>
                  <a:cubicBezTo>
                    <a:pt x="0" y="6430"/>
                    <a:pt x="665" y="7095"/>
                    <a:pt x="1457" y="7095"/>
                  </a:cubicBezTo>
                  <a:lnTo>
                    <a:pt x="5859" y="7095"/>
                  </a:lnTo>
                  <a:lnTo>
                    <a:pt x="5891" y="15297"/>
                  </a:lnTo>
                  <a:cubicBezTo>
                    <a:pt x="5891" y="15930"/>
                    <a:pt x="6397" y="16437"/>
                    <a:pt x="7031" y="16437"/>
                  </a:cubicBezTo>
                  <a:lnTo>
                    <a:pt x="10229" y="16437"/>
                  </a:lnTo>
                  <a:cubicBezTo>
                    <a:pt x="10863" y="16437"/>
                    <a:pt x="11401" y="15899"/>
                    <a:pt x="11401" y="15297"/>
                  </a:cubicBezTo>
                  <a:lnTo>
                    <a:pt x="11338" y="2154"/>
                  </a:lnTo>
                  <a:cubicBezTo>
                    <a:pt x="11338" y="951"/>
                    <a:pt x="10388" y="1"/>
                    <a:pt x="9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62;p68">
              <a:extLst>
                <a:ext uri="{FF2B5EF4-FFF2-40B4-BE49-F238E27FC236}">
                  <a16:creationId xmlns:a16="http://schemas.microsoft.com/office/drawing/2014/main" id="{31364A13-D955-CF84-5B8A-5DB8DE1DD233}"/>
                </a:ext>
              </a:extLst>
            </p:cNvPr>
            <p:cNvSpPr/>
            <p:nvPr/>
          </p:nvSpPr>
          <p:spPr>
            <a:xfrm>
              <a:off x="1890487" y="3874579"/>
              <a:ext cx="305549" cy="117812"/>
            </a:xfrm>
            <a:custGeom>
              <a:avLst/>
              <a:gdLst/>
              <a:ahLst/>
              <a:cxnLst/>
              <a:rect l="l" t="t" r="r" b="b"/>
              <a:pathLst>
                <a:path w="18401" h="7095" extrusionOk="0">
                  <a:moveTo>
                    <a:pt x="17165" y="0"/>
                  </a:moveTo>
                  <a:lnTo>
                    <a:pt x="1204" y="64"/>
                  </a:lnTo>
                  <a:cubicBezTo>
                    <a:pt x="539" y="64"/>
                    <a:pt x="1" y="602"/>
                    <a:pt x="1" y="1267"/>
                  </a:cubicBezTo>
                  <a:lnTo>
                    <a:pt x="1" y="5891"/>
                  </a:lnTo>
                  <a:cubicBezTo>
                    <a:pt x="1" y="6556"/>
                    <a:pt x="539" y="7094"/>
                    <a:pt x="1204" y="7094"/>
                  </a:cubicBezTo>
                  <a:lnTo>
                    <a:pt x="17165" y="7062"/>
                  </a:lnTo>
                  <a:cubicBezTo>
                    <a:pt x="17862" y="7062"/>
                    <a:pt x="18400" y="6524"/>
                    <a:pt x="18400" y="5827"/>
                  </a:cubicBezTo>
                  <a:lnTo>
                    <a:pt x="18400" y="1235"/>
                  </a:lnTo>
                  <a:cubicBezTo>
                    <a:pt x="18400" y="570"/>
                    <a:pt x="17862" y="0"/>
                    <a:pt x="17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63;p68">
              <a:extLst>
                <a:ext uri="{FF2B5EF4-FFF2-40B4-BE49-F238E27FC236}">
                  <a16:creationId xmlns:a16="http://schemas.microsoft.com/office/drawing/2014/main" id="{FD76B5E2-39B3-272C-DA63-403FE071184A}"/>
                </a:ext>
              </a:extLst>
            </p:cNvPr>
            <p:cNvSpPr/>
            <p:nvPr/>
          </p:nvSpPr>
          <p:spPr>
            <a:xfrm>
              <a:off x="3652536" y="4028113"/>
              <a:ext cx="439119" cy="120967"/>
            </a:xfrm>
            <a:custGeom>
              <a:avLst/>
              <a:gdLst/>
              <a:ahLst/>
              <a:cxnLst/>
              <a:rect l="l" t="t" r="r" b="b"/>
              <a:pathLst>
                <a:path w="26445" h="7285" extrusionOk="0">
                  <a:moveTo>
                    <a:pt x="25051" y="1"/>
                  </a:moveTo>
                  <a:lnTo>
                    <a:pt x="1426" y="64"/>
                  </a:lnTo>
                  <a:cubicBezTo>
                    <a:pt x="666" y="64"/>
                    <a:pt x="32" y="697"/>
                    <a:pt x="32" y="1457"/>
                  </a:cubicBezTo>
                  <a:lnTo>
                    <a:pt x="32" y="5891"/>
                  </a:lnTo>
                  <a:cubicBezTo>
                    <a:pt x="1" y="6651"/>
                    <a:pt x="634" y="7284"/>
                    <a:pt x="1426" y="7284"/>
                  </a:cubicBezTo>
                  <a:lnTo>
                    <a:pt x="25051" y="7189"/>
                  </a:lnTo>
                  <a:cubicBezTo>
                    <a:pt x="25811" y="7189"/>
                    <a:pt x="26444" y="6556"/>
                    <a:pt x="26444" y="5828"/>
                  </a:cubicBezTo>
                  <a:lnTo>
                    <a:pt x="26444" y="1394"/>
                  </a:lnTo>
                  <a:cubicBezTo>
                    <a:pt x="26444" y="634"/>
                    <a:pt x="25811" y="1"/>
                    <a:pt x="250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64;p68">
              <a:extLst>
                <a:ext uri="{FF2B5EF4-FFF2-40B4-BE49-F238E27FC236}">
                  <a16:creationId xmlns:a16="http://schemas.microsoft.com/office/drawing/2014/main" id="{A2A0381B-A1CA-14B9-AB9C-B32DF56844D6}"/>
                </a:ext>
              </a:extLst>
            </p:cNvPr>
            <p:cNvSpPr/>
            <p:nvPr/>
          </p:nvSpPr>
          <p:spPr>
            <a:xfrm>
              <a:off x="2553030" y="4182709"/>
              <a:ext cx="736764" cy="119905"/>
            </a:xfrm>
            <a:custGeom>
              <a:avLst/>
              <a:gdLst/>
              <a:ahLst/>
              <a:cxnLst/>
              <a:rect l="l" t="t" r="r" b="b"/>
              <a:pathLst>
                <a:path w="44370" h="7221" extrusionOk="0">
                  <a:moveTo>
                    <a:pt x="43356" y="0"/>
                  </a:moveTo>
                  <a:lnTo>
                    <a:pt x="1014" y="159"/>
                  </a:lnTo>
                  <a:cubicBezTo>
                    <a:pt x="476" y="159"/>
                    <a:pt x="1" y="634"/>
                    <a:pt x="1" y="1172"/>
                  </a:cubicBezTo>
                  <a:lnTo>
                    <a:pt x="1" y="6207"/>
                  </a:lnTo>
                  <a:cubicBezTo>
                    <a:pt x="1" y="6746"/>
                    <a:pt x="476" y="7221"/>
                    <a:pt x="1014" y="7221"/>
                  </a:cubicBezTo>
                  <a:lnTo>
                    <a:pt x="43324" y="7062"/>
                  </a:lnTo>
                  <a:cubicBezTo>
                    <a:pt x="43894" y="7062"/>
                    <a:pt x="44369" y="6587"/>
                    <a:pt x="44369" y="6049"/>
                  </a:cubicBezTo>
                  <a:lnTo>
                    <a:pt x="44369" y="1014"/>
                  </a:lnTo>
                  <a:cubicBezTo>
                    <a:pt x="44369" y="412"/>
                    <a:pt x="43894" y="0"/>
                    <a:pt x="433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65;p68">
              <a:extLst>
                <a:ext uri="{FF2B5EF4-FFF2-40B4-BE49-F238E27FC236}">
                  <a16:creationId xmlns:a16="http://schemas.microsoft.com/office/drawing/2014/main" id="{B54BF119-1D50-894D-C5C8-B4D1289B360C}"/>
                </a:ext>
              </a:extLst>
            </p:cNvPr>
            <p:cNvSpPr/>
            <p:nvPr/>
          </p:nvSpPr>
          <p:spPr>
            <a:xfrm>
              <a:off x="3653598" y="4247380"/>
              <a:ext cx="121482" cy="51559"/>
            </a:xfrm>
            <a:custGeom>
              <a:avLst/>
              <a:gdLst/>
              <a:ahLst/>
              <a:cxnLst/>
              <a:rect l="l" t="t" r="r" b="b"/>
              <a:pathLst>
                <a:path w="7316" h="3105" extrusionOk="0">
                  <a:moveTo>
                    <a:pt x="6746" y="1"/>
                  </a:moveTo>
                  <a:lnTo>
                    <a:pt x="570" y="64"/>
                  </a:lnTo>
                  <a:cubicBezTo>
                    <a:pt x="253" y="64"/>
                    <a:pt x="0" y="286"/>
                    <a:pt x="0" y="602"/>
                  </a:cubicBezTo>
                  <a:lnTo>
                    <a:pt x="0" y="2534"/>
                  </a:lnTo>
                  <a:cubicBezTo>
                    <a:pt x="0" y="2851"/>
                    <a:pt x="253" y="3104"/>
                    <a:pt x="570" y="3104"/>
                  </a:cubicBezTo>
                  <a:lnTo>
                    <a:pt x="6746" y="3072"/>
                  </a:lnTo>
                  <a:cubicBezTo>
                    <a:pt x="7062" y="3072"/>
                    <a:pt x="7316" y="2787"/>
                    <a:pt x="7284" y="2502"/>
                  </a:cubicBezTo>
                  <a:lnTo>
                    <a:pt x="7284" y="571"/>
                  </a:lnTo>
                  <a:cubicBezTo>
                    <a:pt x="7284" y="254"/>
                    <a:pt x="7062" y="1"/>
                    <a:pt x="6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66;p68">
              <a:extLst>
                <a:ext uri="{FF2B5EF4-FFF2-40B4-BE49-F238E27FC236}">
                  <a16:creationId xmlns:a16="http://schemas.microsoft.com/office/drawing/2014/main" id="{7EBA4B66-17C8-FA87-4299-0CEC3CFCB0F7}"/>
                </a:ext>
              </a:extLst>
            </p:cNvPr>
            <p:cNvSpPr/>
            <p:nvPr/>
          </p:nvSpPr>
          <p:spPr>
            <a:xfrm>
              <a:off x="3812397" y="4246849"/>
              <a:ext cx="120951" cy="51559"/>
            </a:xfrm>
            <a:custGeom>
              <a:avLst/>
              <a:gdLst/>
              <a:ahLst/>
              <a:cxnLst/>
              <a:rect l="l" t="t" r="r" b="b"/>
              <a:pathLst>
                <a:path w="7284" h="3105" extrusionOk="0">
                  <a:moveTo>
                    <a:pt x="6714" y="1"/>
                  </a:moveTo>
                  <a:lnTo>
                    <a:pt x="538" y="33"/>
                  </a:lnTo>
                  <a:cubicBezTo>
                    <a:pt x="222" y="33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22" y="3104"/>
                    <a:pt x="538" y="3104"/>
                  </a:cubicBezTo>
                  <a:lnTo>
                    <a:pt x="6714" y="3041"/>
                  </a:lnTo>
                  <a:cubicBezTo>
                    <a:pt x="7031" y="3041"/>
                    <a:pt x="7284" y="2788"/>
                    <a:pt x="7284" y="2503"/>
                  </a:cubicBezTo>
                  <a:lnTo>
                    <a:pt x="7284" y="571"/>
                  </a:lnTo>
                  <a:cubicBezTo>
                    <a:pt x="7284" y="254"/>
                    <a:pt x="7031" y="1"/>
                    <a:pt x="67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67;p68">
              <a:extLst>
                <a:ext uri="{FF2B5EF4-FFF2-40B4-BE49-F238E27FC236}">
                  <a16:creationId xmlns:a16="http://schemas.microsoft.com/office/drawing/2014/main" id="{5AF5F446-E597-8CED-CEE1-9EB8932BF605}"/>
                </a:ext>
              </a:extLst>
            </p:cNvPr>
            <p:cNvSpPr/>
            <p:nvPr/>
          </p:nvSpPr>
          <p:spPr>
            <a:xfrm>
              <a:off x="3811335" y="4170090"/>
              <a:ext cx="122014" cy="51027"/>
            </a:xfrm>
            <a:custGeom>
              <a:avLst/>
              <a:gdLst/>
              <a:ahLst/>
              <a:cxnLst/>
              <a:rect l="l" t="t" r="r" b="b"/>
              <a:pathLst>
                <a:path w="7348" h="3073" extrusionOk="0">
                  <a:moveTo>
                    <a:pt x="6746" y="0"/>
                  </a:moveTo>
                  <a:lnTo>
                    <a:pt x="571" y="32"/>
                  </a:lnTo>
                  <a:cubicBezTo>
                    <a:pt x="254" y="32"/>
                    <a:pt x="1" y="285"/>
                    <a:pt x="1" y="602"/>
                  </a:cubicBezTo>
                  <a:lnTo>
                    <a:pt x="1" y="2534"/>
                  </a:lnTo>
                  <a:cubicBezTo>
                    <a:pt x="1" y="2850"/>
                    <a:pt x="254" y="3072"/>
                    <a:pt x="571" y="3072"/>
                  </a:cubicBezTo>
                  <a:lnTo>
                    <a:pt x="6746" y="3040"/>
                  </a:lnTo>
                  <a:cubicBezTo>
                    <a:pt x="7063" y="3040"/>
                    <a:pt x="7348" y="2819"/>
                    <a:pt x="7285" y="2502"/>
                  </a:cubicBezTo>
                  <a:lnTo>
                    <a:pt x="7285" y="539"/>
                  </a:lnTo>
                  <a:cubicBezTo>
                    <a:pt x="7285" y="222"/>
                    <a:pt x="7063" y="0"/>
                    <a:pt x="6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68;p68">
              <a:extLst>
                <a:ext uri="{FF2B5EF4-FFF2-40B4-BE49-F238E27FC236}">
                  <a16:creationId xmlns:a16="http://schemas.microsoft.com/office/drawing/2014/main" id="{1E3EEEF0-7BFC-9AC9-B4F4-2B9EE0B1B350}"/>
                </a:ext>
              </a:extLst>
            </p:cNvPr>
            <p:cNvSpPr/>
            <p:nvPr/>
          </p:nvSpPr>
          <p:spPr>
            <a:xfrm>
              <a:off x="3970665" y="4246334"/>
              <a:ext cx="120967" cy="51027"/>
            </a:xfrm>
            <a:custGeom>
              <a:avLst/>
              <a:gdLst/>
              <a:ahLst/>
              <a:cxnLst/>
              <a:rect l="l" t="t" r="r" b="b"/>
              <a:pathLst>
                <a:path w="7285" h="3073" extrusionOk="0">
                  <a:moveTo>
                    <a:pt x="6746" y="0"/>
                  </a:moveTo>
                  <a:lnTo>
                    <a:pt x="571" y="32"/>
                  </a:lnTo>
                  <a:cubicBezTo>
                    <a:pt x="254" y="32"/>
                    <a:pt x="0" y="285"/>
                    <a:pt x="0" y="602"/>
                  </a:cubicBezTo>
                  <a:lnTo>
                    <a:pt x="0" y="2534"/>
                  </a:lnTo>
                  <a:cubicBezTo>
                    <a:pt x="0" y="2850"/>
                    <a:pt x="254" y="3072"/>
                    <a:pt x="571" y="3072"/>
                  </a:cubicBezTo>
                  <a:lnTo>
                    <a:pt x="6746" y="3040"/>
                  </a:lnTo>
                  <a:cubicBezTo>
                    <a:pt x="7031" y="3040"/>
                    <a:pt x="7284" y="2819"/>
                    <a:pt x="7284" y="2502"/>
                  </a:cubicBezTo>
                  <a:lnTo>
                    <a:pt x="7284" y="539"/>
                  </a:lnTo>
                  <a:cubicBezTo>
                    <a:pt x="7284" y="222"/>
                    <a:pt x="7031" y="0"/>
                    <a:pt x="6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69;p68">
              <a:extLst>
                <a:ext uri="{FF2B5EF4-FFF2-40B4-BE49-F238E27FC236}">
                  <a16:creationId xmlns:a16="http://schemas.microsoft.com/office/drawing/2014/main" id="{B06C9D23-CE1A-6E97-9396-5D2E3A430BF0}"/>
                </a:ext>
              </a:extLst>
            </p:cNvPr>
            <p:cNvSpPr/>
            <p:nvPr/>
          </p:nvSpPr>
          <p:spPr>
            <a:xfrm>
              <a:off x="1898374" y="3558031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70;p68">
              <a:extLst>
                <a:ext uri="{FF2B5EF4-FFF2-40B4-BE49-F238E27FC236}">
                  <a16:creationId xmlns:a16="http://schemas.microsoft.com/office/drawing/2014/main" id="{F11098D3-C53B-376B-75BE-7948F1148E6B}"/>
                </a:ext>
              </a:extLst>
            </p:cNvPr>
            <p:cNvSpPr/>
            <p:nvPr/>
          </p:nvSpPr>
          <p:spPr>
            <a:xfrm>
              <a:off x="2058750" y="3558031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6999"/>
                    <a:pt x="7095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71;p68">
              <a:extLst>
                <a:ext uri="{FF2B5EF4-FFF2-40B4-BE49-F238E27FC236}">
                  <a16:creationId xmlns:a16="http://schemas.microsoft.com/office/drawing/2014/main" id="{055C8A1C-BEE2-232D-2E7F-4662A05B1336}"/>
                </a:ext>
              </a:extLst>
            </p:cNvPr>
            <p:cNvSpPr/>
            <p:nvPr/>
          </p:nvSpPr>
          <p:spPr>
            <a:xfrm>
              <a:off x="2219127" y="3557500"/>
              <a:ext cx="116766" cy="116766"/>
            </a:xfrm>
            <a:custGeom>
              <a:avLst/>
              <a:gdLst/>
              <a:ahLst/>
              <a:cxnLst/>
              <a:rect l="l" t="t" r="r" b="b"/>
              <a:pathLst>
                <a:path w="7032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72;p68">
              <a:extLst>
                <a:ext uri="{FF2B5EF4-FFF2-40B4-BE49-F238E27FC236}">
                  <a16:creationId xmlns:a16="http://schemas.microsoft.com/office/drawing/2014/main" id="{BDE80AFB-A7EA-1229-550C-5F1EA85FFB0A}"/>
                </a:ext>
              </a:extLst>
            </p:cNvPr>
            <p:cNvSpPr/>
            <p:nvPr/>
          </p:nvSpPr>
          <p:spPr>
            <a:xfrm>
              <a:off x="2379503" y="3556985"/>
              <a:ext cx="116766" cy="116750"/>
            </a:xfrm>
            <a:custGeom>
              <a:avLst/>
              <a:gdLst/>
              <a:ahLst/>
              <a:cxnLst/>
              <a:rect l="l" t="t" r="r" b="b"/>
              <a:pathLst>
                <a:path w="7032" h="7031" extrusionOk="0">
                  <a:moveTo>
                    <a:pt x="1553" y="0"/>
                  </a:moveTo>
                  <a:cubicBezTo>
                    <a:pt x="698" y="0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31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73;p68">
              <a:extLst>
                <a:ext uri="{FF2B5EF4-FFF2-40B4-BE49-F238E27FC236}">
                  <a16:creationId xmlns:a16="http://schemas.microsoft.com/office/drawing/2014/main" id="{5651D9A4-D92A-0EB6-CC48-BDA7E139B6AC}"/>
                </a:ext>
              </a:extLst>
            </p:cNvPr>
            <p:cNvSpPr/>
            <p:nvPr/>
          </p:nvSpPr>
          <p:spPr>
            <a:xfrm>
              <a:off x="2539365" y="3555923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2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74;p68">
              <a:extLst>
                <a:ext uri="{FF2B5EF4-FFF2-40B4-BE49-F238E27FC236}">
                  <a16:creationId xmlns:a16="http://schemas.microsoft.com/office/drawing/2014/main" id="{50607C4F-8946-28F6-C074-7DFFA9748135}"/>
                </a:ext>
              </a:extLst>
            </p:cNvPr>
            <p:cNvSpPr/>
            <p:nvPr/>
          </p:nvSpPr>
          <p:spPr>
            <a:xfrm>
              <a:off x="2699741" y="355540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75;p68">
              <a:extLst>
                <a:ext uri="{FF2B5EF4-FFF2-40B4-BE49-F238E27FC236}">
                  <a16:creationId xmlns:a16="http://schemas.microsoft.com/office/drawing/2014/main" id="{D5E49FC5-D3E3-F634-3A35-DA1515E4DEE8}"/>
                </a:ext>
              </a:extLst>
            </p:cNvPr>
            <p:cNvSpPr/>
            <p:nvPr/>
          </p:nvSpPr>
          <p:spPr>
            <a:xfrm>
              <a:off x="2699741" y="355540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76;p68">
              <a:extLst>
                <a:ext uri="{FF2B5EF4-FFF2-40B4-BE49-F238E27FC236}">
                  <a16:creationId xmlns:a16="http://schemas.microsoft.com/office/drawing/2014/main" id="{AF1E1A1D-7025-0E62-5D7B-A729141E9495}"/>
                </a:ext>
              </a:extLst>
            </p:cNvPr>
            <p:cNvSpPr/>
            <p:nvPr/>
          </p:nvSpPr>
          <p:spPr>
            <a:xfrm>
              <a:off x="2860118" y="3554877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21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34" y="7031"/>
                    <a:pt x="7031" y="6366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03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77;p68">
              <a:extLst>
                <a:ext uri="{FF2B5EF4-FFF2-40B4-BE49-F238E27FC236}">
                  <a16:creationId xmlns:a16="http://schemas.microsoft.com/office/drawing/2014/main" id="{F0F8CEB4-7F46-1A71-0AD9-B1EE1A921B60}"/>
                </a:ext>
              </a:extLst>
            </p:cNvPr>
            <p:cNvSpPr/>
            <p:nvPr/>
          </p:nvSpPr>
          <p:spPr>
            <a:xfrm>
              <a:off x="3019448" y="3554877"/>
              <a:ext cx="117796" cy="116766"/>
            </a:xfrm>
            <a:custGeom>
              <a:avLst/>
              <a:gdLst/>
              <a:ahLst/>
              <a:cxnLst/>
              <a:rect l="l" t="t" r="r" b="b"/>
              <a:pathLst>
                <a:path w="7094" h="7032" extrusionOk="0">
                  <a:moveTo>
                    <a:pt x="1552" y="1"/>
                  </a:moveTo>
                  <a:cubicBezTo>
                    <a:pt x="729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6999"/>
                    <a:pt x="7094" y="6334"/>
                    <a:pt x="7062" y="5448"/>
                  </a:cubicBezTo>
                  <a:lnTo>
                    <a:pt x="7062" y="1552"/>
                  </a:lnTo>
                  <a:cubicBezTo>
                    <a:pt x="7062" y="697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78;p68">
              <a:extLst>
                <a:ext uri="{FF2B5EF4-FFF2-40B4-BE49-F238E27FC236}">
                  <a16:creationId xmlns:a16="http://schemas.microsoft.com/office/drawing/2014/main" id="{9A08F327-AC77-5363-4106-51E28E568BB0}"/>
                </a:ext>
              </a:extLst>
            </p:cNvPr>
            <p:cNvSpPr/>
            <p:nvPr/>
          </p:nvSpPr>
          <p:spPr>
            <a:xfrm>
              <a:off x="3179825" y="3554345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03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94" y="6303"/>
                    <a:pt x="7062" y="5448"/>
                  </a:cubicBezTo>
                  <a:lnTo>
                    <a:pt x="7062" y="1521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79;p68">
              <a:extLst>
                <a:ext uri="{FF2B5EF4-FFF2-40B4-BE49-F238E27FC236}">
                  <a16:creationId xmlns:a16="http://schemas.microsoft.com/office/drawing/2014/main" id="{F3635735-15E2-5B55-5234-3A9EF8D66D66}"/>
                </a:ext>
              </a:extLst>
            </p:cNvPr>
            <p:cNvSpPr/>
            <p:nvPr/>
          </p:nvSpPr>
          <p:spPr>
            <a:xfrm>
              <a:off x="3340201" y="3553299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62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80;p68">
              <a:extLst>
                <a:ext uri="{FF2B5EF4-FFF2-40B4-BE49-F238E27FC236}">
                  <a16:creationId xmlns:a16="http://schemas.microsoft.com/office/drawing/2014/main" id="{B67BE970-5FB1-2368-1534-6A6C5301496A}"/>
                </a:ext>
              </a:extLst>
            </p:cNvPr>
            <p:cNvSpPr/>
            <p:nvPr/>
          </p:nvSpPr>
          <p:spPr>
            <a:xfrm>
              <a:off x="3500046" y="3552768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697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81;p68">
              <a:extLst>
                <a:ext uri="{FF2B5EF4-FFF2-40B4-BE49-F238E27FC236}">
                  <a16:creationId xmlns:a16="http://schemas.microsoft.com/office/drawing/2014/main" id="{A0BD6702-8FC3-805F-088F-4346E861B4E9}"/>
                </a:ext>
              </a:extLst>
            </p:cNvPr>
            <p:cNvSpPr/>
            <p:nvPr/>
          </p:nvSpPr>
          <p:spPr>
            <a:xfrm>
              <a:off x="2146037" y="3715251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82;p68">
              <a:extLst>
                <a:ext uri="{FF2B5EF4-FFF2-40B4-BE49-F238E27FC236}">
                  <a16:creationId xmlns:a16="http://schemas.microsoft.com/office/drawing/2014/main" id="{D8E336CD-4068-4F10-ED5B-025CAC4334A3}"/>
                </a:ext>
              </a:extLst>
            </p:cNvPr>
            <p:cNvSpPr/>
            <p:nvPr/>
          </p:nvSpPr>
          <p:spPr>
            <a:xfrm>
              <a:off x="2306413" y="3714720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35"/>
                    <a:pt x="7063" y="5448"/>
                  </a:cubicBezTo>
                  <a:lnTo>
                    <a:pt x="7063" y="1521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83;p68">
              <a:extLst>
                <a:ext uri="{FF2B5EF4-FFF2-40B4-BE49-F238E27FC236}">
                  <a16:creationId xmlns:a16="http://schemas.microsoft.com/office/drawing/2014/main" id="{9C0D08C8-7213-5149-4C51-6F2DF841133E}"/>
                </a:ext>
              </a:extLst>
            </p:cNvPr>
            <p:cNvSpPr/>
            <p:nvPr/>
          </p:nvSpPr>
          <p:spPr>
            <a:xfrm>
              <a:off x="2466790" y="3713674"/>
              <a:ext cx="117298" cy="117281"/>
            </a:xfrm>
            <a:custGeom>
              <a:avLst/>
              <a:gdLst/>
              <a:ahLst/>
              <a:cxnLst/>
              <a:rect l="l" t="t" r="r" b="b"/>
              <a:pathLst>
                <a:path w="7064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35" y="7063"/>
                    <a:pt x="7063" y="6398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84;p68">
              <a:extLst>
                <a:ext uri="{FF2B5EF4-FFF2-40B4-BE49-F238E27FC236}">
                  <a16:creationId xmlns:a16="http://schemas.microsoft.com/office/drawing/2014/main" id="{1BD7353D-FA40-634A-5C7E-1953777B83C5}"/>
                </a:ext>
              </a:extLst>
            </p:cNvPr>
            <p:cNvSpPr/>
            <p:nvPr/>
          </p:nvSpPr>
          <p:spPr>
            <a:xfrm>
              <a:off x="2626651" y="371367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4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85;p68">
              <a:extLst>
                <a:ext uri="{FF2B5EF4-FFF2-40B4-BE49-F238E27FC236}">
                  <a16:creationId xmlns:a16="http://schemas.microsoft.com/office/drawing/2014/main" id="{7C412771-C5AC-19DD-1B0A-137E669BF35F}"/>
                </a:ext>
              </a:extLst>
            </p:cNvPr>
            <p:cNvSpPr/>
            <p:nvPr/>
          </p:nvSpPr>
          <p:spPr>
            <a:xfrm>
              <a:off x="2787028" y="3713142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86;p68">
              <a:extLst>
                <a:ext uri="{FF2B5EF4-FFF2-40B4-BE49-F238E27FC236}">
                  <a16:creationId xmlns:a16="http://schemas.microsoft.com/office/drawing/2014/main" id="{02491F37-B3A2-3B63-9D29-287133FA681F}"/>
                </a:ext>
              </a:extLst>
            </p:cNvPr>
            <p:cNvSpPr/>
            <p:nvPr/>
          </p:nvSpPr>
          <p:spPr>
            <a:xfrm>
              <a:off x="2947404" y="3712628"/>
              <a:ext cx="116750" cy="116750"/>
            </a:xfrm>
            <a:custGeom>
              <a:avLst/>
              <a:gdLst/>
              <a:ahLst/>
              <a:cxnLst/>
              <a:rect l="l" t="t" r="r" b="b"/>
              <a:pathLst>
                <a:path w="7031" h="7031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31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87;p68">
              <a:extLst>
                <a:ext uri="{FF2B5EF4-FFF2-40B4-BE49-F238E27FC236}">
                  <a16:creationId xmlns:a16="http://schemas.microsoft.com/office/drawing/2014/main" id="{1AEE4EBC-0353-57FC-45DB-C7555170511A}"/>
                </a:ext>
              </a:extLst>
            </p:cNvPr>
            <p:cNvSpPr/>
            <p:nvPr/>
          </p:nvSpPr>
          <p:spPr>
            <a:xfrm>
              <a:off x="3107249" y="3712096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21" y="1"/>
                  </a:moveTo>
                  <a:cubicBezTo>
                    <a:pt x="698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03"/>
                    <a:pt x="698" y="7031"/>
                    <a:pt x="1584" y="7031"/>
                  </a:cubicBezTo>
                  <a:lnTo>
                    <a:pt x="5480" y="7031"/>
                  </a:lnTo>
                  <a:cubicBezTo>
                    <a:pt x="6366" y="7031"/>
                    <a:pt x="7063" y="6303"/>
                    <a:pt x="7031" y="5448"/>
                  </a:cubicBezTo>
                  <a:lnTo>
                    <a:pt x="7031" y="1521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88;p68">
              <a:extLst>
                <a:ext uri="{FF2B5EF4-FFF2-40B4-BE49-F238E27FC236}">
                  <a16:creationId xmlns:a16="http://schemas.microsoft.com/office/drawing/2014/main" id="{634E23D8-7AA5-5BB1-5520-61A47CC34466}"/>
                </a:ext>
              </a:extLst>
            </p:cNvPr>
            <p:cNvSpPr/>
            <p:nvPr/>
          </p:nvSpPr>
          <p:spPr>
            <a:xfrm>
              <a:off x="3267626" y="3711050"/>
              <a:ext cx="117298" cy="117281"/>
            </a:xfrm>
            <a:custGeom>
              <a:avLst/>
              <a:gdLst/>
              <a:ahLst/>
              <a:cxnLst/>
              <a:rect l="l" t="t" r="r" b="b"/>
              <a:pathLst>
                <a:path w="7064" h="7063" extrusionOk="0">
                  <a:moveTo>
                    <a:pt x="1521" y="0"/>
                  </a:moveTo>
                  <a:cubicBezTo>
                    <a:pt x="698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2"/>
                    <a:pt x="1584" y="7062"/>
                  </a:cubicBezTo>
                  <a:lnTo>
                    <a:pt x="5480" y="7062"/>
                  </a:lnTo>
                  <a:cubicBezTo>
                    <a:pt x="6366" y="7062"/>
                    <a:pt x="7063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89;p68">
              <a:extLst>
                <a:ext uri="{FF2B5EF4-FFF2-40B4-BE49-F238E27FC236}">
                  <a16:creationId xmlns:a16="http://schemas.microsoft.com/office/drawing/2014/main" id="{CB5C82F2-80AE-5553-D8BA-FE6E0F221431}"/>
                </a:ext>
              </a:extLst>
            </p:cNvPr>
            <p:cNvSpPr/>
            <p:nvPr/>
          </p:nvSpPr>
          <p:spPr>
            <a:xfrm>
              <a:off x="3428002" y="3710519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8" y="7063"/>
                    <a:pt x="1584" y="7063"/>
                  </a:cubicBezTo>
                  <a:lnTo>
                    <a:pt x="5480" y="7063"/>
                  </a:lnTo>
                  <a:cubicBezTo>
                    <a:pt x="6366" y="7063"/>
                    <a:pt x="7032" y="6366"/>
                    <a:pt x="7032" y="5479"/>
                  </a:cubicBezTo>
                  <a:lnTo>
                    <a:pt x="7032" y="1552"/>
                  </a:lnTo>
                  <a:cubicBezTo>
                    <a:pt x="7032" y="729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90;p68">
              <a:extLst>
                <a:ext uri="{FF2B5EF4-FFF2-40B4-BE49-F238E27FC236}">
                  <a16:creationId xmlns:a16="http://schemas.microsoft.com/office/drawing/2014/main" id="{4964DF0D-BC59-E689-31F7-F06BF5F09603}"/>
                </a:ext>
              </a:extLst>
            </p:cNvPr>
            <p:cNvSpPr/>
            <p:nvPr/>
          </p:nvSpPr>
          <p:spPr>
            <a:xfrm>
              <a:off x="3587332" y="3710519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91;p68">
              <a:extLst>
                <a:ext uri="{FF2B5EF4-FFF2-40B4-BE49-F238E27FC236}">
                  <a16:creationId xmlns:a16="http://schemas.microsoft.com/office/drawing/2014/main" id="{AEA11599-C8A3-F445-D869-5F2C5EC4E44A}"/>
                </a:ext>
              </a:extLst>
            </p:cNvPr>
            <p:cNvSpPr/>
            <p:nvPr/>
          </p:nvSpPr>
          <p:spPr>
            <a:xfrm>
              <a:off x="3747709" y="370998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92;p68">
              <a:extLst>
                <a:ext uri="{FF2B5EF4-FFF2-40B4-BE49-F238E27FC236}">
                  <a16:creationId xmlns:a16="http://schemas.microsoft.com/office/drawing/2014/main" id="{DA5767AB-8450-E7B1-02DF-2D44D352C431}"/>
                </a:ext>
              </a:extLst>
            </p:cNvPr>
            <p:cNvSpPr/>
            <p:nvPr/>
          </p:nvSpPr>
          <p:spPr>
            <a:xfrm>
              <a:off x="3747709" y="3709988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93;p68">
              <a:extLst>
                <a:ext uri="{FF2B5EF4-FFF2-40B4-BE49-F238E27FC236}">
                  <a16:creationId xmlns:a16="http://schemas.microsoft.com/office/drawing/2014/main" id="{69BB67C9-03BB-7FB5-BCF0-F6992DE88BB8}"/>
                </a:ext>
              </a:extLst>
            </p:cNvPr>
            <p:cNvSpPr/>
            <p:nvPr/>
          </p:nvSpPr>
          <p:spPr>
            <a:xfrm>
              <a:off x="3660423" y="3552253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5" y="0"/>
                    <a:pt x="5479" y="0"/>
                  </a:cubicBezTo>
                  <a:close/>
                </a:path>
              </a:pathLst>
            </a:custGeom>
            <a:solidFill>
              <a:srgbClr val="344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94;p68">
              <a:extLst>
                <a:ext uri="{FF2B5EF4-FFF2-40B4-BE49-F238E27FC236}">
                  <a16:creationId xmlns:a16="http://schemas.microsoft.com/office/drawing/2014/main" id="{0781555A-72FE-AFD3-566F-107737DF99F9}"/>
                </a:ext>
              </a:extLst>
            </p:cNvPr>
            <p:cNvSpPr/>
            <p:nvPr/>
          </p:nvSpPr>
          <p:spPr>
            <a:xfrm>
              <a:off x="3660423" y="3552253"/>
              <a:ext cx="117812" cy="116750"/>
            </a:xfrm>
            <a:custGeom>
              <a:avLst/>
              <a:gdLst/>
              <a:ahLst/>
              <a:cxnLst/>
              <a:rect l="l" t="t" r="r" b="b"/>
              <a:pathLst>
                <a:path w="7095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4"/>
                    <a:pt x="7063" y="5447"/>
                  </a:cubicBezTo>
                  <a:lnTo>
                    <a:pt x="7063" y="1552"/>
                  </a:lnTo>
                  <a:cubicBezTo>
                    <a:pt x="7063" y="697"/>
                    <a:pt x="6335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95;p68">
              <a:extLst>
                <a:ext uri="{FF2B5EF4-FFF2-40B4-BE49-F238E27FC236}">
                  <a16:creationId xmlns:a16="http://schemas.microsoft.com/office/drawing/2014/main" id="{825AA6A0-9B6C-F019-F239-07F55A5DFAED}"/>
                </a:ext>
              </a:extLst>
            </p:cNvPr>
            <p:cNvSpPr/>
            <p:nvPr/>
          </p:nvSpPr>
          <p:spPr>
            <a:xfrm>
              <a:off x="2241210" y="3870362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729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95" y="6335"/>
                    <a:pt x="7063" y="5448"/>
                  </a:cubicBezTo>
                  <a:lnTo>
                    <a:pt x="7063" y="1553"/>
                  </a:lnTo>
                  <a:cubicBezTo>
                    <a:pt x="7063" y="698"/>
                    <a:pt x="6335" y="1"/>
                    <a:pt x="5480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96;p68">
              <a:extLst>
                <a:ext uri="{FF2B5EF4-FFF2-40B4-BE49-F238E27FC236}">
                  <a16:creationId xmlns:a16="http://schemas.microsoft.com/office/drawing/2014/main" id="{D28E6ECA-758F-E15B-24F6-627AB20E45EF}"/>
                </a:ext>
              </a:extLst>
            </p:cNvPr>
            <p:cNvSpPr/>
            <p:nvPr/>
          </p:nvSpPr>
          <p:spPr>
            <a:xfrm>
              <a:off x="2401586" y="3869847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8" y="7031"/>
                    <a:pt x="7063" y="6334"/>
                    <a:pt x="7063" y="5447"/>
                  </a:cubicBezTo>
                  <a:lnTo>
                    <a:pt x="7063" y="1520"/>
                  </a:lnTo>
                  <a:cubicBezTo>
                    <a:pt x="7063" y="697"/>
                    <a:pt x="6335" y="0"/>
                    <a:pt x="54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97;p68">
              <a:extLst>
                <a:ext uri="{FF2B5EF4-FFF2-40B4-BE49-F238E27FC236}">
                  <a16:creationId xmlns:a16="http://schemas.microsoft.com/office/drawing/2014/main" id="{5FB30B92-5033-2AA3-58D0-0DE9D2446C4F}"/>
                </a:ext>
              </a:extLst>
            </p:cNvPr>
            <p:cNvSpPr/>
            <p:nvPr/>
          </p:nvSpPr>
          <p:spPr>
            <a:xfrm>
              <a:off x="2561979" y="3868784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52" y="1"/>
                  </a:moveTo>
                  <a:cubicBezTo>
                    <a:pt x="728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8" y="7063"/>
                    <a:pt x="1583" y="7063"/>
                  </a:cubicBezTo>
                  <a:lnTo>
                    <a:pt x="5510" y="7063"/>
                  </a:lnTo>
                  <a:cubicBezTo>
                    <a:pt x="6334" y="7063"/>
                    <a:pt x="7062" y="6335"/>
                    <a:pt x="7062" y="5480"/>
                  </a:cubicBezTo>
                  <a:lnTo>
                    <a:pt x="7062" y="1553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98;p68">
              <a:extLst>
                <a:ext uri="{FF2B5EF4-FFF2-40B4-BE49-F238E27FC236}">
                  <a16:creationId xmlns:a16="http://schemas.microsoft.com/office/drawing/2014/main" id="{6550D01C-B8F8-F7D2-23CD-2896D8DFE0CE}"/>
                </a:ext>
              </a:extLst>
            </p:cNvPr>
            <p:cNvSpPr/>
            <p:nvPr/>
          </p:nvSpPr>
          <p:spPr>
            <a:xfrm>
              <a:off x="2721824" y="3868270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2" y="0"/>
                  </a:moveTo>
                  <a:cubicBezTo>
                    <a:pt x="729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4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99;p68">
              <a:extLst>
                <a:ext uri="{FF2B5EF4-FFF2-40B4-BE49-F238E27FC236}">
                  <a16:creationId xmlns:a16="http://schemas.microsoft.com/office/drawing/2014/main" id="{4FA1D9ED-B49E-6DFE-0179-71BF8529DF5F}"/>
                </a:ext>
              </a:extLst>
            </p:cNvPr>
            <p:cNvSpPr/>
            <p:nvPr/>
          </p:nvSpPr>
          <p:spPr>
            <a:xfrm>
              <a:off x="2882201" y="3868270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2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800;p68">
              <a:extLst>
                <a:ext uri="{FF2B5EF4-FFF2-40B4-BE49-F238E27FC236}">
                  <a16:creationId xmlns:a16="http://schemas.microsoft.com/office/drawing/2014/main" id="{0E3C93D6-8764-775D-BA79-46D6A688EDD1}"/>
                </a:ext>
              </a:extLst>
            </p:cNvPr>
            <p:cNvSpPr/>
            <p:nvPr/>
          </p:nvSpPr>
          <p:spPr>
            <a:xfrm>
              <a:off x="3042577" y="3867738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4" y="7031"/>
                    <a:pt x="7063" y="6334"/>
                    <a:pt x="7063" y="5448"/>
                  </a:cubicBezTo>
                  <a:lnTo>
                    <a:pt x="7063" y="1552"/>
                  </a:lnTo>
                  <a:cubicBezTo>
                    <a:pt x="7063" y="697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801;p68">
              <a:extLst>
                <a:ext uri="{FF2B5EF4-FFF2-40B4-BE49-F238E27FC236}">
                  <a16:creationId xmlns:a16="http://schemas.microsoft.com/office/drawing/2014/main" id="{D3EE44F2-62B6-ABB2-065D-851E917FE585}"/>
                </a:ext>
              </a:extLst>
            </p:cNvPr>
            <p:cNvSpPr/>
            <p:nvPr/>
          </p:nvSpPr>
          <p:spPr>
            <a:xfrm>
              <a:off x="3202422" y="3867207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335"/>
                    <a:pt x="698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5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802;p68">
              <a:extLst>
                <a:ext uri="{FF2B5EF4-FFF2-40B4-BE49-F238E27FC236}">
                  <a16:creationId xmlns:a16="http://schemas.microsoft.com/office/drawing/2014/main" id="{39316C41-B13B-0A49-F337-ED2C1FA58A68}"/>
                </a:ext>
              </a:extLst>
            </p:cNvPr>
            <p:cNvSpPr/>
            <p:nvPr/>
          </p:nvSpPr>
          <p:spPr>
            <a:xfrm>
              <a:off x="3362815" y="3866161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3" y="7063"/>
                  </a:cubicBezTo>
                  <a:lnTo>
                    <a:pt x="5510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803;p68">
              <a:extLst>
                <a:ext uri="{FF2B5EF4-FFF2-40B4-BE49-F238E27FC236}">
                  <a16:creationId xmlns:a16="http://schemas.microsoft.com/office/drawing/2014/main" id="{C6FC90F9-B072-13C4-A5EB-0CB319C00A17}"/>
                </a:ext>
              </a:extLst>
            </p:cNvPr>
            <p:cNvSpPr/>
            <p:nvPr/>
          </p:nvSpPr>
          <p:spPr>
            <a:xfrm>
              <a:off x="3523192" y="3865630"/>
              <a:ext cx="116750" cy="117298"/>
            </a:xfrm>
            <a:custGeom>
              <a:avLst/>
              <a:gdLst/>
              <a:ahLst/>
              <a:cxnLst/>
              <a:rect l="l" t="t" r="r" b="b"/>
              <a:pathLst>
                <a:path w="7031" h="7064" extrusionOk="0">
                  <a:moveTo>
                    <a:pt x="1520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31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804;p68">
              <a:extLst>
                <a:ext uri="{FF2B5EF4-FFF2-40B4-BE49-F238E27FC236}">
                  <a16:creationId xmlns:a16="http://schemas.microsoft.com/office/drawing/2014/main" id="{B55994B7-D6DA-3439-68A4-8788D1D110B9}"/>
                </a:ext>
              </a:extLst>
            </p:cNvPr>
            <p:cNvSpPr/>
            <p:nvPr/>
          </p:nvSpPr>
          <p:spPr>
            <a:xfrm>
              <a:off x="3683037" y="386511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805;p68">
              <a:extLst>
                <a:ext uri="{FF2B5EF4-FFF2-40B4-BE49-F238E27FC236}">
                  <a16:creationId xmlns:a16="http://schemas.microsoft.com/office/drawing/2014/main" id="{982E22A0-F6C6-6F61-7249-947417F2260B}"/>
                </a:ext>
              </a:extLst>
            </p:cNvPr>
            <p:cNvSpPr/>
            <p:nvPr/>
          </p:nvSpPr>
          <p:spPr>
            <a:xfrm>
              <a:off x="1900483" y="4031799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0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97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02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806;p68">
              <a:extLst>
                <a:ext uri="{FF2B5EF4-FFF2-40B4-BE49-F238E27FC236}">
                  <a16:creationId xmlns:a16="http://schemas.microsoft.com/office/drawing/2014/main" id="{6FCE5D51-64AA-E39A-56AA-F810EBD29493}"/>
                </a:ext>
              </a:extLst>
            </p:cNvPr>
            <p:cNvSpPr/>
            <p:nvPr/>
          </p:nvSpPr>
          <p:spPr>
            <a:xfrm>
              <a:off x="2060859" y="4031799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21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34" y="7062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807;p68">
              <a:extLst>
                <a:ext uri="{FF2B5EF4-FFF2-40B4-BE49-F238E27FC236}">
                  <a16:creationId xmlns:a16="http://schemas.microsoft.com/office/drawing/2014/main" id="{9BAF127A-B168-4BCD-C711-4BC6AF85D238}"/>
                </a:ext>
              </a:extLst>
            </p:cNvPr>
            <p:cNvSpPr/>
            <p:nvPr/>
          </p:nvSpPr>
          <p:spPr>
            <a:xfrm>
              <a:off x="2220189" y="4031267"/>
              <a:ext cx="117796" cy="117281"/>
            </a:xfrm>
            <a:custGeom>
              <a:avLst/>
              <a:gdLst/>
              <a:ahLst/>
              <a:cxnLst/>
              <a:rect l="l" t="t" r="r" b="b"/>
              <a:pathLst>
                <a:path w="7094" h="7063" extrusionOk="0">
                  <a:moveTo>
                    <a:pt x="1552" y="1"/>
                  </a:moveTo>
                  <a:cubicBezTo>
                    <a:pt x="729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97" y="7063"/>
                    <a:pt x="7094" y="6334"/>
                    <a:pt x="7062" y="5479"/>
                  </a:cubicBezTo>
                  <a:lnTo>
                    <a:pt x="7062" y="1552"/>
                  </a:lnTo>
                  <a:cubicBezTo>
                    <a:pt x="7062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808;p68">
              <a:extLst>
                <a:ext uri="{FF2B5EF4-FFF2-40B4-BE49-F238E27FC236}">
                  <a16:creationId xmlns:a16="http://schemas.microsoft.com/office/drawing/2014/main" id="{014C225B-3FCE-1D5B-777E-97AE0CD48362}"/>
                </a:ext>
              </a:extLst>
            </p:cNvPr>
            <p:cNvSpPr/>
            <p:nvPr/>
          </p:nvSpPr>
          <p:spPr>
            <a:xfrm>
              <a:off x="2380566" y="4030736"/>
              <a:ext cx="117281" cy="116766"/>
            </a:xfrm>
            <a:custGeom>
              <a:avLst/>
              <a:gdLst/>
              <a:ahLst/>
              <a:cxnLst/>
              <a:rect l="l" t="t" r="r" b="b"/>
              <a:pathLst>
                <a:path w="7063" h="7032" extrusionOk="0">
                  <a:moveTo>
                    <a:pt x="1552" y="1"/>
                  </a:moveTo>
                  <a:cubicBezTo>
                    <a:pt x="729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5"/>
                    <a:pt x="7062" y="5448"/>
                  </a:cubicBezTo>
                  <a:lnTo>
                    <a:pt x="7062" y="1553"/>
                  </a:lnTo>
                  <a:cubicBezTo>
                    <a:pt x="7062" y="698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809;p68">
              <a:extLst>
                <a:ext uri="{FF2B5EF4-FFF2-40B4-BE49-F238E27FC236}">
                  <a16:creationId xmlns:a16="http://schemas.microsoft.com/office/drawing/2014/main" id="{506D8908-0F96-0376-B3FC-83540DA6D925}"/>
                </a:ext>
              </a:extLst>
            </p:cNvPr>
            <p:cNvSpPr/>
            <p:nvPr/>
          </p:nvSpPr>
          <p:spPr>
            <a:xfrm>
              <a:off x="1901014" y="4183224"/>
              <a:ext cx="116750" cy="116766"/>
            </a:xfrm>
            <a:custGeom>
              <a:avLst/>
              <a:gdLst/>
              <a:ahLst/>
              <a:cxnLst/>
              <a:rect l="l" t="t" r="r" b="b"/>
              <a:pathLst>
                <a:path w="7031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31"/>
                    <a:pt x="1583" y="7031"/>
                  </a:cubicBezTo>
                  <a:lnTo>
                    <a:pt x="5510" y="7031"/>
                  </a:lnTo>
                  <a:cubicBezTo>
                    <a:pt x="6365" y="7031"/>
                    <a:pt x="7031" y="6335"/>
                    <a:pt x="7031" y="5448"/>
                  </a:cubicBezTo>
                  <a:lnTo>
                    <a:pt x="7031" y="1553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810;p68">
              <a:extLst>
                <a:ext uri="{FF2B5EF4-FFF2-40B4-BE49-F238E27FC236}">
                  <a16:creationId xmlns:a16="http://schemas.microsoft.com/office/drawing/2014/main" id="{E5FB25DF-82F1-B624-A683-767E1FA3F758}"/>
                </a:ext>
              </a:extLst>
            </p:cNvPr>
            <p:cNvSpPr/>
            <p:nvPr/>
          </p:nvSpPr>
          <p:spPr>
            <a:xfrm>
              <a:off x="2060859" y="4182709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34"/>
                    <a:pt x="7031" y="5447"/>
                  </a:cubicBezTo>
                  <a:lnTo>
                    <a:pt x="7031" y="1520"/>
                  </a:lnTo>
                  <a:cubicBezTo>
                    <a:pt x="7031" y="697"/>
                    <a:pt x="6334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811;p68">
              <a:extLst>
                <a:ext uri="{FF2B5EF4-FFF2-40B4-BE49-F238E27FC236}">
                  <a16:creationId xmlns:a16="http://schemas.microsoft.com/office/drawing/2014/main" id="{18455D26-30B9-E322-05A3-CABFE5E1F17D}"/>
                </a:ext>
              </a:extLst>
            </p:cNvPr>
            <p:cNvSpPr/>
            <p:nvPr/>
          </p:nvSpPr>
          <p:spPr>
            <a:xfrm>
              <a:off x="2221235" y="4181646"/>
              <a:ext cx="117281" cy="117298"/>
            </a:xfrm>
            <a:custGeom>
              <a:avLst/>
              <a:gdLst/>
              <a:ahLst/>
              <a:cxnLst/>
              <a:rect l="l" t="t" r="r" b="b"/>
              <a:pathLst>
                <a:path w="7063" h="7064" extrusionOk="0">
                  <a:moveTo>
                    <a:pt x="1521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5"/>
                    <a:pt x="697" y="7063"/>
                    <a:pt x="1584" y="7063"/>
                  </a:cubicBezTo>
                  <a:lnTo>
                    <a:pt x="5479" y="7063"/>
                  </a:lnTo>
                  <a:cubicBezTo>
                    <a:pt x="6366" y="7063"/>
                    <a:pt x="7063" y="6335"/>
                    <a:pt x="7031" y="5480"/>
                  </a:cubicBezTo>
                  <a:lnTo>
                    <a:pt x="7031" y="1553"/>
                  </a:lnTo>
                  <a:cubicBezTo>
                    <a:pt x="7031" y="729"/>
                    <a:pt x="6303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812;p68">
              <a:extLst>
                <a:ext uri="{FF2B5EF4-FFF2-40B4-BE49-F238E27FC236}">
                  <a16:creationId xmlns:a16="http://schemas.microsoft.com/office/drawing/2014/main" id="{C96C7419-9298-619A-0495-A44D75067E96}"/>
                </a:ext>
              </a:extLst>
            </p:cNvPr>
            <p:cNvSpPr/>
            <p:nvPr/>
          </p:nvSpPr>
          <p:spPr>
            <a:xfrm>
              <a:off x="2381612" y="4181132"/>
              <a:ext cx="116766" cy="117281"/>
            </a:xfrm>
            <a:custGeom>
              <a:avLst/>
              <a:gdLst/>
              <a:ahLst/>
              <a:cxnLst/>
              <a:rect l="l" t="t" r="r" b="b"/>
              <a:pathLst>
                <a:path w="7032" h="7063" extrusionOk="0">
                  <a:moveTo>
                    <a:pt x="1521" y="0"/>
                  </a:moveTo>
                  <a:cubicBezTo>
                    <a:pt x="697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62"/>
                    <a:pt x="1584" y="7062"/>
                  </a:cubicBezTo>
                  <a:lnTo>
                    <a:pt x="5479" y="7062"/>
                  </a:lnTo>
                  <a:cubicBezTo>
                    <a:pt x="6366" y="7062"/>
                    <a:pt x="7031" y="6366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813;p68">
              <a:extLst>
                <a:ext uri="{FF2B5EF4-FFF2-40B4-BE49-F238E27FC236}">
                  <a16:creationId xmlns:a16="http://schemas.microsoft.com/office/drawing/2014/main" id="{396F6124-125A-61EB-2341-EAFDF363E379}"/>
                </a:ext>
              </a:extLst>
            </p:cNvPr>
            <p:cNvSpPr/>
            <p:nvPr/>
          </p:nvSpPr>
          <p:spPr>
            <a:xfrm>
              <a:off x="3342293" y="4177977"/>
              <a:ext cx="117298" cy="116750"/>
            </a:xfrm>
            <a:custGeom>
              <a:avLst/>
              <a:gdLst/>
              <a:ahLst/>
              <a:cxnLst/>
              <a:rect l="l" t="t" r="r" b="b"/>
              <a:pathLst>
                <a:path w="7064" h="7031" extrusionOk="0">
                  <a:moveTo>
                    <a:pt x="1553" y="0"/>
                  </a:moveTo>
                  <a:cubicBezTo>
                    <a:pt x="729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63" y="6366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5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814;p68">
              <a:extLst>
                <a:ext uri="{FF2B5EF4-FFF2-40B4-BE49-F238E27FC236}">
                  <a16:creationId xmlns:a16="http://schemas.microsoft.com/office/drawing/2014/main" id="{4D46DA3E-0953-A162-A746-AD60D67707EA}"/>
                </a:ext>
              </a:extLst>
            </p:cNvPr>
            <p:cNvSpPr/>
            <p:nvPr/>
          </p:nvSpPr>
          <p:spPr>
            <a:xfrm>
              <a:off x="3502686" y="4177977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8" y="0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728" y="7031"/>
                    <a:pt x="1583" y="7031"/>
                  </a:cubicBezTo>
                  <a:lnTo>
                    <a:pt x="5510" y="7031"/>
                  </a:lnTo>
                  <a:cubicBezTo>
                    <a:pt x="6365" y="6999"/>
                    <a:pt x="7062" y="6334"/>
                    <a:pt x="7062" y="5447"/>
                  </a:cubicBezTo>
                  <a:lnTo>
                    <a:pt x="7062" y="1552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815;p68">
              <a:extLst>
                <a:ext uri="{FF2B5EF4-FFF2-40B4-BE49-F238E27FC236}">
                  <a16:creationId xmlns:a16="http://schemas.microsoft.com/office/drawing/2014/main" id="{8A85FD12-A3DD-16BC-4A58-93B615DB8056}"/>
                </a:ext>
              </a:extLst>
            </p:cNvPr>
            <p:cNvSpPr/>
            <p:nvPr/>
          </p:nvSpPr>
          <p:spPr>
            <a:xfrm>
              <a:off x="2540942" y="4030221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52" y="0"/>
                  </a:moveTo>
                  <a:cubicBezTo>
                    <a:pt x="729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97" y="7031"/>
                    <a:pt x="7062" y="6334"/>
                    <a:pt x="7062" y="5447"/>
                  </a:cubicBezTo>
                  <a:lnTo>
                    <a:pt x="7062" y="1520"/>
                  </a:lnTo>
                  <a:cubicBezTo>
                    <a:pt x="7062" y="697"/>
                    <a:pt x="6334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16;p68">
              <a:extLst>
                <a:ext uri="{FF2B5EF4-FFF2-40B4-BE49-F238E27FC236}">
                  <a16:creationId xmlns:a16="http://schemas.microsoft.com/office/drawing/2014/main" id="{018DFE72-A455-E2F9-ED13-FA778870FD0B}"/>
                </a:ext>
              </a:extLst>
            </p:cNvPr>
            <p:cNvSpPr/>
            <p:nvPr/>
          </p:nvSpPr>
          <p:spPr>
            <a:xfrm>
              <a:off x="2700787" y="4029159"/>
              <a:ext cx="117812" cy="117298"/>
            </a:xfrm>
            <a:custGeom>
              <a:avLst/>
              <a:gdLst/>
              <a:ahLst/>
              <a:cxnLst/>
              <a:rect l="l" t="t" r="r" b="b"/>
              <a:pathLst>
                <a:path w="7095" h="7064" extrusionOk="0">
                  <a:moveTo>
                    <a:pt x="1552" y="1"/>
                  </a:moveTo>
                  <a:cubicBezTo>
                    <a:pt x="729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5"/>
                    <a:pt x="729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95" y="6335"/>
                    <a:pt x="7063" y="5480"/>
                  </a:cubicBezTo>
                  <a:lnTo>
                    <a:pt x="7063" y="1553"/>
                  </a:lnTo>
                  <a:cubicBezTo>
                    <a:pt x="7063" y="729"/>
                    <a:pt x="633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17;p68">
              <a:extLst>
                <a:ext uri="{FF2B5EF4-FFF2-40B4-BE49-F238E27FC236}">
                  <a16:creationId xmlns:a16="http://schemas.microsoft.com/office/drawing/2014/main" id="{57E3DF80-7ECC-E1F2-BBA4-32444EA39EFE}"/>
                </a:ext>
              </a:extLst>
            </p:cNvPr>
            <p:cNvSpPr/>
            <p:nvPr/>
          </p:nvSpPr>
          <p:spPr>
            <a:xfrm>
              <a:off x="2861164" y="4028644"/>
              <a:ext cx="117812" cy="117281"/>
            </a:xfrm>
            <a:custGeom>
              <a:avLst/>
              <a:gdLst/>
              <a:ahLst/>
              <a:cxnLst/>
              <a:rect l="l" t="t" r="r" b="b"/>
              <a:pathLst>
                <a:path w="7095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95" y="6366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18;p68">
              <a:extLst>
                <a:ext uri="{FF2B5EF4-FFF2-40B4-BE49-F238E27FC236}">
                  <a16:creationId xmlns:a16="http://schemas.microsoft.com/office/drawing/2014/main" id="{39CC59F6-B319-FE18-B52A-049203D1B9E2}"/>
                </a:ext>
              </a:extLst>
            </p:cNvPr>
            <p:cNvSpPr/>
            <p:nvPr/>
          </p:nvSpPr>
          <p:spPr>
            <a:xfrm>
              <a:off x="3021540" y="4028644"/>
              <a:ext cx="117281" cy="117281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1553" y="0"/>
                  </a:moveTo>
                  <a:cubicBezTo>
                    <a:pt x="729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62"/>
                    <a:pt x="1584" y="7062"/>
                  </a:cubicBezTo>
                  <a:lnTo>
                    <a:pt x="5511" y="7062"/>
                  </a:lnTo>
                  <a:cubicBezTo>
                    <a:pt x="6366" y="7062"/>
                    <a:pt x="7063" y="6334"/>
                    <a:pt x="7063" y="5479"/>
                  </a:cubicBezTo>
                  <a:lnTo>
                    <a:pt x="7063" y="1552"/>
                  </a:lnTo>
                  <a:cubicBezTo>
                    <a:pt x="7063" y="729"/>
                    <a:pt x="6335" y="0"/>
                    <a:pt x="548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19;p68">
              <a:extLst>
                <a:ext uri="{FF2B5EF4-FFF2-40B4-BE49-F238E27FC236}">
                  <a16:creationId xmlns:a16="http://schemas.microsoft.com/office/drawing/2014/main" id="{764FA523-FB41-AA12-F52E-9CB02B24D3D8}"/>
                </a:ext>
              </a:extLst>
            </p:cNvPr>
            <p:cNvSpPr/>
            <p:nvPr/>
          </p:nvSpPr>
          <p:spPr>
            <a:xfrm>
              <a:off x="3181917" y="4028113"/>
              <a:ext cx="117298" cy="116766"/>
            </a:xfrm>
            <a:custGeom>
              <a:avLst/>
              <a:gdLst/>
              <a:ahLst/>
              <a:cxnLst/>
              <a:rect l="l" t="t" r="r" b="b"/>
              <a:pathLst>
                <a:path w="7064" h="7032" extrusionOk="0">
                  <a:moveTo>
                    <a:pt x="1553" y="1"/>
                  </a:moveTo>
                  <a:cubicBezTo>
                    <a:pt x="729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729" y="7031"/>
                    <a:pt x="1584" y="7031"/>
                  </a:cubicBezTo>
                  <a:lnTo>
                    <a:pt x="5511" y="7031"/>
                  </a:lnTo>
                  <a:cubicBezTo>
                    <a:pt x="6335" y="7031"/>
                    <a:pt x="7063" y="6334"/>
                    <a:pt x="7031" y="5448"/>
                  </a:cubicBezTo>
                  <a:lnTo>
                    <a:pt x="7031" y="1552"/>
                  </a:lnTo>
                  <a:cubicBezTo>
                    <a:pt x="7031" y="697"/>
                    <a:pt x="6335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20;p68">
              <a:extLst>
                <a:ext uri="{FF2B5EF4-FFF2-40B4-BE49-F238E27FC236}">
                  <a16:creationId xmlns:a16="http://schemas.microsoft.com/office/drawing/2014/main" id="{0056507C-396B-67AC-D518-B7A2355439E2}"/>
                </a:ext>
              </a:extLst>
            </p:cNvPr>
            <p:cNvSpPr/>
            <p:nvPr/>
          </p:nvSpPr>
          <p:spPr>
            <a:xfrm>
              <a:off x="3341778" y="4027581"/>
              <a:ext cx="117812" cy="116766"/>
            </a:xfrm>
            <a:custGeom>
              <a:avLst/>
              <a:gdLst/>
              <a:ahLst/>
              <a:cxnLst/>
              <a:rect l="l" t="t" r="r" b="b"/>
              <a:pathLst>
                <a:path w="7095" h="7032" extrusionOk="0">
                  <a:moveTo>
                    <a:pt x="1552" y="1"/>
                  </a:moveTo>
                  <a:cubicBezTo>
                    <a:pt x="697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335"/>
                    <a:pt x="697" y="7031"/>
                    <a:pt x="1584" y="7031"/>
                  </a:cubicBezTo>
                  <a:lnTo>
                    <a:pt x="5511" y="7031"/>
                  </a:lnTo>
                  <a:cubicBezTo>
                    <a:pt x="6366" y="7031"/>
                    <a:pt x="7094" y="6335"/>
                    <a:pt x="7031" y="5448"/>
                  </a:cubicBezTo>
                  <a:lnTo>
                    <a:pt x="7031" y="1521"/>
                  </a:lnTo>
                  <a:cubicBezTo>
                    <a:pt x="7031" y="698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21;p68">
              <a:extLst>
                <a:ext uri="{FF2B5EF4-FFF2-40B4-BE49-F238E27FC236}">
                  <a16:creationId xmlns:a16="http://schemas.microsoft.com/office/drawing/2014/main" id="{F6220DCE-A800-C9B9-10F6-EA762784947A}"/>
                </a:ext>
              </a:extLst>
            </p:cNvPr>
            <p:cNvSpPr/>
            <p:nvPr/>
          </p:nvSpPr>
          <p:spPr>
            <a:xfrm>
              <a:off x="3502155" y="4026535"/>
              <a:ext cx="116750" cy="117281"/>
            </a:xfrm>
            <a:custGeom>
              <a:avLst/>
              <a:gdLst/>
              <a:ahLst/>
              <a:cxnLst/>
              <a:rect l="l" t="t" r="r" b="b"/>
              <a:pathLst>
                <a:path w="7031" h="7063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334"/>
                    <a:pt x="697" y="7063"/>
                    <a:pt x="1584" y="7063"/>
                  </a:cubicBezTo>
                  <a:lnTo>
                    <a:pt x="5511" y="7063"/>
                  </a:lnTo>
                  <a:cubicBezTo>
                    <a:pt x="6366" y="7063"/>
                    <a:pt x="7031" y="6334"/>
                    <a:pt x="7031" y="5479"/>
                  </a:cubicBezTo>
                  <a:lnTo>
                    <a:pt x="7031" y="1552"/>
                  </a:lnTo>
                  <a:cubicBezTo>
                    <a:pt x="7031" y="729"/>
                    <a:pt x="6334" y="1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22;p68">
              <a:extLst>
                <a:ext uri="{FF2B5EF4-FFF2-40B4-BE49-F238E27FC236}">
                  <a16:creationId xmlns:a16="http://schemas.microsoft.com/office/drawing/2014/main" id="{91B516C1-8C10-9C24-6087-34B5F7B0206D}"/>
                </a:ext>
              </a:extLst>
            </p:cNvPr>
            <p:cNvSpPr/>
            <p:nvPr/>
          </p:nvSpPr>
          <p:spPr>
            <a:xfrm>
              <a:off x="3843413" y="3865115"/>
              <a:ext cx="117281" cy="116750"/>
            </a:xfrm>
            <a:custGeom>
              <a:avLst/>
              <a:gdLst/>
              <a:ahLst/>
              <a:cxnLst/>
              <a:rect l="l" t="t" r="r" b="b"/>
              <a:pathLst>
                <a:path w="7063" h="7031" extrusionOk="0">
                  <a:moveTo>
                    <a:pt x="1521" y="0"/>
                  </a:moveTo>
                  <a:cubicBezTo>
                    <a:pt x="697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334"/>
                    <a:pt x="697" y="7031"/>
                    <a:pt x="1584" y="7031"/>
                  </a:cubicBezTo>
                  <a:lnTo>
                    <a:pt x="5479" y="7031"/>
                  </a:lnTo>
                  <a:cubicBezTo>
                    <a:pt x="6366" y="7031"/>
                    <a:pt x="7063" y="6334"/>
                    <a:pt x="7031" y="5447"/>
                  </a:cubicBezTo>
                  <a:lnTo>
                    <a:pt x="7031" y="1552"/>
                  </a:lnTo>
                  <a:cubicBezTo>
                    <a:pt x="7031" y="697"/>
                    <a:pt x="6334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23;p68">
              <a:extLst>
                <a:ext uri="{FF2B5EF4-FFF2-40B4-BE49-F238E27FC236}">
                  <a16:creationId xmlns:a16="http://schemas.microsoft.com/office/drawing/2014/main" id="{F3218532-2D0C-A51E-9B44-6CF1E5163F39}"/>
                </a:ext>
              </a:extLst>
            </p:cNvPr>
            <p:cNvSpPr/>
            <p:nvPr/>
          </p:nvSpPr>
          <p:spPr>
            <a:xfrm>
              <a:off x="3815021" y="3550676"/>
              <a:ext cx="283979" cy="118327"/>
            </a:xfrm>
            <a:custGeom>
              <a:avLst/>
              <a:gdLst/>
              <a:ahLst/>
              <a:cxnLst/>
              <a:rect l="l" t="t" r="r" b="b"/>
              <a:pathLst>
                <a:path w="17102" h="7126" extrusionOk="0">
                  <a:moveTo>
                    <a:pt x="15360" y="0"/>
                  </a:moveTo>
                  <a:lnTo>
                    <a:pt x="1742" y="64"/>
                  </a:lnTo>
                  <a:cubicBezTo>
                    <a:pt x="792" y="64"/>
                    <a:pt x="0" y="855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15360" y="7094"/>
                  </a:lnTo>
                  <a:cubicBezTo>
                    <a:pt x="16310" y="7094"/>
                    <a:pt x="17102" y="6302"/>
                    <a:pt x="17102" y="5352"/>
                  </a:cubicBezTo>
                  <a:lnTo>
                    <a:pt x="17102" y="1742"/>
                  </a:lnTo>
                  <a:cubicBezTo>
                    <a:pt x="17102" y="792"/>
                    <a:pt x="16310" y="0"/>
                    <a:pt x="1536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24;p68">
              <a:extLst>
                <a:ext uri="{FF2B5EF4-FFF2-40B4-BE49-F238E27FC236}">
                  <a16:creationId xmlns:a16="http://schemas.microsoft.com/office/drawing/2014/main" id="{99851977-C959-467D-66ED-5D529CBA1A2A}"/>
                </a:ext>
              </a:extLst>
            </p:cNvPr>
            <p:cNvSpPr/>
            <p:nvPr/>
          </p:nvSpPr>
          <p:spPr>
            <a:xfrm>
              <a:off x="1898905" y="3715782"/>
              <a:ext cx="199310" cy="117812"/>
            </a:xfrm>
            <a:custGeom>
              <a:avLst/>
              <a:gdLst/>
              <a:ahLst/>
              <a:cxnLst/>
              <a:rect l="l" t="t" r="r" b="b"/>
              <a:pathLst>
                <a:path w="12003" h="7095" extrusionOk="0">
                  <a:moveTo>
                    <a:pt x="10134" y="7062"/>
                  </a:moveTo>
                  <a:lnTo>
                    <a:pt x="1900" y="7094"/>
                  </a:lnTo>
                  <a:cubicBezTo>
                    <a:pt x="855" y="7094"/>
                    <a:pt x="0" y="6271"/>
                    <a:pt x="0" y="5226"/>
                  </a:cubicBezTo>
                  <a:lnTo>
                    <a:pt x="0" y="1932"/>
                  </a:lnTo>
                  <a:cubicBezTo>
                    <a:pt x="0" y="919"/>
                    <a:pt x="824" y="32"/>
                    <a:pt x="1869" y="32"/>
                  </a:cubicBezTo>
                  <a:lnTo>
                    <a:pt x="10103" y="0"/>
                  </a:lnTo>
                  <a:cubicBezTo>
                    <a:pt x="11116" y="0"/>
                    <a:pt x="12003" y="824"/>
                    <a:pt x="12003" y="1869"/>
                  </a:cubicBezTo>
                  <a:lnTo>
                    <a:pt x="12003" y="5162"/>
                  </a:lnTo>
                  <a:cubicBezTo>
                    <a:pt x="12003" y="6207"/>
                    <a:pt x="11180" y="7062"/>
                    <a:pt x="10134" y="706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25;p68">
              <a:extLst>
                <a:ext uri="{FF2B5EF4-FFF2-40B4-BE49-F238E27FC236}">
                  <a16:creationId xmlns:a16="http://schemas.microsoft.com/office/drawing/2014/main" id="{FD57DFD9-ED46-1060-0527-A5D24BA8660F}"/>
                </a:ext>
              </a:extLst>
            </p:cNvPr>
            <p:cNvSpPr/>
            <p:nvPr/>
          </p:nvSpPr>
          <p:spPr>
            <a:xfrm>
              <a:off x="3910725" y="3709473"/>
              <a:ext cx="189330" cy="272405"/>
            </a:xfrm>
            <a:custGeom>
              <a:avLst/>
              <a:gdLst/>
              <a:ahLst/>
              <a:cxnLst/>
              <a:rect l="l" t="t" r="r" b="b"/>
              <a:pathLst>
                <a:path w="11402" h="16405" extrusionOk="0">
                  <a:moveTo>
                    <a:pt x="0" y="1457"/>
                  </a:moveTo>
                  <a:lnTo>
                    <a:pt x="0" y="5606"/>
                  </a:lnTo>
                  <a:cubicBezTo>
                    <a:pt x="0" y="6397"/>
                    <a:pt x="697" y="7062"/>
                    <a:pt x="1489" y="7062"/>
                  </a:cubicBezTo>
                  <a:lnTo>
                    <a:pt x="5859" y="7062"/>
                  </a:lnTo>
                  <a:lnTo>
                    <a:pt x="5922" y="15265"/>
                  </a:lnTo>
                  <a:cubicBezTo>
                    <a:pt x="5922" y="15898"/>
                    <a:pt x="6429" y="16405"/>
                    <a:pt x="7062" y="16405"/>
                  </a:cubicBezTo>
                  <a:lnTo>
                    <a:pt x="10261" y="16405"/>
                  </a:lnTo>
                  <a:cubicBezTo>
                    <a:pt x="10894" y="16405"/>
                    <a:pt x="11401" y="15898"/>
                    <a:pt x="11401" y="15265"/>
                  </a:cubicBezTo>
                  <a:lnTo>
                    <a:pt x="11369" y="2122"/>
                  </a:lnTo>
                  <a:cubicBezTo>
                    <a:pt x="11369" y="919"/>
                    <a:pt x="10419" y="0"/>
                    <a:pt x="9248" y="0"/>
                  </a:cubicBezTo>
                  <a:lnTo>
                    <a:pt x="1489" y="32"/>
                  </a:lnTo>
                  <a:cubicBezTo>
                    <a:pt x="634" y="0"/>
                    <a:pt x="0" y="634"/>
                    <a:pt x="0" y="145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26;p68">
              <a:extLst>
                <a:ext uri="{FF2B5EF4-FFF2-40B4-BE49-F238E27FC236}">
                  <a16:creationId xmlns:a16="http://schemas.microsoft.com/office/drawing/2014/main" id="{074063AA-B0D2-5D97-E3A9-FB7432E28212}"/>
                </a:ext>
              </a:extLst>
            </p:cNvPr>
            <p:cNvSpPr/>
            <p:nvPr/>
          </p:nvSpPr>
          <p:spPr>
            <a:xfrm>
              <a:off x="1899437" y="3870893"/>
              <a:ext cx="306063" cy="117812"/>
            </a:xfrm>
            <a:custGeom>
              <a:avLst/>
              <a:gdLst/>
              <a:ahLst/>
              <a:cxnLst/>
              <a:rect l="l" t="t" r="r" b="b"/>
              <a:pathLst>
                <a:path w="18432" h="7095" extrusionOk="0">
                  <a:moveTo>
                    <a:pt x="17196" y="7063"/>
                  </a:moveTo>
                  <a:lnTo>
                    <a:pt x="1235" y="7094"/>
                  </a:lnTo>
                  <a:cubicBezTo>
                    <a:pt x="570" y="7094"/>
                    <a:pt x="0" y="6524"/>
                    <a:pt x="0" y="5859"/>
                  </a:cubicBezTo>
                  <a:lnTo>
                    <a:pt x="0" y="1267"/>
                  </a:lnTo>
                  <a:cubicBezTo>
                    <a:pt x="0" y="602"/>
                    <a:pt x="570" y="32"/>
                    <a:pt x="1235" y="32"/>
                  </a:cubicBezTo>
                  <a:lnTo>
                    <a:pt x="17196" y="1"/>
                  </a:lnTo>
                  <a:cubicBezTo>
                    <a:pt x="17861" y="1"/>
                    <a:pt x="18431" y="539"/>
                    <a:pt x="18431" y="1236"/>
                  </a:cubicBezTo>
                  <a:lnTo>
                    <a:pt x="18431" y="5828"/>
                  </a:lnTo>
                  <a:cubicBezTo>
                    <a:pt x="18431" y="6493"/>
                    <a:pt x="17861" y="7063"/>
                    <a:pt x="17196" y="70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27;p68">
              <a:extLst>
                <a:ext uri="{FF2B5EF4-FFF2-40B4-BE49-F238E27FC236}">
                  <a16:creationId xmlns:a16="http://schemas.microsoft.com/office/drawing/2014/main" id="{32EA2E29-D3C4-D00C-1D8F-4ACB86FBD4CD}"/>
                </a:ext>
              </a:extLst>
            </p:cNvPr>
            <p:cNvSpPr/>
            <p:nvPr/>
          </p:nvSpPr>
          <p:spPr>
            <a:xfrm>
              <a:off x="3662531" y="4023912"/>
              <a:ext cx="438588" cy="120967"/>
            </a:xfrm>
            <a:custGeom>
              <a:avLst/>
              <a:gdLst/>
              <a:ahLst/>
              <a:cxnLst/>
              <a:rect l="l" t="t" r="r" b="b"/>
              <a:pathLst>
                <a:path w="26413" h="7285" extrusionOk="0">
                  <a:moveTo>
                    <a:pt x="25019" y="0"/>
                  </a:moveTo>
                  <a:lnTo>
                    <a:pt x="1394" y="95"/>
                  </a:lnTo>
                  <a:cubicBezTo>
                    <a:pt x="634" y="95"/>
                    <a:pt x="0" y="729"/>
                    <a:pt x="0" y="1489"/>
                  </a:cubicBezTo>
                  <a:lnTo>
                    <a:pt x="0" y="5922"/>
                  </a:lnTo>
                  <a:cubicBezTo>
                    <a:pt x="0" y="6651"/>
                    <a:pt x="602" y="7284"/>
                    <a:pt x="1394" y="7284"/>
                  </a:cubicBezTo>
                  <a:lnTo>
                    <a:pt x="25019" y="7221"/>
                  </a:lnTo>
                  <a:cubicBezTo>
                    <a:pt x="25779" y="7221"/>
                    <a:pt x="26412" y="6587"/>
                    <a:pt x="26412" y="5827"/>
                  </a:cubicBezTo>
                  <a:lnTo>
                    <a:pt x="26412" y="1394"/>
                  </a:lnTo>
                  <a:cubicBezTo>
                    <a:pt x="26412" y="634"/>
                    <a:pt x="25779" y="0"/>
                    <a:pt x="2501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28;p68">
              <a:extLst>
                <a:ext uri="{FF2B5EF4-FFF2-40B4-BE49-F238E27FC236}">
                  <a16:creationId xmlns:a16="http://schemas.microsoft.com/office/drawing/2014/main" id="{5A66F90B-5ABA-93AE-480D-B2D4971FA48E}"/>
                </a:ext>
              </a:extLst>
            </p:cNvPr>
            <p:cNvSpPr/>
            <p:nvPr/>
          </p:nvSpPr>
          <p:spPr>
            <a:xfrm>
              <a:off x="2561979" y="4178492"/>
              <a:ext cx="737279" cy="120453"/>
            </a:xfrm>
            <a:custGeom>
              <a:avLst/>
              <a:gdLst/>
              <a:ahLst/>
              <a:cxnLst/>
              <a:rect l="l" t="t" r="r" b="b"/>
              <a:pathLst>
                <a:path w="44401" h="7254" extrusionOk="0">
                  <a:moveTo>
                    <a:pt x="43355" y="1"/>
                  </a:moveTo>
                  <a:lnTo>
                    <a:pt x="1045" y="159"/>
                  </a:lnTo>
                  <a:cubicBezTo>
                    <a:pt x="475" y="159"/>
                    <a:pt x="0" y="634"/>
                    <a:pt x="0" y="1204"/>
                  </a:cubicBezTo>
                  <a:lnTo>
                    <a:pt x="0" y="6208"/>
                  </a:lnTo>
                  <a:cubicBezTo>
                    <a:pt x="0" y="6778"/>
                    <a:pt x="475" y="7253"/>
                    <a:pt x="1045" y="7253"/>
                  </a:cubicBezTo>
                  <a:lnTo>
                    <a:pt x="43355" y="7095"/>
                  </a:lnTo>
                  <a:cubicBezTo>
                    <a:pt x="43893" y="7095"/>
                    <a:pt x="44368" y="6620"/>
                    <a:pt x="44368" y="6050"/>
                  </a:cubicBezTo>
                  <a:lnTo>
                    <a:pt x="44368" y="1046"/>
                  </a:lnTo>
                  <a:cubicBezTo>
                    <a:pt x="44400" y="444"/>
                    <a:pt x="43957" y="1"/>
                    <a:pt x="4335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29;p68">
              <a:extLst>
                <a:ext uri="{FF2B5EF4-FFF2-40B4-BE49-F238E27FC236}">
                  <a16:creationId xmlns:a16="http://schemas.microsoft.com/office/drawing/2014/main" id="{E69B389E-1AEB-15DB-B907-5E9FC9FF95E5}"/>
                </a:ext>
              </a:extLst>
            </p:cNvPr>
            <p:cNvSpPr/>
            <p:nvPr/>
          </p:nvSpPr>
          <p:spPr>
            <a:xfrm>
              <a:off x="3663063" y="4243694"/>
              <a:ext cx="120951" cy="51027"/>
            </a:xfrm>
            <a:custGeom>
              <a:avLst/>
              <a:gdLst/>
              <a:ahLst/>
              <a:cxnLst/>
              <a:rect l="l" t="t" r="r" b="b"/>
              <a:pathLst>
                <a:path w="7284" h="3073" extrusionOk="0">
                  <a:moveTo>
                    <a:pt x="6746" y="1"/>
                  </a:moveTo>
                  <a:lnTo>
                    <a:pt x="570" y="33"/>
                  </a:lnTo>
                  <a:cubicBezTo>
                    <a:pt x="253" y="33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53" y="3073"/>
                    <a:pt x="570" y="3073"/>
                  </a:cubicBezTo>
                  <a:lnTo>
                    <a:pt x="6746" y="3041"/>
                  </a:lnTo>
                  <a:cubicBezTo>
                    <a:pt x="7062" y="3041"/>
                    <a:pt x="7284" y="2756"/>
                    <a:pt x="7284" y="2503"/>
                  </a:cubicBezTo>
                  <a:lnTo>
                    <a:pt x="7284" y="539"/>
                  </a:lnTo>
                  <a:cubicBezTo>
                    <a:pt x="7284" y="223"/>
                    <a:pt x="7062" y="1"/>
                    <a:pt x="67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30;p68">
              <a:extLst>
                <a:ext uri="{FF2B5EF4-FFF2-40B4-BE49-F238E27FC236}">
                  <a16:creationId xmlns:a16="http://schemas.microsoft.com/office/drawing/2014/main" id="{5501B041-4396-91E9-302C-AB01F4B707FF}"/>
                </a:ext>
              </a:extLst>
            </p:cNvPr>
            <p:cNvSpPr/>
            <p:nvPr/>
          </p:nvSpPr>
          <p:spPr>
            <a:xfrm>
              <a:off x="3821330" y="4243179"/>
              <a:ext cx="120967" cy="51027"/>
            </a:xfrm>
            <a:custGeom>
              <a:avLst/>
              <a:gdLst/>
              <a:ahLst/>
              <a:cxnLst/>
              <a:rect l="l" t="t" r="r" b="b"/>
              <a:pathLst>
                <a:path w="7285" h="3073" extrusionOk="0">
                  <a:moveTo>
                    <a:pt x="6746" y="0"/>
                  </a:moveTo>
                  <a:lnTo>
                    <a:pt x="570" y="32"/>
                  </a:lnTo>
                  <a:cubicBezTo>
                    <a:pt x="254" y="32"/>
                    <a:pt x="0" y="254"/>
                    <a:pt x="0" y="570"/>
                  </a:cubicBezTo>
                  <a:lnTo>
                    <a:pt x="0" y="2534"/>
                  </a:lnTo>
                  <a:cubicBezTo>
                    <a:pt x="0" y="2850"/>
                    <a:pt x="254" y="3072"/>
                    <a:pt x="570" y="3072"/>
                  </a:cubicBezTo>
                  <a:lnTo>
                    <a:pt x="6746" y="3040"/>
                  </a:lnTo>
                  <a:cubicBezTo>
                    <a:pt x="7063" y="3040"/>
                    <a:pt x="7284" y="2755"/>
                    <a:pt x="7284" y="2470"/>
                  </a:cubicBezTo>
                  <a:lnTo>
                    <a:pt x="7284" y="539"/>
                  </a:lnTo>
                  <a:cubicBezTo>
                    <a:pt x="7284" y="222"/>
                    <a:pt x="7063" y="0"/>
                    <a:pt x="67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31;p68">
              <a:extLst>
                <a:ext uri="{FF2B5EF4-FFF2-40B4-BE49-F238E27FC236}">
                  <a16:creationId xmlns:a16="http://schemas.microsoft.com/office/drawing/2014/main" id="{904D68B6-699D-071E-A1B7-D1F6CB97D778}"/>
                </a:ext>
              </a:extLst>
            </p:cNvPr>
            <p:cNvSpPr/>
            <p:nvPr/>
          </p:nvSpPr>
          <p:spPr>
            <a:xfrm>
              <a:off x="3821330" y="4165873"/>
              <a:ext cx="120967" cy="51559"/>
            </a:xfrm>
            <a:custGeom>
              <a:avLst/>
              <a:gdLst/>
              <a:ahLst/>
              <a:cxnLst/>
              <a:rect l="l" t="t" r="r" b="b"/>
              <a:pathLst>
                <a:path w="7285" h="3105" extrusionOk="0">
                  <a:moveTo>
                    <a:pt x="6746" y="1"/>
                  </a:moveTo>
                  <a:lnTo>
                    <a:pt x="570" y="64"/>
                  </a:lnTo>
                  <a:cubicBezTo>
                    <a:pt x="254" y="64"/>
                    <a:pt x="0" y="286"/>
                    <a:pt x="0" y="603"/>
                  </a:cubicBezTo>
                  <a:lnTo>
                    <a:pt x="0" y="2534"/>
                  </a:lnTo>
                  <a:cubicBezTo>
                    <a:pt x="0" y="2851"/>
                    <a:pt x="254" y="3104"/>
                    <a:pt x="570" y="3104"/>
                  </a:cubicBezTo>
                  <a:lnTo>
                    <a:pt x="6746" y="3073"/>
                  </a:lnTo>
                  <a:cubicBezTo>
                    <a:pt x="7063" y="3073"/>
                    <a:pt x="7284" y="2819"/>
                    <a:pt x="7284" y="2503"/>
                  </a:cubicBezTo>
                  <a:lnTo>
                    <a:pt x="7284" y="571"/>
                  </a:lnTo>
                  <a:cubicBezTo>
                    <a:pt x="7284" y="254"/>
                    <a:pt x="7063" y="1"/>
                    <a:pt x="6746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32;p68">
              <a:extLst>
                <a:ext uri="{FF2B5EF4-FFF2-40B4-BE49-F238E27FC236}">
                  <a16:creationId xmlns:a16="http://schemas.microsoft.com/office/drawing/2014/main" id="{ED42D183-C007-8A44-D905-639216BE0839}"/>
                </a:ext>
              </a:extLst>
            </p:cNvPr>
            <p:cNvSpPr/>
            <p:nvPr/>
          </p:nvSpPr>
          <p:spPr>
            <a:xfrm>
              <a:off x="3980129" y="4242117"/>
              <a:ext cx="121499" cy="51559"/>
            </a:xfrm>
            <a:custGeom>
              <a:avLst/>
              <a:gdLst/>
              <a:ahLst/>
              <a:cxnLst/>
              <a:rect l="l" t="t" r="r" b="b"/>
              <a:pathLst>
                <a:path w="7317" h="3105" extrusionOk="0">
                  <a:moveTo>
                    <a:pt x="6714" y="1"/>
                  </a:moveTo>
                  <a:lnTo>
                    <a:pt x="539" y="64"/>
                  </a:lnTo>
                  <a:cubicBezTo>
                    <a:pt x="222" y="64"/>
                    <a:pt x="1" y="286"/>
                    <a:pt x="1" y="603"/>
                  </a:cubicBezTo>
                  <a:lnTo>
                    <a:pt x="1" y="2534"/>
                  </a:lnTo>
                  <a:cubicBezTo>
                    <a:pt x="1" y="2851"/>
                    <a:pt x="222" y="3104"/>
                    <a:pt x="539" y="3104"/>
                  </a:cubicBezTo>
                  <a:lnTo>
                    <a:pt x="6714" y="3073"/>
                  </a:lnTo>
                  <a:cubicBezTo>
                    <a:pt x="7031" y="3073"/>
                    <a:pt x="7316" y="2788"/>
                    <a:pt x="7253" y="2503"/>
                  </a:cubicBezTo>
                  <a:lnTo>
                    <a:pt x="7253" y="571"/>
                  </a:lnTo>
                  <a:cubicBezTo>
                    <a:pt x="7253" y="254"/>
                    <a:pt x="7031" y="1"/>
                    <a:pt x="671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33;p68">
              <a:extLst>
                <a:ext uri="{FF2B5EF4-FFF2-40B4-BE49-F238E27FC236}">
                  <a16:creationId xmlns:a16="http://schemas.microsoft.com/office/drawing/2014/main" id="{1ADD907D-1254-CCBB-CBC4-C74E38059A2D}"/>
                </a:ext>
              </a:extLst>
            </p:cNvPr>
            <p:cNvSpPr/>
            <p:nvPr/>
          </p:nvSpPr>
          <p:spPr>
            <a:xfrm>
              <a:off x="1834233" y="4372007"/>
              <a:ext cx="2346951" cy="103599"/>
            </a:xfrm>
            <a:custGeom>
              <a:avLst/>
              <a:gdLst/>
              <a:ahLst/>
              <a:cxnLst/>
              <a:rect l="l" t="t" r="r" b="b"/>
              <a:pathLst>
                <a:path w="141340" h="6239" extrusionOk="0">
                  <a:moveTo>
                    <a:pt x="141339" y="0"/>
                  </a:moveTo>
                  <a:lnTo>
                    <a:pt x="0" y="475"/>
                  </a:lnTo>
                  <a:lnTo>
                    <a:pt x="0" y="3579"/>
                  </a:lnTo>
                  <a:cubicBezTo>
                    <a:pt x="63" y="5067"/>
                    <a:pt x="1235" y="6239"/>
                    <a:pt x="2692" y="6239"/>
                  </a:cubicBezTo>
                  <a:lnTo>
                    <a:pt x="138679" y="5764"/>
                  </a:lnTo>
                  <a:cubicBezTo>
                    <a:pt x="140167" y="5764"/>
                    <a:pt x="141339" y="4592"/>
                    <a:pt x="141339" y="3104"/>
                  </a:cubicBezTo>
                  <a:lnTo>
                    <a:pt x="14133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34;p68">
              <a:extLst>
                <a:ext uri="{FF2B5EF4-FFF2-40B4-BE49-F238E27FC236}">
                  <a16:creationId xmlns:a16="http://schemas.microsoft.com/office/drawing/2014/main" id="{094B0B05-56C8-2F1B-F6BC-6B6D9AD8F80D}"/>
                </a:ext>
              </a:extLst>
            </p:cNvPr>
            <p:cNvSpPr/>
            <p:nvPr/>
          </p:nvSpPr>
          <p:spPr>
            <a:xfrm>
              <a:off x="1834748" y="4423528"/>
              <a:ext cx="2346436" cy="7904"/>
            </a:xfrm>
            <a:custGeom>
              <a:avLst/>
              <a:gdLst/>
              <a:ahLst/>
              <a:cxnLst/>
              <a:rect l="l" t="t" r="r" b="b"/>
              <a:pathLst>
                <a:path w="141309" h="476" fill="none" extrusionOk="0">
                  <a:moveTo>
                    <a:pt x="1" y="476"/>
                  </a:moveTo>
                  <a:lnTo>
                    <a:pt x="14130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4250" cap="flat" cmpd="sng">
              <a:solidFill>
                <a:schemeClr val="dk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35;p68">
              <a:extLst>
                <a:ext uri="{FF2B5EF4-FFF2-40B4-BE49-F238E27FC236}">
                  <a16:creationId xmlns:a16="http://schemas.microsoft.com/office/drawing/2014/main" id="{325A48B3-E16C-9CEA-66E3-92CB8F96DE33}"/>
                </a:ext>
              </a:extLst>
            </p:cNvPr>
            <p:cNvSpPr/>
            <p:nvPr/>
          </p:nvSpPr>
          <p:spPr>
            <a:xfrm>
              <a:off x="1831079" y="3512288"/>
              <a:ext cx="2346951" cy="17"/>
            </a:xfrm>
            <a:custGeom>
              <a:avLst/>
              <a:gdLst/>
              <a:ahLst/>
              <a:cxnLst/>
              <a:rect l="l" t="t" r="r" b="b"/>
              <a:pathLst>
                <a:path w="141340" h="1" fill="none" extrusionOk="0">
                  <a:moveTo>
                    <a:pt x="0" y="0"/>
                  </a:moveTo>
                  <a:lnTo>
                    <a:pt x="14133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4250" cap="flat" cmpd="sng">
              <a:solidFill>
                <a:schemeClr val="lt2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36;p68">
              <a:extLst>
                <a:ext uri="{FF2B5EF4-FFF2-40B4-BE49-F238E27FC236}">
                  <a16:creationId xmlns:a16="http://schemas.microsoft.com/office/drawing/2014/main" id="{26975047-3BFB-67C4-DDB7-F56FAF30E279}"/>
                </a:ext>
              </a:extLst>
            </p:cNvPr>
            <p:cNvSpPr/>
            <p:nvPr/>
          </p:nvSpPr>
          <p:spPr>
            <a:xfrm>
              <a:off x="2059282" y="3557500"/>
              <a:ext cx="92573" cy="98883"/>
            </a:xfrm>
            <a:custGeom>
              <a:avLst/>
              <a:gdLst/>
              <a:ahLst/>
              <a:cxnLst/>
              <a:rect l="l" t="t" r="r" b="b"/>
              <a:pathLst>
                <a:path w="5575" h="5955" extrusionOk="0">
                  <a:moveTo>
                    <a:pt x="1552" y="1"/>
                  </a:moveTo>
                  <a:cubicBezTo>
                    <a:pt x="665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5638"/>
                    <a:pt x="32" y="5796"/>
                    <a:pt x="95" y="5955"/>
                  </a:cubicBezTo>
                  <a:cubicBezTo>
                    <a:pt x="2217" y="4435"/>
                    <a:pt x="4117" y="2091"/>
                    <a:pt x="557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37;p68">
              <a:extLst>
                <a:ext uri="{FF2B5EF4-FFF2-40B4-BE49-F238E27FC236}">
                  <a16:creationId xmlns:a16="http://schemas.microsoft.com/office/drawing/2014/main" id="{B20BE4CE-1090-787F-C9F4-028848C638EA}"/>
                </a:ext>
              </a:extLst>
            </p:cNvPr>
            <p:cNvSpPr/>
            <p:nvPr/>
          </p:nvSpPr>
          <p:spPr>
            <a:xfrm>
              <a:off x="2219127" y="3556454"/>
              <a:ext cx="76267" cy="107816"/>
            </a:xfrm>
            <a:custGeom>
              <a:avLst/>
              <a:gdLst/>
              <a:ahLst/>
              <a:cxnLst/>
              <a:rect l="l" t="t" r="r" b="b"/>
              <a:pathLst>
                <a:path w="4593" h="6493" extrusionOk="0">
                  <a:moveTo>
                    <a:pt x="4593" y="1"/>
                  </a:moveTo>
                  <a:lnTo>
                    <a:pt x="1553" y="64"/>
                  </a:lnTo>
                  <a:cubicBezTo>
                    <a:pt x="666" y="64"/>
                    <a:pt x="1" y="761"/>
                    <a:pt x="1" y="1647"/>
                  </a:cubicBezTo>
                  <a:lnTo>
                    <a:pt x="1" y="5543"/>
                  </a:lnTo>
                  <a:cubicBezTo>
                    <a:pt x="1" y="5923"/>
                    <a:pt x="127" y="6271"/>
                    <a:pt x="349" y="6493"/>
                  </a:cubicBezTo>
                  <a:cubicBezTo>
                    <a:pt x="1901" y="4593"/>
                    <a:pt x="3674" y="1647"/>
                    <a:pt x="459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38;p68">
              <a:extLst>
                <a:ext uri="{FF2B5EF4-FFF2-40B4-BE49-F238E27FC236}">
                  <a16:creationId xmlns:a16="http://schemas.microsoft.com/office/drawing/2014/main" id="{B9917AC1-C350-AE8B-05ED-7A58D1D22BF4}"/>
                </a:ext>
              </a:extLst>
            </p:cNvPr>
            <p:cNvSpPr/>
            <p:nvPr/>
          </p:nvSpPr>
          <p:spPr>
            <a:xfrm>
              <a:off x="2379503" y="3556454"/>
              <a:ext cx="87840" cy="114126"/>
            </a:xfrm>
            <a:custGeom>
              <a:avLst/>
              <a:gdLst/>
              <a:ahLst/>
              <a:cxnLst/>
              <a:rect l="l" t="t" r="r" b="b"/>
              <a:pathLst>
                <a:path w="5290" h="6873" extrusionOk="0">
                  <a:moveTo>
                    <a:pt x="5290" y="1"/>
                  </a:moveTo>
                  <a:lnTo>
                    <a:pt x="1553" y="32"/>
                  </a:lnTo>
                  <a:cubicBezTo>
                    <a:pt x="666" y="32"/>
                    <a:pt x="1" y="729"/>
                    <a:pt x="1" y="1616"/>
                  </a:cubicBezTo>
                  <a:lnTo>
                    <a:pt x="1" y="5511"/>
                  </a:lnTo>
                  <a:cubicBezTo>
                    <a:pt x="1" y="6081"/>
                    <a:pt x="318" y="6588"/>
                    <a:pt x="761" y="6873"/>
                  </a:cubicBezTo>
                  <a:cubicBezTo>
                    <a:pt x="2376" y="5004"/>
                    <a:pt x="4308" y="1774"/>
                    <a:pt x="52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39;p68">
              <a:extLst>
                <a:ext uri="{FF2B5EF4-FFF2-40B4-BE49-F238E27FC236}">
                  <a16:creationId xmlns:a16="http://schemas.microsoft.com/office/drawing/2014/main" id="{68F69210-4469-79AC-06EE-8C1E4589BC5F}"/>
                </a:ext>
              </a:extLst>
            </p:cNvPr>
            <p:cNvSpPr/>
            <p:nvPr/>
          </p:nvSpPr>
          <p:spPr>
            <a:xfrm>
              <a:off x="2539365" y="3555923"/>
              <a:ext cx="76267" cy="107833"/>
            </a:xfrm>
            <a:custGeom>
              <a:avLst/>
              <a:gdLst/>
              <a:ahLst/>
              <a:cxnLst/>
              <a:rect l="l" t="t" r="r" b="b"/>
              <a:pathLst>
                <a:path w="4593" h="6494" extrusionOk="0">
                  <a:moveTo>
                    <a:pt x="1520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5891"/>
                    <a:pt x="159" y="6208"/>
                    <a:pt x="349" y="6493"/>
                  </a:cubicBezTo>
                  <a:cubicBezTo>
                    <a:pt x="1932" y="4593"/>
                    <a:pt x="3674" y="1584"/>
                    <a:pt x="459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40;p68">
              <a:extLst>
                <a:ext uri="{FF2B5EF4-FFF2-40B4-BE49-F238E27FC236}">
                  <a16:creationId xmlns:a16="http://schemas.microsoft.com/office/drawing/2014/main" id="{2CFA3B62-0A4C-118E-B7AF-5C52ADFE576B}"/>
                </a:ext>
              </a:extLst>
            </p:cNvPr>
            <p:cNvSpPr/>
            <p:nvPr/>
          </p:nvSpPr>
          <p:spPr>
            <a:xfrm>
              <a:off x="2699741" y="3554877"/>
              <a:ext cx="88355" cy="114126"/>
            </a:xfrm>
            <a:custGeom>
              <a:avLst/>
              <a:gdLst/>
              <a:ahLst/>
              <a:cxnLst/>
              <a:rect l="l" t="t" r="r" b="b"/>
              <a:pathLst>
                <a:path w="5321" h="6873" extrusionOk="0">
                  <a:moveTo>
                    <a:pt x="5321" y="1"/>
                  </a:moveTo>
                  <a:lnTo>
                    <a:pt x="1520" y="32"/>
                  </a:lnTo>
                  <a:cubicBezTo>
                    <a:pt x="665" y="32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4"/>
                    <a:pt x="317" y="6619"/>
                    <a:pt x="792" y="6873"/>
                  </a:cubicBezTo>
                  <a:cubicBezTo>
                    <a:pt x="2407" y="4973"/>
                    <a:pt x="4371" y="1679"/>
                    <a:pt x="532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41;p68">
              <a:extLst>
                <a:ext uri="{FF2B5EF4-FFF2-40B4-BE49-F238E27FC236}">
                  <a16:creationId xmlns:a16="http://schemas.microsoft.com/office/drawing/2014/main" id="{AF8EEEB3-8142-6996-423A-6DB38E67201D}"/>
                </a:ext>
              </a:extLst>
            </p:cNvPr>
            <p:cNvSpPr/>
            <p:nvPr/>
          </p:nvSpPr>
          <p:spPr>
            <a:xfrm>
              <a:off x="2860118" y="3553831"/>
              <a:ext cx="89418" cy="114658"/>
            </a:xfrm>
            <a:custGeom>
              <a:avLst/>
              <a:gdLst/>
              <a:ahLst/>
              <a:cxnLst/>
              <a:rect l="l" t="t" r="r" b="b"/>
              <a:pathLst>
                <a:path w="5385" h="6905" extrusionOk="0">
                  <a:moveTo>
                    <a:pt x="5384" y="0"/>
                  </a:moveTo>
                  <a:lnTo>
                    <a:pt x="1521" y="64"/>
                  </a:lnTo>
                  <a:cubicBezTo>
                    <a:pt x="665" y="64"/>
                    <a:pt x="0" y="760"/>
                    <a:pt x="0" y="1647"/>
                  </a:cubicBezTo>
                  <a:lnTo>
                    <a:pt x="0" y="5542"/>
                  </a:lnTo>
                  <a:cubicBezTo>
                    <a:pt x="0" y="6144"/>
                    <a:pt x="317" y="6682"/>
                    <a:pt x="824" y="6904"/>
                  </a:cubicBezTo>
                  <a:cubicBezTo>
                    <a:pt x="2471" y="5004"/>
                    <a:pt x="4434" y="1710"/>
                    <a:pt x="53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42;p68">
              <a:extLst>
                <a:ext uri="{FF2B5EF4-FFF2-40B4-BE49-F238E27FC236}">
                  <a16:creationId xmlns:a16="http://schemas.microsoft.com/office/drawing/2014/main" id="{1616AF6D-D895-7498-1A8E-FE0DBEDDB813}"/>
                </a:ext>
              </a:extLst>
            </p:cNvPr>
            <p:cNvSpPr/>
            <p:nvPr/>
          </p:nvSpPr>
          <p:spPr>
            <a:xfrm>
              <a:off x="3020494" y="3554345"/>
              <a:ext cx="97820" cy="116766"/>
            </a:xfrm>
            <a:custGeom>
              <a:avLst/>
              <a:gdLst/>
              <a:ahLst/>
              <a:cxnLst/>
              <a:rect l="l" t="t" r="r" b="b"/>
              <a:pathLst>
                <a:path w="5891" h="7032" extrusionOk="0">
                  <a:moveTo>
                    <a:pt x="1521" y="1"/>
                  </a:moveTo>
                  <a:cubicBezTo>
                    <a:pt x="666" y="1"/>
                    <a:pt x="0" y="698"/>
                    <a:pt x="0" y="1584"/>
                  </a:cubicBezTo>
                  <a:lnTo>
                    <a:pt x="0" y="5480"/>
                  </a:lnTo>
                  <a:cubicBezTo>
                    <a:pt x="0" y="6240"/>
                    <a:pt x="539" y="6873"/>
                    <a:pt x="1267" y="7031"/>
                  </a:cubicBezTo>
                  <a:cubicBezTo>
                    <a:pt x="2882" y="5163"/>
                    <a:pt x="4909" y="1774"/>
                    <a:pt x="5891" y="64"/>
                  </a:cubicBezTo>
                  <a:cubicBezTo>
                    <a:pt x="5764" y="33"/>
                    <a:pt x="5606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43;p68">
              <a:extLst>
                <a:ext uri="{FF2B5EF4-FFF2-40B4-BE49-F238E27FC236}">
                  <a16:creationId xmlns:a16="http://schemas.microsoft.com/office/drawing/2014/main" id="{2FA276A5-D74B-2C41-E27A-7B6989E4039F}"/>
                </a:ext>
              </a:extLst>
            </p:cNvPr>
            <p:cNvSpPr/>
            <p:nvPr/>
          </p:nvSpPr>
          <p:spPr>
            <a:xfrm>
              <a:off x="3180871" y="3553299"/>
              <a:ext cx="97820" cy="117281"/>
            </a:xfrm>
            <a:custGeom>
              <a:avLst/>
              <a:gdLst/>
              <a:ahLst/>
              <a:cxnLst/>
              <a:rect l="l" t="t" r="r" b="b"/>
              <a:pathLst>
                <a:path w="5891" h="7063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71"/>
                    <a:pt x="539" y="6904"/>
                    <a:pt x="1299" y="7063"/>
                  </a:cubicBezTo>
                  <a:cubicBezTo>
                    <a:pt x="2914" y="5194"/>
                    <a:pt x="4909" y="1806"/>
                    <a:pt x="5891" y="96"/>
                  </a:cubicBezTo>
                  <a:cubicBezTo>
                    <a:pt x="5733" y="32"/>
                    <a:pt x="5606" y="1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44;p68">
              <a:extLst>
                <a:ext uri="{FF2B5EF4-FFF2-40B4-BE49-F238E27FC236}">
                  <a16:creationId xmlns:a16="http://schemas.microsoft.com/office/drawing/2014/main" id="{17FB718D-6053-442D-C52E-6EF73A9DC4A5}"/>
                </a:ext>
              </a:extLst>
            </p:cNvPr>
            <p:cNvSpPr/>
            <p:nvPr/>
          </p:nvSpPr>
          <p:spPr>
            <a:xfrm>
              <a:off x="3340201" y="3552768"/>
              <a:ext cx="89933" cy="115189"/>
            </a:xfrm>
            <a:custGeom>
              <a:avLst/>
              <a:gdLst/>
              <a:ahLst/>
              <a:cxnLst/>
              <a:rect l="l" t="t" r="r" b="b"/>
              <a:pathLst>
                <a:path w="5416" h="6937" extrusionOk="0">
                  <a:moveTo>
                    <a:pt x="5416" y="1"/>
                  </a:moveTo>
                  <a:lnTo>
                    <a:pt x="1552" y="33"/>
                  </a:lnTo>
                  <a:cubicBezTo>
                    <a:pt x="697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76"/>
                    <a:pt x="380" y="6683"/>
                    <a:pt x="887" y="6936"/>
                  </a:cubicBezTo>
                  <a:cubicBezTo>
                    <a:pt x="2534" y="5005"/>
                    <a:pt x="4529" y="1616"/>
                    <a:pt x="541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45;p68">
              <a:extLst>
                <a:ext uri="{FF2B5EF4-FFF2-40B4-BE49-F238E27FC236}">
                  <a16:creationId xmlns:a16="http://schemas.microsoft.com/office/drawing/2014/main" id="{D3C3F6B0-DF99-3567-9CF9-AB76A24CA491}"/>
                </a:ext>
              </a:extLst>
            </p:cNvPr>
            <p:cNvSpPr/>
            <p:nvPr/>
          </p:nvSpPr>
          <p:spPr>
            <a:xfrm>
              <a:off x="3500046" y="3552253"/>
              <a:ext cx="90464" cy="114658"/>
            </a:xfrm>
            <a:custGeom>
              <a:avLst/>
              <a:gdLst/>
              <a:ahLst/>
              <a:cxnLst/>
              <a:rect l="l" t="t" r="r" b="b"/>
              <a:pathLst>
                <a:path w="5448" h="6905" extrusionOk="0">
                  <a:moveTo>
                    <a:pt x="5448" y="0"/>
                  </a:moveTo>
                  <a:lnTo>
                    <a:pt x="1552" y="32"/>
                  </a:lnTo>
                  <a:cubicBezTo>
                    <a:pt x="666" y="32"/>
                    <a:pt x="1" y="760"/>
                    <a:pt x="1" y="1615"/>
                  </a:cubicBezTo>
                  <a:lnTo>
                    <a:pt x="1" y="5542"/>
                  </a:lnTo>
                  <a:cubicBezTo>
                    <a:pt x="1" y="6176"/>
                    <a:pt x="349" y="6682"/>
                    <a:pt x="919" y="6904"/>
                  </a:cubicBezTo>
                  <a:cubicBezTo>
                    <a:pt x="2566" y="4941"/>
                    <a:pt x="4561" y="1615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46;p68">
              <a:extLst>
                <a:ext uri="{FF2B5EF4-FFF2-40B4-BE49-F238E27FC236}">
                  <a16:creationId xmlns:a16="http://schemas.microsoft.com/office/drawing/2014/main" id="{3B708C3E-9AFD-8B89-9971-162BAC25227E}"/>
                </a:ext>
              </a:extLst>
            </p:cNvPr>
            <p:cNvSpPr/>
            <p:nvPr/>
          </p:nvSpPr>
          <p:spPr>
            <a:xfrm>
              <a:off x="3660423" y="3551722"/>
              <a:ext cx="78907" cy="110456"/>
            </a:xfrm>
            <a:custGeom>
              <a:avLst/>
              <a:gdLst/>
              <a:ahLst/>
              <a:cxnLst/>
              <a:rect l="l" t="t" r="r" b="b"/>
              <a:pathLst>
                <a:path w="4752" h="6652" extrusionOk="0">
                  <a:moveTo>
                    <a:pt x="4751" y="1"/>
                  </a:moveTo>
                  <a:lnTo>
                    <a:pt x="1553" y="32"/>
                  </a:lnTo>
                  <a:cubicBezTo>
                    <a:pt x="666" y="32"/>
                    <a:pt x="1" y="729"/>
                    <a:pt x="1" y="1616"/>
                  </a:cubicBezTo>
                  <a:lnTo>
                    <a:pt x="1" y="5543"/>
                  </a:lnTo>
                  <a:cubicBezTo>
                    <a:pt x="1" y="5954"/>
                    <a:pt x="191" y="6366"/>
                    <a:pt x="476" y="6651"/>
                  </a:cubicBezTo>
                  <a:cubicBezTo>
                    <a:pt x="2091" y="4624"/>
                    <a:pt x="3928" y="1521"/>
                    <a:pt x="475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47;p68">
              <a:extLst>
                <a:ext uri="{FF2B5EF4-FFF2-40B4-BE49-F238E27FC236}">
                  <a16:creationId xmlns:a16="http://schemas.microsoft.com/office/drawing/2014/main" id="{8BEF6B88-0EE1-0A91-8B11-DE1BD74B205D}"/>
                </a:ext>
              </a:extLst>
            </p:cNvPr>
            <p:cNvSpPr/>
            <p:nvPr/>
          </p:nvSpPr>
          <p:spPr>
            <a:xfrm>
              <a:off x="2146037" y="3715251"/>
              <a:ext cx="86263" cy="113611"/>
            </a:xfrm>
            <a:custGeom>
              <a:avLst/>
              <a:gdLst/>
              <a:ahLst/>
              <a:cxnLst/>
              <a:rect l="l" t="t" r="r" b="b"/>
              <a:pathLst>
                <a:path w="5195" h="6842" extrusionOk="0">
                  <a:moveTo>
                    <a:pt x="1553" y="1"/>
                  </a:moveTo>
                  <a:cubicBezTo>
                    <a:pt x="666" y="1"/>
                    <a:pt x="1" y="697"/>
                    <a:pt x="1" y="1584"/>
                  </a:cubicBezTo>
                  <a:lnTo>
                    <a:pt x="1" y="5479"/>
                  </a:lnTo>
                  <a:cubicBezTo>
                    <a:pt x="1" y="6049"/>
                    <a:pt x="317" y="6556"/>
                    <a:pt x="761" y="6841"/>
                  </a:cubicBezTo>
                  <a:cubicBezTo>
                    <a:pt x="2471" y="4783"/>
                    <a:pt x="4371" y="1489"/>
                    <a:pt x="519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48;p68">
              <a:extLst>
                <a:ext uri="{FF2B5EF4-FFF2-40B4-BE49-F238E27FC236}">
                  <a16:creationId xmlns:a16="http://schemas.microsoft.com/office/drawing/2014/main" id="{3C1A03C6-3581-147E-3938-7C4F63809490}"/>
                </a:ext>
              </a:extLst>
            </p:cNvPr>
            <p:cNvSpPr/>
            <p:nvPr/>
          </p:nvSpPr>
          <p:spPr>
            <a:xfrm>
              <a:off x="2306413" y="3713674"/>
              <a:ext cx="84685" cy="112549"/>
            </a:xfrm>
            <a:custGeom>
              <a:avLst/>
              <a:gdLst/>
              <a:ahLst/>
              <a:cxnLst/>
              <a:rect l="l" t="t" r="r" b="b"/>
              <a:pathLst>
                <a:path w="5100" h="6778" extrusionOk="0">
                  <a:moveTo>
                    <a:pt x="5100" y="1"/>
                  </a:moveTo>
                  <a:lnTo>
                    <a:pt x="1553" y="64"/>
                  </a:lnTo>
                  <a:cubicBezTo>
                    <a:pt x="666" y="64"/>
                    <a:pt x="1" y="761"/>
                    <a:pt x="1" y="1647"/>
                  </a:cubicBezTo>
                  <a:lnTo>
                    <a:pt x="1" y="5543"/>
                  </a:lnTo>
                  <a:cubicBezTo>
                    <a:pt x="1" y="6081"/>
                    <a:pt x="254" y="6493"/>
                    <a:pt x="634" y="6778"/>
                  </a:cubicBezTo>
                  <a:cubicBezTo>
                    <a:pt x="2249" y="4909"/>
                    <a:pt x="4118" y="1742"/>
                    <a:pt x="510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49;p68">
              <a:extLst>
                <a:ext uri="{FF2B5EF4-FFF2-40B4-BE49-F238E27FC236}">
                  <a16:creationId xmlns:a16="http://schemas.microsoft.com/office/drawing/2014/main" id="{8153C1FE-2C93-8013-E9E1-B328178A97DF}"/>
                </a:ext>
              </a:extLst>
            </p:cNvPr>
            <p:cNvSpPr/>
            <p:nvPr/>
          </p:nvSpPr>
          <p:spPr>
            <a:xfrm>
              <a:off x="2466790" y="3713142"/>
              <a:ext cx="89949" cy="115189"/>
            </a:xfrm>
            <a:custGeom>
              <a:avLst/>
              <a:gdLst/>
              <a:ahLst/>
              <a:cxnLst/>
              <a:rect l="l" t="t" r="r" b="b"/>
              <a:pathLst>
                <a:path w="5417" h="6937" extrusionOk="0">
                  <a:moveTo>
                    <a:pt x="5416" y="1"/>
                  </a:moveTo>
                  <a:lnTo>
                    <a:pt x="1553" y="33"/>
                  </a:lnTo>
                  <a:cubicBezTo>
                    <a:pt x="666" y="33"/>
                    <a:pt x="1" y="761"/>
                    <a:pt x="1" y="1616"/>
                  </a:cubicBezTo>
                  <a:lnTo>
                    <a:pt x="1" y="5543"/>
                  </a:lnTo>
                  <a:cubicBezTo>
                    <a:pt x="1" y="6176"/>
                    <a:pt x="349" y="6683"/>
                    <a:pt x="888" y="6936"/>
                  </a:cubicBezTo>
                  <a:cubicBezTo>
                    <a:pt x="2534" y="5036"/>
                    <a:pt x="4466" y="1711"/>
                    <a:pt x="541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50;p68">
              <a:extLst>
                <a:ext uri="{FF2B5EF4-FFF2-40B4-BE49-F238E27FC236}">
                  <a16:creationId xmlns:a16="http://schemas.microsoft.com/office/drawing/2014/main" id="{37034515-D4F1-8DEA-2385-A0DE58B08A69}"/>
                </a:ext>
              </a:extLst>
            </p:cNvPr>
            <p:cNvSpPr/>
            <p:nvPr/>
          </p:nvSpPr>
          <p:spPr>
            <a:xfrm>
              <a:off x="2626651" y="3713142"/>
              <a:ext cx="86263" cy="113080"/>
            </a:xfrm>
            <a:custGeom>
              <a:avLst/>
              <a:gdLst/>
              <a:ahLst/>
              <a:cxnLst/>
              <a:rect l="l" t="t" r="r" b="b"/>
              <a:pathLst>
                <a:path w="5195" h="6810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50"/>
                    <a:pt x="285" y="6525"/>
                    <a:pt x="697" y="6810"/>
                  </a:cubicBezTo>
                  <a:cubicBezTo>
                    <a:pt x="2376" y="4878"/>
                    <a:pt x="4276" y="1616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51;p68">
              <a:extLst>
                <a:ext uri="{FF2B5EF4-FFF2-40B4-BE49-F238E27FC236}">
                  <a16:creationId xmlns:a16="http://schemas.microsoft.com/office/drawing/2014/main" id="{BAAFCDC5-EFDA-ECB0-0524-A40DBE619DCE}"/>
                </a:ext>
              </a:extLst>
            </p:cNvPr>
            <p:cNvSpPr/>
            <p:nvPr/>
          </p:nvSpPr>
          <p:spPr>
            <a:xfrm>
              <a:off x="2787028" y="3713142"/>
              <a:ext cx="84685" cy="112565"/>
            </a:xfrm>
            <a:custGeom>
              <a:avLst/>
              <a:gdLst/>
              <a:ahLst/>
              <a:cxnLst/>
              <a:rect l="l" t="t" r="r" b="b"/>
              <a:pathLst>
                <a:path w="5100" h="6779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18"/>
                    <a:pt x="285" y="6493"/>
                    <a:pt x="665" y="6778"/>
                  </a:cubicBezTo>
                  <a:cubicBezTo>
                    <a:pt x="2344" y="4783"/>
                    <a:pt x="4181" y="1584"/>
                    <a:pt x="509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52;p68">
              <a:extLst>
                <a:ext uri="{FF2B5EF4-FFF2-40B4-BE49-F238E27FC236}">
                  <a16:creationId xmlns:a16="http://schemas.microsoft.com/office/drawing/2014/main" id="{C3DA5831-2036-4C09-871B-B947B017075F}"/>
                </a:ext>
              </a:extLst>
            </p:cNvPr>
            <p:cNvSpPr/>
            <p:nvPr/>
          </p:nvSpPr>
          <p:spPr>
            <a:xfrm>
              <a:off x="2947404" y="3711565"/>
              <a:ext cx="86263" cy="114143"/>
            </a:xfrm>
            <a:custGeom>
              <a:avLst/>
              <a:gdLst/>
              <a:ahLst/>
              <a:cxnLst/>
              <a:rect l="l" t="t" r="r" b="b"/>
              <a:pathLst>
                <a:path w="5195" h="6874" extrusionOk="0">
                  <a:moveTo>
                    <a:pt x="5194" y="1"/>
                  </a:moveTo>
                  <a:lnTo>
                    <a:pt x="1552" y="64"/>
                  </a:lnTo>
                  <a:cubicBezTo>
                    <a:pt x="666" y="64"/>
                    <a:pt x="0" y="761"/>
                    <a:pt x="0" y="1648"/>
                  </a:cubicBezTo>
                  <a:lnTo>
                    <a:pt x="0" y="5543"/>
                  </a:lnTo>
                  <a:cubicBezTo>
                    <a:pt x="0" y="6113"/>
                    <a:pt x="317" y="6620"/>
                    <a:pt x="761" y="6873"/>
                  </a:cubicBezTo>
                  <a:cubicBezTo>
                    <a:pt x="2407" y="4815"/>
                    <a:pt x="4339" y="1521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53;p68">
              <a:extLst>
                <a:ext uri="{FF2B5EF4-FFF2-40B4-BE49-F238E27FC236}">
                  <a16:creationId xmlns:a16="http://schemas.microsoft.com/office/drawing/2014/main" id="{62E7DABB-B8B9-37D9-D9CE-E85BF8BB9F14}"/>
                </a:ext>
              </a:extLst>
            </p:cNvPr>
            <p:cNvSpPr/>
            <p:nvPr/>
          </p:nvSpPr>
          <p:spPr>
            <a:xfrm>
              <a:off x="3107249" y="3711565"/>
              <a:ext cx="85217" cy="113080"/>
            </a:xfrm>
            <a:custGeom>
              <a:avLst/>
              <a:gdLst/>
              <a:ahLst/>
              <a:cxnLst/>
              <a:rect l="l" t="t" r="r" b="b"/>
              <a:pathLst>
                <a:path w="5132" h="6810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081"/>
                    <a:pt x="254" y="6493"/>
                    <a:pt x="666" y="6810"/>
                  </a:cubicBezTo>
                  <a:cubicBezTo>
                    <a:pt x="2281" y="4878"/>
                    <a:pt x="4213" y="1648"/>
                    <a:pt x="513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54;p68">
              <a:extLst>
                <a:ext uri="{FF2B5EF4-FFF2-40B4-BE49-F238E27FC236}">
                  <a16:creationId xmlns:a16="http://schemas.microsoft.com/office/drawing/2014/main" id="{D4810264-E6A5-D1CA-6EB1-25079FE12996}"/>
                </a:ext>
              </a:extLst>
            </p:cNvPr>
            <p:cNvSpPr/>
            <p:nvPr/>
          </p:nvSpPr>
          <p:spPr>
            <a:xfrm>
              <a:off x="3267626" y="3711050"/>
              <a:ext cx="87840" cy="114658"/>
            </a:xfrm>
            <a:custGeom>
              <a:avLst/>
              <a:gdLst/>
              <a:ahLst/>
              <a:cxnLst/>
              <a:rect l="l" t="t" r="r" b="b"/>
              <a:pathLst>
                <a:path w="5290" h="6905" extrusionOk="0">
                  <a:moveTo>
                    <a:pt x="1521" y="0"/>
                  </a:moveTo>
                  <a:cubicBezTo>
                    <a:pt x="666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112"/>
                    <a:pt x="349" y="6619"/>
                    <a:pt x="824" y="6904"/>
                  </a:cubicBezTo>
                  <a:cubicBezTo>
                    <a:pt x="2534" y="4846"/>
                    <a:pt x="4466" y="1489"/>
                    <a:pt x="529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55;p68">
              <a:extLst>
                <a:ext uri="{FF2B5EF4-FFF2-40B4-BE49-F238E27FC236}">
                  <a16:creationId xmlns:a16="http://schemas.microsoft.com/office/drawing/2014/main" id="{B87C3853-627B-EE76-E104-F57724F62562}"/>
                </a:ext>
              </a:extLst>
            </p:cNvPr>
            <p:cNvSpPr/>
            <p:nvPr/>
          </p:nvSpPr>
          <p:spPr>
            <a:xfrm>
              <a:off x="3428002" y="3710519"/>
              <a:ext cx="92058" cy="116235"/>
            </a:xfrm>
            <a:custGeom>
              <a:avLst/>
              <a:gdLst/>
              <a:ahLst/>
              <a:cxnLst/>
              <a:rect l="l" t="t" r="r" b="b"/>
              <a:pathLst>
                <a:path w="5544" h="7000" extrusionOk="0">
                  <a:moveTo>
                    <a:pt x="1521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08"/>
                    <a:pt x="476" y="6809"/>
                    <a:pt x="1109" y="6999"/>
                  </a:cubicBezTo>
                  <a:cubicBezTo>
                    <a:pt x="2915" y="4719"/>
                    <a:pt x="4941" y="1109"/>
                    <a:pt x="554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56;p68">
              <a:extLst>
                <a:ext uri="{FF2B5EF4-FFF2-40B4-BE49-F238E27FC236}">
                  <a16:creationId xmlns:a16="http://schemas.microsoft.com/office/drawing/2014/main" id="{31D035C0-3726-9478-564C-A0C1BB2E5045}"/>
                </a:ext>
              </a:extLst>
            </p:cNvPr>
            <p:cNvSpPr/>
            <p:nvPr/>
          </p:nvSpPr>
          <p:spPr>
            <a:xfrm>
              <a:off x="3587332" y="3709473"/>
              <a:ext cx="85732" cy="113595"/>
            </a:xfrm>
            <a:custGeom>
              <a:avLst/>
              <a:gdLst/>
              <a:ahLst/>
              <a:cxnLst/>
              <a:rect l="l" t="t" r="r" b="b"/>
              <a:pathLst>
                <a:path w="5163" h="6841" extrusionOk="0">
                  <a:moveTo>
                    <a:pt x="5163" y="0"/>
                  </a:moveTo>
                  <a:lnTo>
                    <a:pt x="1553" y="32"/>
                  </a:lnTo>
                  <a:cubicBezTo>
                    <a:pt x="697" y="32"/>
                    <a:pt x="1" y="729"/>
                    <a:pt x="1" y="1615"/>
                  </a:cubicBezTo>
                  <a:lnTo>
                    <a:pt x="1" y="5542"/>
                  </a:lnTo>
                  <a:cubicBezTo>
                    <a:pt x="1" y="6081"/>
                    <a:pt x="286" y="6556"/>
                    <a:pt x="729" y="6841"/>
                  </a:cubicBezTo>
                  <a:cubicBezTo>
                    <a:pt x="2376" y="4814"/>
                    <a:pt x="4339" y="1520"/>
                    <a:pt x="516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57;p68">
              <a:extLst>
                <a:ext uri="{FF2B5EF4-FFF2-40B4-BE49-F238E27FC236}">
                  <a16:creationId xmlns:a16="http://schemas.microsoft.com/office/drawing/2014/main" id="{54190EFC-060C-2718-5F58-500C90D24B37}"/>
                </a:ext>
              </a:extLst>
            </p:cNvPr>
            <p:cNvSpPr/>
            <p:nvPr/>
          </p:nvSpPr>
          <p:spPr>
            <a:xfrm>
              <a:off x="3747709" y="3709988"/>
              <a:ext cx="87840" cy="114143"/>
            </a:xfrm>
            <a:custGeom>
              <a:avLst/>
              <a:gdLst/>
              <a:ahLst/>
              <a:cxnLst/>
              <a:rect l="l" t="t" r="r" b="b"/>
              <a:pathLst>
                <a:path w="5290" h="6874" extrusionOk="0">
                  <a:moveTo>
                    <a:pt x="1553" y="1"/>
                  </a:moveTo>
                  <a:cubicBezTo>
                    <a:pt x="666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6081"/>
                    <a:pt x="381" y="6620"/>
                    <a:pt x="856" y="6873"/>
                  </a:cubicBezTo>
                  <a:cubicBezTo>
                    <a:pt x="2534" y="4751"/>
                    <a:pt x="4498" y="1426"/>
                    <a:pt x="529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58;p68">
              <a:extLst>
                <a:ext uri="{FF2B5EF4-FFF2-40B4-BE49-F238E27FC236}">
                  <a16:creationId xmlns:a16="http://schemas.microsoft.com/office/drawing/2014/main" id="{FC16FA4A-1968-B75C-EEA8-FE6D933BA508}"/>
                </a:ext>
              </a:extLst>
            </p:cNvPr>
            <p:cNvSpPr/>
            <p:nvPr/>
          </p:nvSpPr>
          <p:spPr>
            <a:xfrm>
              <a:off x="2241210" y="3870362"/>
              <a:ext cx="80999" cy="110456"/>
            </a:xfrm>
            <a:custGeom>
              <a:avLst/>
              <a:gdLst/>
              <a:ahLst/>
              <a:cxnLst/>
              <a:rect l="l" t="t" r="r" b="b"/>
              <a:pathLst>
                <a:path w="4878" h="6652" extrusionOk="0">
                  <a:moveTo>
                    <a:pt x="1553" y="1"/>
                  </a:moveTo>
                  <a:cubicBezTo>
                    <a:pt x="698" y="1"/>
                    <a:pt x="1" y="698"/>
                    <a:pt x="1" y="1584"/>
                  </a:cubicBezTo>
                  <a:lnTo>
                    <a:pt x="1" y="5511"/>
                  </a:lnTo>
                  <a:cubicBezTo>
                    <a:pt x="1" y="5923"/>
                    <a:pt x="223" y="6335"/>
                    <a:pt x="476" y="6651"/>
                  </a:cubicBezTo>
                  <a:cubicBezTo>
                    <a:pt x="2059" y="4783"/>
                    <a:pt x="3896" y="1679"/>
                    <a:pt x="487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59;p68">
              <a:extLst>
                <a:ext uri="{FF2B5EF4-FFF2-40B4-BE49-F238E27FC236}">
                  <a16:creationId xmlns:a16="http://schemas.microsoft.com/office/drawing/2014/main" id="{65A7E9F2-B8C2-9B52-D34D-7499DF77669A}"/>
                </a:ext>
              </a:extLst>
            </p:cNvPr>
            <p:cNvSpPr/>
            <p:nvPr/>
          </p:nvSpPr>
          <p:spPr>
            <a:xfrm>
              <a:off x="2401586" y="3869316"/>
              <a:ext cx="90481" cy="114658"/>
            </a:xfrm>
            <a:custGeom>
              <a:avLst/>
              <a:gdLst/>
              <a:ahLst/>
              <a:cxnLst/>
              <a:rect l="l" t="t" r="r" b="b"/>
              <a:pathLst>
                <a:path w="5449" h="6905" extrusionOk="0">
                  <a:moveTo>
                    <a:pt x="1553" y="1"/>
                  </a:moveTo>
                  <a:cubicBezTo>
                    <a:pt x="698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113"/>
                    <a:pt x="381" y="6619"/>
                    <a:pt x="856" y="6904"/>
                  </a:cubicBezTo>
                  <a:cubicBezTo>
                    <a:pt x="2471" y="5068"/>
                    <a:pt x="4435" y="1742"/>
                    <a:pt x="544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60;p68">
              <a:extLst>
                <a:ext uri="{FF2B5EF4-FFF2-40B4-BE49-F238E27FC236}">
                  <a16:creationId xmlns:a16="http://schemas.microsoft.com/office/drawing/2014/main" id="{240B4C8F-4029-F137-C566-2B819E9E0EE7}"/>
                </a:ext>
              </a:extLst>
            </p:cNvPr>
            <p:cNvSpPr/>
            <p:nvPr/>
          </p:nvSpPr>
          <p:spPr>
            <a:xfrm>
              <a:off x="2561979" y="3868270"/>
              <a:ext cx="94665" cy="115704"/>
            </a:xfrm>
            <a:custGeom>
              <a:avLst/>
              <a:gdLst/>
              <a:ahLst/>
              <a:cxnLst/>
              <a:rect l="l" t="t" r="r" b="b"/>
              <a:pathLst>
                <a:path w="5701" h="6968" extrusionOk="0">
                  <a:moveTo>
                    <a:pt x="1552" y="0"/>
                  </a:moveTo>
                  <a:cubicBezTo>
                    <a:pt x="697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176"/>
                    <a:pt x="443" y="6777"/>
                    <a:pt x="1077" y="6967"/>
                  </a:cubicBezTo>
                  <a:cubicBezTo>
                    <a:pt x="2692" y="5194"/>
                    <a:pt x="4719" y="1837"/>
                    <a:pt x="5700" y="32"/>
                  </a:cubicBezTo>
                  <a:cubicBezTo>
                    <a:pt x="5637" y="32"/>
                    <a:pt x="5542" y="0"/>
                    <a:pt x="547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61;p68">
              <a:extLst>
                <a:ext uri="{FF2B5EF4-FFF2-40B4-BE49-F238E27FC236}">
                  <a16:creationId xmlns:a16="http://schemas.microsoft.com/office/drawing/2014/main" id="{EDE85C08-D6F7-B7BE-1BBB-4FAA507BB99C}"/>
                </a:ext>
              </a:extLst>
            </p:cNvPr>
            <p:cNvSpPr/>
            <p:nvPr/>
          </p:nvSpPr>
          <p:spPr>
            <a:xfrm>
              <a:off x="2721824" y="3868270"/>
              <a:ext cx="75221" cy="107285"/>
            </a:xfrm>
            <a:custGeom>
              <a:avLst/>
              <a:gdLst/>
              <a:ahLst/>
              <a:cxnLst/>
              <a:rect l="l" t="t" r="r" b="b"/>
              <a:pathLst>
                <a:path w="4530" h="6461" extrusionOk="0">
                  <a:moveTo>
                    <a:pt x="1552" y="0"/>
                  </a:moveTo>
                  <a:cubicBezTo>
                    <a:pt x="665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5859"/>
                    <a:pt x="127" y="6176"/>
                    <a:pt x="317" y="6461"/>
                  </a:cubicBezTo>
                  <a:cubicBezTo>
                    <a:pt x="1869" y="4561"/>
                    <a:pt x="3611" y="1584"/>
                    <a:pt x="452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62;p68">
              <a:extLst>
                <a:ext uri="{FF2B5EF4-FFF2-40B4-BE49-F238E27FC236}">
                  <a16:creationId xmlns:a16="http://schemas.microsoft.com/office/drawing/2014/main" id="{983D9E05-BEAE-7061-5D62-B65EEEA5AA3B}"/>
                </a:ext>
              </a:extLst>
            </p:cNvPr>
            <p:cNvSpPr/>
            <p:nvPr/>
          </p:nvSpPr>
          <p:spPr>
            <a:xfrm>
              <a:off x="2882732" y="3867738"/>
              <a:ext cx="95711" cy="116235"/>
            </a:xfrm>
            <a:custGeom>
              <a:avLst/>
              <a:gdLst/>
              <a:ahLst/>
              <a:cxnLst/>
              <a:rect l="l" t="t" r="r" b="b"/>
              <a:pathLst>
                <a:path w="5764" h="7000" extrusionOk="0">
                  <a:moveTo>
                    <a:pt x="1552" y="1"/>
                  </a:moveTo>
                  <a:cubicBezTo>
                    <a:pt x="697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8"/>
                    <a:pt x="475" y="6809"/>
                    <a:pt x="1109" y="6999"/>
                  </a:cubicBezTo>
                  <a:cubicBezTo>
                    <a:pt x="2755" y="5131"/>
                    <a:pt x="4751" y="1774"/>
                    <a:pt x="5764" y="32"/>
                  </a:cubicBezTo>
                  <a:cubicBezTo>
                    <a:pt x="5669" y="32"/>
                    <a:pt x="5542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63;p68">
              <a:extLst>
                <a:ext uri="{FF2B5EF4-FFF2-40B4-BE49-F238E27FC236}">
                  <a16:creationId xmlns:a16="http://schemas.microsoft.com/office/drawing/2014/main" id="{34D04EF1-E268-1ED9-3089-38A9DB73E5D8}"/>
                </a:ext>
              </a:extLst>
            </p:cNvPr>
            <p:cNvSpPr/>
            <p:nvPr/>
          </p:nvSpPr>
          <p:spPr>
            <a:xfrm>
              <a:off x="3042577" y="3867738"/>
              <a:ext cx="77844" cy="108348"/>
            </a:xfrm>
            <a:custGeom>
              <a:avLst/>
              <a:gdLst/>
              <a:ahLst/>
              <a:cxnLst/>
              <a:rect l="l" t="t" r="r" b="b"/>
              <a:pathLst>
                <a:path w="4688" h="6525" extrusionOk="0">
                  <a:moveTo>
                    <a:pt x="1552" y="1"/>
                  </a:moveTo>
                  <a:cubicBezTo>
                    <a:pt x="666" y="1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5891"/>
                    <a:pt x="159" y="6239"/>
                    <a:pt x="412" y="6524"/>
                  </a:cubicBezTo>
                  <a:cubicBezTo>
                    <a:pt x="1996" y="4593"/>
                    <a:pt x="3769" y="1584"/>
                    <a:pt x="468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64;p68">
              <a:extLst>
                <a:ext uri="{FF2B5EF4-FFF2-40B4-BE49-F238E27FC236}">
                  <a16:creationId xmlns:a16="http://schemas.microsoft.com/office/drawing/2014/main" id="{3923733D-9381-07E7-B8A7-BC1D8D7D82DA}"/>
                </a:ext>
              </a:extLst>
            </p:cNvPr>
            <p:cNvSpPr/>
            <p:nvPr/>
          </p:nvSpPr>
          <p:spPr>
            <a:xfrm>
              <a:off x="3202954" y="3867207"/>
              <a:ext cx="96774" cy="116235"/>
            </a:xfrm>
            <a:custGeom>
              <a:avLst/>
              <a:gdLst/>
              <a:ahLst/>
              <a:cxnLst/>
              <a:rect l="l" t="t" r="r" b="b"/>
              <a:pathLst>
                <a:path w="5828" h="7000" extrusionOk="0">
                  <a:moveTo>
                    <a:pt x="1552" y="1"/>
                  </a:moveTo>
                  <a:cubicBezTo>
                    <a:pt x="666" y="1"/>
                    <a:pt x="1" y="698"/>
                    <a:pt x="1" y="1584"/>
                  </a:cubicBezTo>
                  <a:lnTo>
                    <a:pt x="1" y="5480"/>
                  </a:lnTo>
                  <a:cubicBezTo>
                    <a:pt x="1" y="6240"/>
                    <a:pt x="507" y="6841"/>
                    <a:pt x="1236" y="7000"/>
                  </a:cubicBezTo>
                  <a:cubicBezTo>
                    <a:pt x="2851" y="5131"/>
                    <a:pt x="4846" y="1711"/>
                    <a:pt x="5828" y="33"/>
                  </a:cubicBezTo>
                  <a:cubicBezTo>
                    <a:pt x="5701" y="1"/>
                    <a:pt x="5574" y="1"/>
                    <a:pt x="547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65;p68">
              <a:extLst>
                <a:ext uri="{FF2B5EF4-FFF2-40B4-BE49-F238E27FC236}">
                  <a16:creationId xmlns:a16="http://schemas.microsoft.com/office/drawing/2014/main" id="{09BEEA02-0438-893F-84B4-04AD5FA9643E}"/>
                </a:ext>
              </a:extLst>
            </p:cNvPr>
            <p:cNvSpPr/>
            <p:nvPr/>
          </p:nvSpPr>
          <p:spPr>
            <a:xfrm>
              <a:off x="3362815" y="3865630"/>
              <a:ext cx="90464" cy="115189"/>
            </a:xfrm>
            <a:custGeom>
              <a:avLst/>
              <a:gdLst/>
              <a:ahLst/>
              <a:cxnLst/>
              <a:rect l="l" t="t" r="r" b="b"/>
              <a:pathLst>
                <a:path w="5448" h="6937" extrusionOk="0">
                  <a:moveTo>
                    <a:pt x="5447" y="1"/>
                  </a:moveTo>
                  <a:lnTo>
                    <a:pt x="1552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76"/>
                    <a:pt x="348" y="6683"/>
                    <a:pt x="887" y="6936"/>
                  </a:cubicBezTo>
                  <a:cubicBezTo>
                    <a:pt x="2565" y="5005"/>
                    <a:pt x="4560" y="1648"/>
                    <a:pt x="544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66;p68">
              <a:extLst>
                <a:ext uri="{FF2B5EF4-FFF2-40B4-BE49-F238E27FC236}">
                  <a16:creationId xmlns:a16="http://schemas.microsoft.com/office/drawing/2014/main" id="{58394DB0-E430-EF92-4978-563689C82D52}"/>
                </a:ext>
              </a:extLst>
            </p:cNvPr>
            <p:cNvSpPr/>
            <p:nvPr/>
          </p:nvSpPr>
          <p:spPr>
            <a:xfrm>
              <a:off x="3523192" y="3865115"/>
              <a:ext cx="83623" cy="112549"/>
            </a:xfrm>
            <a:custGeom>
              <a:avLst/>
              <a:gdLst/>
              <a:ahLst/>
              <a:cxnLst/>
              <a:rect l="l" t="t" r="r" b="b"/>
              <a:pathLst>
                <a:path w="5036" h="6778" extrusionOk="0">
                  <a:moveTo>
                    <a:pt x="5035" y="0"/>
                  </a:moveTo>
                  <a:lnTo>
                    <a:pt x="1520" y="32"/>
                  </a:lnTo>
                  <a:cubicBezTo>
                    <a:pt x="665" y="32"/>
                    <a:pt x="0" y="760"/>
                    <a:pt x="0" y="1615"/>
                  </a:cubicBezTo>
                  <a:lnTo>
                    <a:pt x="0" y="5542"/>
                  </a:lnTo>
                  <a:cubicBezTo>
                    <a:pt x="0" y="6049"/>
                    <a:pt x="222" y="6492"/>
                    <a:pt x="633" y="6777"/>
                  </a:cubicBezTo>
                  <a:cubicBezTo>
                    <a:pt x="2249" y="4782"/>
                    <a:pt x="4149" y="1584"/>
                    <a:pt x="503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67;p68">
              <a:extLst>
                <a:ext uri="{FF2B5EF4-FFF2-40B4-BE49-F238E27FC236}">
                  <a16:creationId xmlns:a16="http://schemas.microsoft.com/office/drawing/2014/main" id="{651F44C5-6071-C8FA-F8F4-F76328CA695D}"/>
                </a:ext>
              </a:extLst>
            </p:cNvPr>
            <p:cNvSpPr/>
            <p:nvPr/>
          </p:nvSpPr>
          <p:spPr>
            <a:xfrm>
              <a:off x="3683037" y="3864052"/>
              <a:ext cx="85732" cy="114143"/>
            </a:xfrm>
            <a:custGeom>
              <a:avLst/>
              <a:gdLst/>
              <a:ahLst/>
              <a:cxnLst/>
              <a:rect l="l" t="t" r="r" b="b"/>
              <a:pathLst>
                <a:path w="5163" h="6874" extrusionOk="0">
                  <a:moveTo>
                    <a:pt x="5163" y="1"/>
                  </a:moveTo>
                  <a:lnTo>
                    <a:pt x="1521" y="64"/>
                  </a:lnTo>
                  <a:cubicBezTo>
                    <a:pt x="666" y="64"/>
                    <a:pt x="0" y="761"/>
                    <a:pt x="0" y="1648"/>
                  </a:cubicBezTo>
                  <a:lnTo>
                    <a:pt x="0" y="5575"/>
                  </a:lnTo>
                  <a:cubicBezTo>
                    <a:pt x="0" y="6113"/>
                    <a:pt x="254" y="6588"/>
                    <a:pt x="697" y="6873"/>
                  </a:cubicBezTo>
                  <a:cubicBezTo>
                    <a:pt x="2376" y="4878"/>
                    <a:pt x="4276" y="1584"/>
                    <a:pt x="5163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68;p68">
              <a:extLst>
                <a:ext uri="{FF2B5EF4-FFF2-40B4-BE49-F238E27FC236}">
                  <a16:creationId xmlns:a16="http://schemas.microsoft.com/office/drawing/2014/main" id="{D51A83E3-51A8-6A97-144E-1190DB2DD683}"/>
                </a:ext>
              </a:extLst>
            </p:cNvPr>
            <p:cNvSpPr/>
            <p:nvPr/>
          </p:nvSpPr>
          <p:spPr>
            <a:xfrm>
              <a:off x="3843413" y="3864052"/>
              <a:ext cx="93088" cy="116235"/>
            </a:xfrm>
            <a:custGeom>
              <a:avLst/>
              <a:gdLst/>
              <a:ahLst/>
              <a:cxnLst/>
              <a:rect l="l" t="t" r="r" b="b"/>
              <a:pathLst>
                <a:path w="5606" h="7000" extrusionOk="0">
                  <a:moveTo>
                    <a:pt x="5606" y="1"/>
                  </a:moveTo>
                  <a:lnTo>
                    <a:pt x="5448" y="33"/>
                  </a:lnTo>
                  <a:lnTo>
                    <a:pt x="1521" y="33"/>
                  </a:lnTo>
                  <a:cubicBezTo>
                    <a:pt x="666" y="33"/>
                    <a:pt x="1" y="729"/>
                    <a:pt x="1" y="1616"/>
                  </a:cubicBezTo>
                  <a:lnTo>
                    <a:pt x="1" y="5511"/>
                  </a:lnTo>
                  <a:cubicBezTo>
                    <a:pt x="1" y="6208"/>
                    <a:pt x="412" y="6778"/>
                    <a:pt x="1014" y="7000"/>
                  </a:cubicBezTo>
                  <a:cubicBezTo>
                    <a:pt x="2724" y="5005"/>
                    <a:pt x="4688" y="1648"/>
                    <a:pt x="560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69;p68">
              <a:extLst>
                <a:ext uri="{FF2B5EF4-FFF2-40B4-BE49-F238E27FC236}">
                  <a16:creationId xmlns:a16="http://schemas.microsoft.com/office/drawing/2014/main" id="{DE8DC228-5E12-3A71-A142-8BE0D46E9349}"/>
                </a:ext>
              </a:extLst>
            </p:cNvPr>
            <p:cNvSpPr/>
            <p:nvPr/>
          </p:nvSpPr>
          <p:spPr>
            <a:xfrm>
              <a:off x="1900483" y="4031799"/>
              <a:ext cx="93619" cy="115704"/>
            </a:xfrm>
            <a:custGeom>
              <a:avLst/>
              <a:gdLst/>
              <a:ahLst/>
              <a:cxnLst/>
              <a:rect l="l" t="t" r="r" b="b"/>
              <a:pathLst>
                <a:path w="5638" h="6968" extrusionOk="0">
                  <a:moveTo>
                    <a:pt x="1520" y="0"/>
                  </a:moveTo>
                  <a:cubicBezTo>
                    <a:pt x="665" y="0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176"/>
                    <a:pt x="380" y="6746"/>
                    <a:pt x="982" y="6967"/>
                  </a:cubicBezTo>
                  <a:cubicBezTo>
                    <a:pt x="2597" y="5226"/>
                    <a:pt x="4624" y="1869"/>
                    <a:pt x="563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70;p68">
              <a:extLst>
                <a:ext uri="{FF2B5EF4-FFF2-40B4-BE49-F238E27FC236}">
                  <a16:creationId xmlns:a16="http://schemas.microsoft.com/office/drawing/2014/main" id="{5F0D24BF-EE03-AC6E-2565-AEF1A9DB1905}"/>
                </a:ext>
              </a:extLst>
            </p:cNvPr>
            <p:cNvSpPr/>
            <p:nvPr/>
          </p:nvSpPr>
          <p:spPr>
            <a:xfrm>
              <a:off x="2060859" y="4030736"/>
              <a:ext cx="89418" cy="114143"/>
            </a:xfrm>
            <a:custGeom>
              <a:avLst/>
              <a:gdLst/>
              <a:ahLst/>
              <a:cxnLst/>
              <a:rect l="l" t="t" r="r" b="b"/>
              <a:pathLst>
                <a:path w="5385" h="6874" extrusionOk="0">
                  <a:moveTo>
                    <a:pt x="5384" y="1"/>
                  </a:moveTo>
                  <a:lnTo>
                    <a:pt x="1521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5"/>
                    <a:pt x="317" y="6620"/>
                    <a:pt x="792" y="6873"/>
                  </a:cubicBezTo>
                  <a:cubicBezTo>
                    <a:pt x="2407" y="5100"/>
                    <a:pt x="4339" y="1806"/>
                    <a:pt x="538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71;p68">
              <a:extLst>
                <a:ext uri="{FF2B5EF4-FFF2-40B4-BE49-F238E27FC236}">
                  <a16:creationId xmlns:a16="http://schemas.microsoft.com/office/drawing/2014/main" id="{E0ED48BB-B0B4-C719-19D2-E5F4F24E83BA}"/>
                </a:ext>
              </a:extLst>
            </p:cNvPr>
            <p:cNvSpPr/>
            <p:nvPr/>
          </p:nvSpPr>
          <p:spPr>
            <a:xfrm>
              <a:off x="2220189" y="4031267"/>
              <a:ext cx="88355" cy="113611"/>
            </a:xfrm>
            <a:custGeom>
              <a:avLst/>
              <a:gdLst/>
              <a:ahLst/>
              <a:cxnLst/>
              <a:rect l="l" t="t" r="r" b="b"/>
              <a:pathLst>
                <a:path w="5321" h="6842" extrusionOk="0">
                  <a:moveTo>
                    <a:pt x="1552" y="1"/>
                  </a:moveTo>
                  <a:cubicBezTo>
                    <a:pt x="697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049"/>
                    <a:pt x="317" y="6588"/>
                    <a:pt x="760" y="6841"/>
                  </a:cubicBezTo>
                  <a:cubicBezTo>
                    <a:pt x="2375" y="5036"/>
                    <a:pt x="4339" y="1742"/>
                    <a:pt x="532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72;p68">
              <a:extLst>
                <a:ext uri="{FF2B5EF4-FFF2-40B4-BE49-F238E27FC236}">
                  <a16:creationId xmlns:a16="http://schemas.microsoft.com/office/drawing/2014/main" id="{13FEE6BC-84FD-8254-C27B-B8F27174C1AB}"/>
                </a:ext>
              </a:extLst>
            </p:cNvPr>
            <p:cNvSpPr/>
            <p:nvPr/>
          </p:nvSpPr>
          <p:spPr>
            <a:xfrm>
              <a:off x="2380566" y="4029690"/>
              <a:ext cx="86246" cy="113080"/>
            </a:xfrm>
            <a:custGeom>
              <a:avLst/>
              <a:gdLst/>
              <a:ahLst/>
              <a:cxnLst/>
              <a:rect l="l" t="t" r="r" b="b"/>
              <a:pathLst>
                <a:path w="5194" h="6810" extrusionOk="0">
                  <a:moveTo>
                    <a:pt x="5194" y="1"/>
                  </a:moveTo>
                  <a:lnTo>
                    <a:pt x="1552" y="64"/>
                  </a:lnTo>
                  <a:cubicBezTo>
                    <a:pt x="697" y="64"/>
                    <a:pt x="0" y="761"/>
                    <a:pt x="0" y="1647"/>
                  </a:cubicBezTo>
                  <a:lnTo>
                    <a:pt x="0" y="5543"/>
                  </a:lnTo>
                  <a:cubicBezTo>
                    <a:pt x="0" y="6081"/>
                    <a:pt x="285" y="6556"/>
                    <a:pt x="697" y="6809"/>
                  </a:cubicBezTo>
                  <a:cubicBezTo>
                    <a:pt x="2312" y="4973"/>
                    <a:pt x="4212" y="1742"/>
                    <a:pt x="519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73;p68">
              <a:extLst>
                <a:ext uri="{FF2B5EF4-FFF2-40B4-BE49-F238E27FC236}">
                  <a16:creationId xmlns:a16="http://schemas.microsoft.com/office/drawing/2014/main" id="{B4B04FA0-AAE0-6E06-74F5-D6A61579A204}"/>
                </a:ext>
              </a:extLst>
            </p:cNvPr>
            <p:cNvSpPr/>
            <p:nvPr/>
          </p:nvSpPr>
          <p:spPr>
            <a:xfrm>
              <a:off x="2540942" y="4030221"/>
              <a:ext cx="86246" cy="113080"/>
            </a:xfrm>
            <a:custGeom>
              <a:avLst/>
              <a:gdLst/>
              <a:ahLst/>
              <a:cxnLst/>
              <a:rect l="l" t="t" r="r" b="b"/>
              <a:pathLst>
                <a:path w="5194" h="6810" extrusionOk="0">
                  <a:moveTo>
                    <a:pt x="1552" y="0"/>
                  </a:moveTo>
                  <a:cubicBezTo>
                    <a:pt x="697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049"/>
                    <a:pt x="285" y="6524"/>
                    <a:pt x="697" y="6809"/>
                  </a:cubicBezTo>
                  <a:cubicBezTo>
                    <a:pt x="2312" y="4941"/>
                    <a:pt x="4212" y="1679"/>
                    <a:pt x="519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74;p68">
              <a:extLst>
                <a:ext uri="{FF2B5EF4-FFF2-40B4-BE49-F238E27FC236}">
                  <a16:creationId xmlns:a16="http://schemas.microsoft.com/office/drawing/2014/main" id="{06F375CC-5AB3-9A4A-B226-56864EA54755}"/>
                </a:ext>
              </a:extLst>
            </p:cNvPr>
            <p:cNvSpPr/>
            <p:nvPr/>
          </p:nvSpPr>
          <p:spPr>
            <a:xfrm>
              <a:off x="2700787" y="4029159"/>
              <a:ext cx="86794" cy="113080"/>
            </a:xfrm>
            <a:custGeom>
              <a:avLst/>
              <a:gdLst/>
              <a:ahLst/>
              <a:cxnLst/>
              <a:rect l="l" t="t" r="r" b="b"/>
              <a:pathLst>
                <a:path w="5227" h="6810" extrusionOk="0">
                  <a:moveTo>
                    <a:pt x="1552" y="1"/>
                  </a:moveTo>
                  <a:cubicBezTo>
                    <a:pt x="666" y="1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050"/>
                    <a:pt x="286" y="6556"/>
                    <a:pt x="729" y="6810"/>
                  </a:cubicBezTo>
                  <a:cubicBezTo>
                    <a:pt x="2344" y="4973"/>
                    <a:pt x="4276" y="1711"/>
                    <a:pt x="522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75;p68">
              <a:extLst>
                <a:ext uri="{FF2B5EF4-FFF2-40B4-BE49-F238E27FC236}">
                  <a16:creationId xmlns:a16="http://schemas.microsoft.com/office/drawing/2014/main" id="{43DD6EDB-1C9B-390D-886B-EB8D5C7B0495}"/>
                </a:ext>
              </a:extLst>
            </p:cNvPr>
            <p:cNvSpPr/>
            <p:nvPr/>
          </p:nvSpPr>
          <p:spPr>
            <a:xfrm>
              <a:off x="2861164" y="4028113"/>
              <a:ext cx="86794" cy="113611"/>
            </a:xfrm>
            <a:custGeom>
              <a:avLst/>
              <a:gdLst/>
              <a:ahLst/>
              <a:cxnLst/>
              <a:rect l="l" t="t" r="r" b="b"/>
              <a:pathLst>
                <a:path w="5227" h="6842" extrusionOk="0">
                  <a:moveTo>
                    <a:pt x="5226" y="1"/>
                  </a:moveTo>
                  <a:lnTo>
                    <a:pt x="1553" y="32"/>
                  </a:lnTo>
                  <a:cubicBezTo>
                    <a:pt x="666" y="32"/>
                    <a:pt x="1" y="761"/>
                    <a:pt x="1" y="1616"/>
                  </a:cubicBezTo>
                  <a:lnTo>
                    <a:pt x="1" y="5543"/>
                  </a:lnTo>
                  <a:cubicBezTo>
                    <a:pt x="1" y="6081"/>
                    <a:pt x="286" y="6556"/>
                    <a:pt x="729" y="6841"/>
                  </a:cubicBezTo>
                  <a:cubicBezTo>
                    <a:pt x="2344" y="4941"/>
                    <a:pt x="4276" y="1711"/>
                    <a:pt x="522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76;p68">
              <a:extLst>
                <a:ext uri="{FF2B5EF4-FFF2-40B4-BE49-F238E27FC236}">
                  <a16:creationId xmlns:a16="http://schemas.microsoft.com/office/drawing/2014/main" id="{6776451B-9BA1-C3F5-A3AB-C39B0A9C4B3F}"/>
                </a:ext>
              </a:extLst>
            </p:cNvPr>
            <p:cNvSpPr/>
            <p:nvPr/>
          </p:nvSpPr>
          <p:spPr>
            <a:xfrm>
              <a:off x="3021540" y="4027581"/>
              <a:ext cx="87309" cy="113611"/>
            </a:xfrm>
            <a:custGeom>
              <a:avLst/>
              <a:gdLst/>
              <a:ahLst/>
              <a:cxnLst/>
              <a:rect l="l" t="t" r="r" b="b"/>
              <a:pathLst>
                <a:path w="5258" h="6842" extrusionOk="0">
                  <a:moveTo>
                    <a:pt x="5258" y="1"/>
                  </a:moveTo>
                  <a:lnTo>
                    <a:pt x="1553" y="33"/>
                  </a:lnTo>
                  <a:cubicBezTo>
                    <a:pt x="666" y="33"/>
                    <a:pt x="1" y="729"/>
                    <a:pt x="1" y="1616"/>
                  </a:cubicBezTo>
                  <a:lnTo>
                    <a:pt x="1" y="5543"/>
                  </a:lnTo>
                  <a:cubicBezTo>
                    <a:pt x="1" y="6081"/>
                    <a:pt x="317" y="6588"/>
                    <a:pt x="761" y="6841"/>
                  </a:cubicBezTo>
                  <a:cubicBezTo>
                    <a:pt x="2376" y="4941"/>
                    <a:pt x="4308" y="1648"/>
                    <a:pt x="52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77;p68">
              <a:extLst>
                <a:ext uri="{FF2B5EF4-FFF2-40B4-BE49-F238E27FC236}">
                  <a16:creationId xmlns:a16="http://schemas.microsoft.com/office/drawing/2014/main" id="{78BA3AEF-29C9-1A2B-F7D7-AE875021CD0C}"/>
                </a:ext>
              </a:extLst>
            </p:cNvPr>
            <p:cNvSpPr/>
            <p:nvPr/>
          </p:nvSpPr>
          <p:spPr>
            <a:xfrm>
              <a:off x="3181402" y="4028113"/>
              <a:ext cx="87309" cy="113611"/>
            </a:xfrm>
            <a:custGeom>
              <a:avLst/>
              <a:gdLst/>
              <a:ahLst/>
              <a:cxnLst/>
              <a:rect l="l" t="t" r="r" b="b"/>
              <a:pathLst>
                <a:path w="5258" h="6842" extrusionOk="0">
                  <a:moveTo>
                    <a:pt x="1552" y="1"/>
                  </a:moveTo>
                  <a:cubicBezTo>
                    <a:pt x="665" y="1"/>
                    <a:pt x="0" y="697"/>
                    <a:pt x="0" y="1584"/>
                  </a:cubicBezTo>
                  <a:lnTo>
                    <a:pt x="0" y="5511"/>
                  </a:lnTo>
                  <a:cubicBezTo>
                    <a:pt x="0" y="6049"/>
                    <a:pt x="317" y="6556"/>
                    <a:pt x="760" y="6841"/>
                  </a:cubicBezTo>
                  <a:cubicBezTo>
                    <a:pt x="2407" y="4909"/>
                    <a:pt x="4307" y="1647"/>
                    <a:pt x="525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78;p68">
              <a:extLst>
                <a:ext uri="{FF2B5EF4-FFF2-40B4-BE49-F238E27FC236}">
                  <a16:creationId xmlns:a16="http://schemas.microsoft.com/office/drawing/2014/main" id="{FA1D4792-168F-8D93-98F9-C8C18BB57580}"/>
                </a:ext>
              </a:extLst>
            </p:cNvPr>
            <p:cNvSpPr/>
            <p:nvPr/>
          </p:nvSpPr>
          <p:spPr>
            <a:xfrm>
              <a:off x="3341778" y="4027067"/>
              <a:ext cx="87824" cy="114126"/>
            </a:xfrm>
            <a:custGeom>
              <a:avLst/>
              <a:gdLst/>
              <a:ahLst/>
              <a:cxnLst/>
              <a:rect l="l" t="t" r="r" b="b"/>
              <a:pathLst>
                <a:path w="5289" h="6873" extrusionOk="0">
                  <a:moveTo>
                    <a:pt x="5289" y="0"/>
                  </a:moveTo>
                  <a:lnTo>
                    <a:pt x="1552" y="32"/>
                  </a:lnTo>
                  <a:cubicBezTo>
                    <a:pt x="665" y="32"/>
                    <a:pt x="0" y="729"/>
                    <a:pt x="0" y="1615"/>
                  </a:cubicBezTo>
                  <a:lnTo>
                    <a:pt x="0" y="5511"/>
                  </a:lnTo>
                  <a:cubicBezTo>
                    <a:pt x="0" y="6112"/>
                    <a:pt x="317" y="6587"/>
                    <a:pt x="792" y="6872"/>
                  </a:cubicBezTo>
                  <a:cubicBezTo>
                    <a:pt x="2439" y="4909"/>
                    <a:pt x="4402" y="1647"/>
                    <a:pt x="528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79;p68">
              <a:extLst>
                <a:ext uri="{FF2B5EF4-FFF2-40B4-BE49-F238E27FC236}">
                  <a16:creationId xmlns:a16="http://schemas.microsoft.com/office/drawing/2014/main" id="{5FD917CC-4444-DA28-4A5D-148C603B827D}"/>
                </a:ext>
              </a:extLst>
            </p:cNvPr>
            <p:cNvSpPr/>
            <p:nvPr/>
          </p:nvSpPr>
          <p:spPr>
            <a:xfrm>
              <a:off x="3502155" y="4026004"/>
              <a:ext cx="87840" cy="114658"/>
            </a:xfrm>
            <a:custGeom>
              <a:avLst/>
              <a:gdLst/>
              <a:ahLst/>
              <a:cxnLst/>
              <a:rect l="l" t="t" r="r" b="b"/>
              <a:pathLst>
                <a:path w="5290" h="6905" extrusionOk="0">
                  <a:moveTo>
                    <a:pt x="5289" y="1"/>
                  </a:moveTo>
                  <a:lnTo>
                    <a:pt x="1552" y="33"/>
                  </a:lnTo>
                  <a:cubicBezTo>
                    <a:pt x="665" y="33"/>
                    <a:pt x="0" y="761"/>
                    <a:pt x="0" y="1616"/>
                  </a:cubicBezTo>
                  <a:lnTo>
                    <a:pt x="0" y="5543"/>
                  </a:lnTo>
                  <a:cubicBezTo>
                    <a:pt x="0" y="6145"/>
                    <a:pt x="317" y="6651"/>
                    <a:pt x="792" y="6905"/>
                  </a:cubicBezTo>
                  <a:cubicBezTo>
                    <a:pt x="2439" y="4941"/>
                    <a:pt x="4402" y="1616"/>
                    <a:pt x="528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80;p68">
              <a:extLst>
                <a:ext uri="{FF2B5EF4-FFF2-40B4-BE49-F238E27FC236}">
                  <a16:creationId xmlns:a16="http://schemas.microsoft.com/office/drawing/2014/main" id="{7F155084-61D1-FB44-8D3D-80957B9FAB1B}"/>
                </a:ext>
              </a:extLst>
            </p:cNvPr>
            <p:cNvSpPr/>
            <p:nvPr/>
          </p:nvSpPr>
          <p:spPr>
            <a:xfrm>
              <a:off x="1901014" y="4182709"/>
              <a:ext cx="94665" cy="116750"/>
            </a:xfrm>
            <a:custGeom>
              <a:avLst/>
              <a:gdLst/>
              <a:ahLst/>
              <a:cxnLst/>
              <a:rect l="l" t="t" r="r" b="b"/>
              <a:pathLst>
                <a:path w="5701" h="7031" extrusionOk="0">
                  <a:moveTo>
                    <a:pt x="1552" y="0"/>
                  </a:moveTo>
                  <a:cubicBezTo>
                    <a:pt x="665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39"/>
                    <a:pt x="538" y="6872"/>
                    <a:pt x="1235" y="7031"/>
                  </a:cubicBezTo>
                  <a:cubicBezTo>
                    <a:pt x="3040" y="4687"/>
                    <a:pt x="5099" y="1077"/>
                    <a:pt x="5700" y="32"/>
                  </a:cubicBezTo>
                  <a:cubicBezTo>
                    <a:pt x="5605" y="32"/>
                    <a:pt x="5542" y="0"/>
                    <a:pt x="5447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81;p68">
              <a:extLst>
                <a:ext uri="{FF2B5EF4-FFF2-40B4-BE49-F238E27FC236}">
                  <a16:creationId xmlns:a16="http://schemas.microsoft.com/office/drawing/2014/main" id="{0C757BA6-47BD-0995-E562-F6F31AE6E841}"/>
                </a:ext>
              </a:extLst>
            </p:cNvPr>
            <p:cNvSpPr/>
            <p:nvPr/>
          </p:nvSpPr>
          <p:spPr>
            <a:xfrm>
              <a:off x="2061390" y="4182709"/>
              <a:ext cx="93088" cy="116235"/>
            </a:xfrm>
            <a:custGeom>
              <a:avLst/>
              <a:gdLst/>
              <a:ahLst/>
              <a:cxnLst/>
              <a:rect l="l" t="t" r="r" b="b"/>
              <a:pathLst>
                <a:path w="5606" h="7000" extrusionOk="0">
                  <a:moveTo>
                    <a:pt x="1552" y="0"/>
                  </a:moveTo>
                  <a:cubicBezTo>
                    <a:pt x="665" y="0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7"/>
                    <a:pt x="507" y="6841"/>
                    <a:pt x="1172" y="6999"/>
                  </a:cubicBezTo>
                  <a:cubicBezTo>
                    <a:pt x="3040" y="4624"/>
                    <a:pt x="5067" y="1014"/>
                    <a:pt x="5606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82;p68">
              <a:extLst>
                <a:ext uri="{FF2B5EF4-FFF2-40B4-BE49-F238E27FC236}">
                  <a16:creationId xmlns:a16="http://schemas.microsoft.com/office/drawing/2014/main" id="{EACDF6EA-E665-33C4-7645-42E354BBB3FA}"/>
                </a:ext>
              </a:extLst>
            </p:cNvPr>
            <p:cNvSpPr/>
            <p:nvPr/>
          </p:nvSpPr>
          <p:spPr>
            <a:xfrm>
              <a:off x="2221767" y="4181646"/>
              <a:ext cx="94134" cy="116766"/>
            </a:xfrm>
            <a:custGeom>
              <a:avLst/>
              <a:gdLst/>
              <a:ahLst/>
              <a:cxnLst/>
              <a:rect l="l" t="t" r="r" b="b"/>
              <a:pathLst>
                <a:path w="5669" h="7032" extrusionOk="0">
                  <a:moveTo>
                    <a:pt x="1552" y="1"/>
                  </a:moveTo>
                  <a:cubicBezTo>
                    <a:pt x="665" y="1"/>
                    <a:pt x="0" y="729"/>
                    <a:pt x="0" y="1584"/>
                  </a:cubicBezTo>
                  <a:lnTo>
                    <a:pt x="0" y="5511"/>
                  </a:lnTo>
                  <a:cubicBezTo>
                    <a:pt x="0" y="6271"/>
                    <a:pt x="507" y="6905"/>
                    <a:pt x="1235" y="7031"/>
                  </a:cubicBezTo>
                  <a:cubicBezTo>
                    <a:pt x="3072" y="4656"/>
                    <a:pt x="5131" y="951"/>
                    <a:pt x="566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83;p68">
              <a:extLst>
                <a:ext uri="{FF2B5EF4-FFF2-40B4-BE49-F238E27FC236}">
                  <a16:creationId xmlns:a16="http://schemas.microsoft.com/office/drawing/2014/main" id="{EE0CA796-8B39-9071-7B44-0AE62F44D124}"/>
                </a:ext>
              </a:extLst>
            </p:cNvPr>
            <p:cNvSpPr/>
            <p:nvPr/>
          </p:nvSpPr>
          <p:spPr>
            <a:xfrm>
              <a:off x="2381612" y="4181132"/>
              <a:ext cx="94665" cy="117281"/>
            </a:xfrm>
            <a:custGeom>
              <a:avLst/>
              <a:gdLst/>
              <a:ahLst/>
              <a:cxnLst/>
              <a:rect l="l" t="t" r="r" b="b"/>
              <a:pathLst>
                <a:path w="5701" h="7063" extrusionOk="0">
                  <a:moveTo>
                    <a:pt x="1521" y="0"/>
                  </a:moveTo>
                  <a:cubicBezTo>
                    <a:pt x="666" y="0"/>
                    <a:pt x="1" y="729"/>
                    <a:pt x="1" y="1584"/>
                  </a:cubicBezTo>
                  <a:lnTo>
                    <a:pt x="1" y="5511"/>
                  </a:lnTo>
                  <a:cubicBezTo>
                    <a:pt x="1" y="6271"/>
                    <a:pt x="539" y="6904"/>
                    <a:pt x="1267" y="7062"/>
                  </a:cubicBezTo>
                  <a:cubicBezTo>
                    <a:pt x="3104" y="4624"/>
                    <a:pt x="5163" y="950"/>
                    <a:pt x="5701" y="32"/>
                  </a:cubicBezTo>
                  <a:cubicBezTo>
                    <a:pt x="5606" y="0"/>
                    <a:pt x="5543" y="0"/>
                    <a:pt x="544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84;p68">
              <a:extLst>
                <a:ext uri="{FF2B5EF4-FFF2-40B4-BE49-F238E27FC236}">
                  <a16:creationId xmlns:a16="http://schemas.microsoft.com/office/drawing/2014/main" id="{FC19CFBB-CAC0-C3D8-6C77-A38689514B83}"/>
                </a:ext>
              </a:extLst>
            </p:cNvPr>
            <p:cNvSpPr/>
            <p:nvPr/>
          </p:nvSpPr>
          <p:spPr>
            <a:xfrm>
              <a:off x="3342293" y="4177977"/>
              <a:ext cx="93636" cy="116235"/>
            </a:xfrm>
            <a:custGeom>
              <a:avLst/>
              <a:gdLst/>
              <a:ahLst/>
              <a:cxnLst/>
              <a:rect l="l" t="t" r="r" b="b"/>
              <a:pathLst>
                <a:path w="5639" h="7000" extrusionOk="0">
                  <a:moveTo>
                    <a:pt x="1553" y="0"/>
                  </a:moveTo>
                  <a:cubicBezTo>
                    <a:pt x="666" y="0"/>
                    <a:pt x="1" y="697"/>
                    <a:pt x="1" y="1584"/>
                  </a:cubicBezTo>
                  <a:lnTo>
                    <a:pt x="1" y="5511"/>
                  </a:lnTo>
                  <a:cubicBezTo>
                    <a:pt x="1" y="6207"/>
                    <a:pt x="476" y="6809"/>
                    <a:pt x="1141" y="6999"/>
                  </a:cubicBezTo>
                  <a:cubicBezTo>
                    <a:pt x="2978" y="4751"/>
                    <a:pt x="4941" y="1172"/>
                    <a:pt x="5638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85;p68">
              <a:extLst>
                <a:ext uri="{FF2B5EF4-FFF2-40B4-BE49-F238E27FC236}">
                  <a16:creationId xmlns:a16="http://schemas.microsoft.com/office/drawing/2014/main" id="{C4D71C68-8338-6779-8411-062DA1583AA2}"/>
                </a:ext>
              </a:extLst>
            </p:cNvPr>
            <p:cNvSpPr/>
            <p:nvPr/>
          </p:nvSpPr>
          <p:spPr>
            <a:xfrm>
              <a:off x="3502686" y="4177446"/>
              <a:ext cx="93619" cy="116235"/>
            </a:xfrm>
            <a:custGeom>
              <a:avLst/>
              <a:gdLst/>
              <a:ahLst/>
              <a:cxnLst/>
              <a:rect l="l" t="t" r="r" b="b"/>
              <a:pathLst>
                <a:path w="5638" h="7000" extrusionOk="0">
                  <a:moveTo>
                    <a:pt x="1552" y="1"/>
                  </a:moveTo>
                  <a:cubicBezTo>
                    <a:pt x="665" y="1"/>
                    <a:pt x="0" y="697"/>
                    <a:pt x="0" y="1584"/>
                  </a:cubicBezTo>
                  <a:lnTo>
                    <a:pt x="0" y="5479"/>
                  </a:lnTo>
                  <a:cubicBezTo>
                    <a:pt x="0" y="6208"/>
                    <a:pt x="475" y="6809"/>
                    <a:pt x="1140" y="6999"/>
                  </a:cubicBezTo>
                  <a:cubicBezTo>
                    <a:pt x="2977" y="4688"/>
                    <a:pt x="5004" y="1141"/>
                    <a:pt x="5637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86;p68">
              <a:extLst>
                <a:ext uri="{FF2B5EF4-FFF2-40B4-BE49-F238E27FC236}">
                  <a16:creationId xmlns:a16="http://schemas.microsoft.com/office/drawing/2014/main" id="{2C95F5C0-D011-BE35-9DB4-E7A79DCCC4CC}"/>
                </a:ext>
              </a:extLst>
            </p:cNvPr>
            <p:cNvSpPr/>
            <p:nvPr/>
          </p:nvSpPr>
          <p:spPr>
            <a:xfrm>
              <a:off x="2561979" y="4180069"/>
              <a:ext cx="280292" cy="118344"/>
            </a:xfrm>
            <a:custGeom>
              <a:avLst/>
              <a:gdLst/>
              <a:ahLst/>
              <a:cxnLst/>
              <a:rect l="l" t="t" r="r" b="b"/>
              <a:pathLst>
                <a:path w="16880" h="7127" extrusionOk="0">
                  <a:moveTo>
                    <a:pt x="16880" y="1"/>
                  </a:moveTo>
                  <a:lnTo>
                    <a:pt x="1045" y="33"/>
                  </a:lnTo>
                  <a:cubicBezTo>
                    <a:pt x="475" y="33"/>
                    <a:pt x="0" y="508"/>
                    <a:pt x="0" y="1046"/>
                  </a:cubicBezTo>
                  <a:lnTo>
                    <a:pt x="0" y="6081"/>
                  </a:lnTo>
                  <a:cubicBezTo>
                    <a:pt x="0" y="6651"/>
                    <a:pt x="475" y="7126"/>
                    <a:pt x="1045" y="7126"/>
                  </a:cubicBezTo>
                  <a:lnTo>
                    <a:pt x="10039" y="7063"/>
                  </a:lnTo>
                  <a:lnTo>
                    <a:pt x="1688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87;p68">
              <a:extLst>
                <a:ext uri="{FF2B5EF4-FFF2-40B4-BE49-F238E27FC236}">
                  <a16:creationId xmlns:a16="http://schemas.microsoft.com/office/drawing/2014/main" id="{D8233524-4852-A532-99DD-27F675D17051}"/>
                </a:ext>
              </a:extLst>
            </p:cNvPr>
            <p:cNvSpPr/>
            <p:nvPr/>
          </p:nvSpPr>
          <p:spPr>
            <a:xfrm>
              <a:off x="1899437" y="3870893"/>
              <a:ext cx="182489" cy="117812"/>
            </a:xfrm>
            <a:custGeom>
              <a:avLst/>
              <a:gdLst/>
              <a:ahLst/>
              <a:cxnLst/>
              <a:rect l="l" t="t" r="r" b="b"/>
              <a:pathLst>
                <a:path w="10990" h="7095" extrusionOk="0">
                  <a:moveTo>
                    <a:pt x="10989" y="1"/>
                  </a:moveTo>
                  <a:lnTo>
                    <a:pt x="1235" y="32"/>
                  </a:lnTo>
                  <a:cubicBezTo>
                    <a:pt x="570" y="32"/>
                    <a:pt x="0" y="602"/>
                    <a:pt x="0" y="1267"/>
                  </a:cubicBezTo>
                  <a:lnTo>
                    <a:pt x="0" y="5859"/>
                  </a:lnTo>
                  <a:cubicBezTo>
                    <a:pt x="0" y="6524"/>
                    <a:pt x="570" y="7094"/>
                    <a:pt x="1235" y="7094"/>
                  </a:cubicBezTo>
                  <a:lnTo>
                    <a:pt x="5637" y="7094"/>
                  </a:lnTo>
                  <a:lnTo>
                    <a:pt x="109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88;p68">
              <a:extLst>
                <a:ext uri="{FF2B5EF4-FFF2-40B4-BE49-F238E27FC236}">
                  <a16:creationId xmlns:a16="http://schemas.microsoft.com/office/drawing/2014/main" id="{77E47A40-FF5E-C2A6-7529-ABA7DBF79F46}"/>
                </a:ext>
              </a:extLst>
            </p:cNvPr>
            <p:cNvSpPr/>
            <p:nvPr/>
          </p:nvSpPr>
          <p:spPr>
            <a:xfrm>
              <a:off x="1898905" y="3715251"/>
              <a:ext cx="106770" cy="115189"/>
            </a:xfrm>
            <a:custGeom>
              <a:avLst/>
              <a:gdLst/>
              <a:ahLst/>
              <a:cxnLst/>
              <a:rect l="l" t="t" r="r" b="b"/>
              <a:pathLst>
                <a:path w="6430" h="6937" extrusionOk="0">
                  <a:moveTo>
                    <a:pt x="6429" y="1"/>
                  </a:moveTo>
                  <a:lnTo>
                    <a:pt x="1869" y="32"/>
                  </a:lnTo>
                  <a:cubicBezTo>
                    <a:pt x="824" y="32"/>
                    <a:pt x="0" y="856"/>
                    <a:pt x="0" y="1932"/>
                  </a:cubicBezTo>
                  <a:lnTo>
                    <a:pt x="0" y="5226"/>
                  </a:lnTo>
                  <a:cubicBezTo>
                    <a:pt x="0" y="5986"/>
                    <a:pt x="475" y="6651"/>
                    <a:pt x="1109" y="6936"/>
                  </a:cubicBezTo>
                  <a:lnTo>
                    <a:pt x="642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89;p68">
              <a:extLst>
                <a:ext uri="{FF2B5EF4-FFF2-40B4-BE49-F238E27FC236}">
                  <a16:creationId xmlns:a16="http://schemas.microsoft.com/office/drawing/2014/main" id="{505FBFAB-CD66-8DFA-F055-AD0B8512069E}"/>
                </a:ext>
              </a:extLst>
            </p:cNvPr>
            <p:cNvSpPr/>
            <p:nvPr/>
          </p:nvSpPr>
          <p:spPr>
            <a:xfrm>
              <a:off x="3815552" y="3551722"/>
              <a:ext cx="137257" cy="118344"/>
            </a:xfrm>
            <a:custGeom>
              <a:avLst/>
              <a:gdLst/>
              <a:ahLst/>
              <a:cxnLst/>
              <a:rect l="l" t="t" r="r" b="b"/>
              <a:pathLst>
                <a:path w="8266" h="7127" extrusionOk="0">
                  <a:moveTo>
                    <a:pt x="8266" y="1"/>
                  </a:moveTo>
                  <a:lnTo>
                    <a:pt x="1742" y="32"/>
                  </a:lnTo>
                  <a:cubicBezTo>
                    <a:pt x="792" y="32"/>
                    <a:pt x="0" y="824"/>
                    <a:pt x="0" y="1774"/>
                  </a:cubicBezTo>
                  <a:lnTo>
                    <a:pt x="0" y="5384"/>
                  </a:lnTo>
                  <a:cubicBezTo>
                    <a:pt x="0" y="6334"/>
                    <a:pt x="792" y="7126"/>
                    <a:pt x="1742" y="7126"/>
                  </a:cubicBezTo>
                  <a:lnTo>
                    <a:pt x="4117" y="7126"/>
                  </a:lnTo>
                  <a:cubicBezTo>
                    <a:pt x="6334" y="4434"/>
                    <a:pt x="7632" y="1584"/>
                    <a:pt x="826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90;p68">
              <a:extLst>
                <a:ext uri="{FF2B5EF4-FFF2-40B4-BE49-F238E27FC236}">
                  <a16:creationId xmlns:a16="http://schemas.microsoft.com/office/drawing/2014/main" id="{826745F8-B72C-037D-55A9-9988882F0DA1}"/>
                </a:ext>
              </a:extLst>
            </p:cNvPr>
            <p:cNvSpPr/>
            <p:nvPr/>
          </p:nvSpPr>
          <p:spPr>
            <a:xfrm>
              <a:off x="3910194" y="3708410"/>
              <a:ext cx="117812" cy="116235"/>
            </a:xfrm>
            <a:custGeom>
              <a:avLst/>
              <a:gdLst/>
              <a:ahLst/>
              <a:cxnLst/>
              <a:rect l="l" t="t" r="r" b="b"/>
              <a:pathLst>
                <a:path w="7095" h="7000" extrusionOk="0">
                  <a:moveTo>
                    <a:pt x="7094" y="1"/>
                  </a:moveTo>
                  <a:lnTo>
                    <a:pt x="1457" y="64"/>
                  </a:lnTo>
                  <a:cubicBezTo>
                    <a:pt x="666" y="64"/>
                    <a:pt x="1" y="729"/>
                    <a:pt x="1" y="1521"/>
                  </a:cubicBezTo>
                  <a:lnTo>
                    <a:pt x="1" y="5670"/>
                  </a:lnTo>
                  <a:cubicBezTo>
                    <a:pt x="1" y="6303"/>
                    <a:pt x="381" y="6810"/>
                    <a:pt x="951" y="7000"/>
                  </a:cubicBezTo>
                  <a:lnTo>
                    <a:pt x="709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5" name="Google Shape;1891;p68">
            <a:extLst>
              <a:ext uri="{FF2B5EF4-FFF2-40B4-BE49-F238E27FC236}">
                <a16:creationId xmlns:a16="http://schemas.microsoft.com/office/drawing/2014/main" id="{6EEC9E9D-BA07-236A-EFFF-4D1574954788}"/>
              </a:ext>
            </a:extLst>
          </p:cNvPr>
          <p:cNvGrpSpPr/>
          <p:nvPr/>
        </p:nvGrpSpPr>
        <p:grpSpPr>
          <a:xfrm>
            <a:off x="5950462" y="4135872"/>
            <a:ext cx="754443" cy="876389"/>
            <a:chOff x="7360162" y="3160500"/>
            <a:chExt cx="1063833" cy="1235788"/>
          </a:xfrm>
        </p:grpSpPr>
        <p:sp>
          <p:nvSpPr>
            <p:cNvPr id="1876" name="Google Shape;1892;p68">
              <a:extLst>
                <a:ext uri="{FF2B5EF4-FFF2-40B4-BE49-F238E27FC236}">
                  <a16:creationId xmlns:a16="http://schemas.microsoft.com/office/drawing/2014/main" id="{A423D8DC-84CB-5F0B-1B0B-4AAF160D8558}"/>
                </a:ext>
              </a:extLst>
            </p:cNvPr>
            <p:cNvSpPr/>
            <p:nvPr/>
          </p:nvSpPr>
          <p:spPr>
            <a:xfrm>
              <a:off x="7360162" y="3225702"/>
              <a:ext cx="1063833" cy="1170586"/>
            </a:xfrm>
            <a:custGeom>
              <a:avLst/>
              <a:gdLst/>
              <a:ahLst/>
              <a:cxnLst/>
              <a:rect l="l" t="t" r="r" b="b"/>
              <a:pathLst>
                <a:path w="64067" h="70496" extrusionOk="0">
                  <a:moveTo>
                    <a:pt x="55231" y="9469"/>
                  </a:moveTo>
                  <a:lnTo>
                    <a:pt x="48802" y="3769"/>
                  </a:lnTo>
                  <a:lnTo>
                    <a:pt x="32081" y="0"/>
                  </a:lnTo>
                  <a:lnTo>
                    <a:pt x="15328" y="3706"/>
                  </a:lnTo>
                  <a:lnTo>
                    <a:pt x="8931" y="9406"/>
                  </a:lnTo>
                  <a:cubicBezTo>
                    <a:pt x="8931" y="9406"/>
                    <a:pt x="0" y="61280"/>
                    <a:pt x="20965" y="68310"/>
                  </a:cubicBezTo>
                  <a:cubicBezTo>
                    <a:pt x="26824" y="70305"/>
                    <a:pt x="29864" y="70495"/>
                    <a:pt x="31163" y="70432"/>
                  </a:cubicBezTo>
                  <a:cubicBezTo>
                    <a:pt x="31733" y="70369"/>
                    <a:pt x="32271" y="70369"/>
                    <a:pt x="32873" y="70432"/>
                  </a:cubicBezTo>
                  <a:cubicBezTo>
                    <a:pt x="34203" y="70495"/>
                    <a:pt x="37275" y="70305"/>
                    <a:pt x="43133" y="68374"/>
                  </a:cubicBezTo>
                  <a:cubicBezTo>
                    <a:pt x="64067" y="61343"/>
                    <a:pt x="55231" y="9469"/>
                    <a:pt x="55231" y="94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93;p68">
              <a:extLst>
                <a:ext uri="{FF2B5EF4-FFF2-40B4-BE49-F238E27FC236}">
                  <a16:creationId xmlns:a16="http://schemas.microsoft.com/office/drawing/2014/main" id="{4668BFD8-D8BD-F168-8B71-5750134D4903}"/>
                </a:ext>
              </a:extLst>
            </p:cNvPr>
            <p:cNvSpPr/>
            <p:nvPr/>
          </p:nvSpPr>
          <p:spPr>
            <a:xfrm>
              <a:off x="7443762" y="3160500"/>
              <a:ext cx="895043" cy="1167962"/>
            </a:xfrm>
            <a:custGeom>
              <a:avLst/>
              <a:gdLst/>
              <a:ahLst/>
              <a:cxnLst/>
              <a:rect l="l" t="t" r="r" b="b"/>
              <a:pathLst>
                <a:path w="53902" h="70338" extrusionOk="0">
                  <a:moveTo>
                    <a:pt x="45382" y="6619"/>
                  </a:moveTo>
                  <a:cubicBezTo>
                    <a:pt x="41962" y="3769"/>
                    <a:pt x="27014" y="0"/>
                    <a:pt x="27014" y="0"/>
                  </a:cubicBezTo>
                  <a:cubicBezTo>
                    <a:pt x="27014" y="0"/>
                    <a:pt x="12003" y="3737"/>
                    <a:pt x="8646" y="6587"/>
                  </a:cubicBezTo>
                  <a:cubicBezTo>
                    <a:pt x="2756" y="36546"/>
                    <a:pt x="1" y="70274"/>
                    <a:pt x="26983" y="70305"/>
                  </a:cubicBezTo>
                  <a:cubicBezTo>
                    <a:pt x="53901" y="70337"/>
                    <a:pt x="51241" y="36578"/>
                    <a:pt x="45382" y="661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94;p68">
              <a:extLst>
                <a:ext uri="{FF2B5EF4-FFF2-40B4-BE49-F238E27FC236}">
                  <a16:creationId xmlns:a16="http://schemas.microsoft.com/office/drawing/2014/main" id="{CE991935-B57D-940C-890D-5AD9DD0B6AF8}"/>
                </a:ext>
              </a:extLst>
            </p:cNvPr>
            <p:cNvSpPr/>
            <p:nvPr/>
          </p:nvSpPr>
          <p:spPr>
            <a:xfrm>
              <a:off x="7689847" y="3160500"/>
              <a:ext cx="400728" cy="1120622"/>
            </a:xfrm>
            <a:custGeom>
              <a:avLst/>
              <a:gdLst/>
              <a:ahLst/>
              <a:cxnLst/>
              <a:rect l="l" t="t" r="r" b="b"/>
              <a:pathLst>
                <a:path w="24133" h="67487" extrusionOk="0">
                  <a:moveTo>
                    <a:pt x="23911" y="3484"/>
                  </a:moveTo>
                  <a:cubicBezTo>
                    <a:pt x="18527" y="1584"/>
                    <a:pt x="12130" y="0"/>
                    <a:pt x="12130" y="0"/>
                  </a:cubicBezTo>
                  <a:cubicBezTo>
                    <a:pt x="12130" y="0"/>
                    <a:pt x="5764" y="1584"/>
                    <a:pt x="381" y="3484"/>
                  </a:cubicBezTo>
                  <a:cubicBezTo>
                    <a:pt x="1996" y="7791"/>
                    <a:pt x="5733" y="18210"/>
                    <a:pt x="6810" y="27394"/>
                  </a:cubicBezTo>
                  <a:cubicBezTo>
                    <a:pt x="8235" y="39333"/>
                    <a:pt x="2851" y="51937"/>
                    <a:pt x="1426" y="56181"/>
                  </a:cubicBezTo>
                  <a:cubicBezTo>
                    <a:pt x="1" y="60425"/>
                    <a:pt x="1109" y="67487"/>
                    <a:pt x="12067" y="67487"/>
                  </a:cubicBezTo>
                  <a:cubicBezTo>
                    <a:pt x="23024" y="67487"/>
                    <a:pt x="24133" y="60425"/>
                    <a:pt x="22707" y="56181"/>
                  </a:cubicBezTo>
                  <a:cubicBezTo>
                    <a:pt x="21282" y="51937"/>
                    <a:pt x="15930" y="39365"/>
                    <a:pt x="17355" y="27394"/>
                  </a:cubicBezTo>
                  <a:cubicBezTo>
                    <a:pt x="18559" y="18210"/>
                    <a:pt x="22296" y="7791"/>
                    <a:pt x="23911" y="348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95;p68">
              <a:extLst>
                <a:ext uri="{FF2B5EF4-FFF2-40B4-BE49-F238E27FC236}">
                  <a16:creationId xmlns:a16="http://schemas.microsoft.com/office/drawing/2014/main" id="{961B0BF4-0C3C-C529-5840-74C816012C7A}"/>
                </a:ext>
              </a:extLst>
            </p:cNvPr>
            <p:cNvSpPr/>
            <p:nvPr/>
          </p:nvSpPr>
          <p:spPr>
            <a:xfrm>
              <a:off x="7884926" y="3189938"/>
              <a:ext cx="15277" cy="739902"/>
            </a:xfrm>
            <a:custGeom>
              <a:avLst/>
              <a:gdLst/>
              <a:ahLst/>
              <a:cxnLst/>
              <a:rect l="l" t="t" r="r" b="b"/>
              <a:pathLst>
                <a:path w="920" h="44559" extrusionOk="0">
                  <a:moveTo>
                    <a:pt x="1" y="1"/>
                  </a:moveTo>
                  <a:lnTo>
                    <a:pt x="1" y="44559"/>
                  </a:lnTo>
                  <a:lnTo>
                    <a:pt x="919" y="44559"/>
                  </a:lnTo>
                  <a:lnTo>
                    <a:pt x="919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96;p68">
              <a:extLst>
                <a:ext uri="{FF2B5EF4-FFF2-40B4-BE49-F238E27FC236}">
                  <a16:creationId xmlns:a16="http://schemas.microsoft.com/office/drawing/2014/main" id="{A4A65FCD-8A40-B849-3BDA-B77EB2AEBBA7}"/>
                </a:ext>
              </a:extLst>
            </p:cNvPr>
            <p:cNvSpPr/>
            <p:nvPr/>
          </p:nvSpPr>
          <p:spPr>
            <a:xfrm>
              <a:off x="7835513" y="3307193"/>
              <a:ext cx="109908" cy="221411"/>
            </a:xfrm>
            <a:custGeom>
              <a:avLst/>
              <a:gdLst/>
              <a:ahLst/>
              <a:cxnLst/>
              <a:rect l="l" t="t" r="r" b="b"/>
              <a:pathLst>
                <a:path w="6619" h="13334" extrusionOk="0">
                  <a:moveTo>
                    <a:pt x="3325" y="1"/>
                  </a:moveTo>
                  <a:cubicBezTo>
                    <a:pt x="1488" y="1"/>
                    <a:pt x="0" y="1458"/>
                    <a:pt x="0" y="3263"/>
                  </a:cubicBezTo>
                  <a:lnTo>
                    <a:pt x="0" y="10008"/>
                  </a:lnTo>
                  <a:cubicBezTo>
                    <a:pt x="0" y="11877"/>
                    <a:pt x="1457" y="13334"/>
                    <a:pt x="3294" y="13334"/>
                  </a:cubicBezTo>
                  <a:cubicBezTo>
                    <a:pt x="5162" y="13334"/>
                    <a:pt x="6619" y="11877"/>
                    <a:pt x="6619" y="10040"/>
                  </a:cubicBezTo>
                  <a:lnTo>
                    <a:pt x="6619" y="3326"/>
                  </a:lnTo>
                  <a:cubicBezTo>
                    <a:pt x="6619" y="1458"/>
                    <a:pt x="5162" y="1"/>
                    <a:pt x="332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97;p68">
              <a:extLst>
                <a:ext uri="{FF2B5EF4-FFF2-40B4-BE49-F238E27FC236}">
                  <a16:creationId xmlns:a16="http://schemas.microsoft.com/office/drawing/2014/main" id="{75411DF3-891D-132B-8116-68454A9DFF68}"/>
                </a:ext>
              </a:extLst>
            </p:cNvPr>
            <p:cNvSpPr/>
            <p:nvPr/>
          </p:nvSpPr>
          <p:spPr>
            <a:xfrm>
              <a:off x="8029014" y="3342426"/>
              <a:ext cx="257162" cy="725705"/>
            </a:xfrm>
            <a:custGeom>
              <a:avLst/>
              <a:gdLst/>
              <a:ahLst/>
              <a:cxnLst/>
              <a:rect l="l" t="t" r="r" b="b"/>
              <a:pathLst>
                <a:path w="15487" h="43704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6492" y="10040"/>
                    <a:pt x="0" y="30213"/>
                    <a:pt x="12161" y="43704"/>
                  </a:cubicBezTo>
                  <a:cubicBezTo>
                    <a:pt x="15486" y="32145"/>
                    <a:pt x="13808" y="15804"/>
                    <a:pt x="1095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98;p68">
              <a:extLst>
                <a:ext uri="{FF2B5EF4-FFF2-40B4-BE49-F238E27FC236}">
                  <a16:creationId xmlns:a16="http://schemas.microsoft.com/office/drawing/2014/main" id="{27F1EAAB-DD1D-D51C-37E3-28B484DA1794}"/>
                </a:ext>
              </a:extLst>
            </p:cNvPr>
            <p:cNvSpPr/>
            <p:nvPr/>
          </p:nvSpPr>
          <p:spPr>
            <a:xfrm>
              <a:off x="7497392" y="3341911"/>
              <a:ext cx="256116" cy="725705"/>
            </a:xfrm>
            <a:custGeom>
              <a:avLst/>
              <a:gdLst/>
              <a:ahLst/>
              <a:cxnLst/>
              <a:rect l="l" t="t" r="r" b="b"/>
              <a:pathLst>
                <a:path w="15424" h="43704" extrusionOk="0">
                  <a:moveTo>
                    <a:pt x="4530" y="0"/>
                  </a:moveTo>
                  <a:lnTo>
                    <a:pt x="4530" y="0"/>
                  </a:lnTo>
                  <a:cubicBezTo>
                    <a:pt x="1648" y="15803"/>
                    <a:pt x="1" y="32144"/>
                    <a:pt x="3326" y="43703"/>
                  </a:cubicBezTo>
                  <a:cubicBezTo>
                    <a:pt x="15424" y="30212"/>
                    <a:pt x="8963" y="10008"/>
                    <a:pt x="453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99;p68">
              <a:extLst>
                <a:ext uri="{FF2B5EF4-FFF2-40B4-BE49-F238E27FC236}">
                  <a16:creationId xmlns:a16="http://schemas.microsoft.com/office/drawing/2014/main" id="{BCEBD69C-CC49-2515-2EC2-D7FA5B201797}"/>
                </a:ext>
              </a:extLst>
            </p:cNvPr>
            <p:cNvSpPr/>
            <p:nvPr/>
          </p:nvSpPr>
          <p:spPr>
            <a:xfrm>
              <a:off x="7823940" y="333560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900;p68">
              <a:extLst>
                <a:ext uri="{FF2B5EF4-FFF2-40B4-BE49-F238E27FC236}">
                  <a16:creationId xmlns:a16="http://schemas.microsoft.com/office/drawing/2014/main" id="{B00515F7-D8E0-F1CB-B427-D4E8190157BB}"/>
                </a:ext>
              </a:extLst>
            </p:cNvPr>
            <p:cNvSpPr/>
            <p:nvPr/>
          </p:nvSpPr>
          <p:spPr>
            <a:xfrm>
              <a:off x="7823940" y="3371880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901;p68">
              <a:extLst>
                <a:ext uri="{FF2B5EF4-FFF2-40B4-BE49-F238E27FC236}">
                  <a16:creationId xmlns:a16="http://schemas.microsoft.com/office/drawing/2014/main" id="{525ED441-15FA-482D-D8BB-7AEBCC471E92}"/>
                </a:ext>
              </a:extLst>
            </p:cNvPr>
            <p:cNvSpPr/>
            <p:nvPr/>
          </p:nvSpPr>
          <p:spPr>
            <a:xfrm>
              <a:off x="7823940" y="3408691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902;p68">
              <a:extLst>
                <a:ext uri="{FF2B5EF4-FFF2-40B4-BE49-F238E27FC236}">
                  <a16:creationId xmlns:a16="http://schemas.microsoft.com/office/drawing/2014/main" id="{31BB615F-1BF3-A257-295F-22E2FD967F82}"/>
                </a:ext>
              </a:extLst>
            </p:cNvPr>
            <p:cNvSpPr/>
            <p:nvPr/>
          </p:nvSpPr>
          <p:spPr>
            <a:xfrm>
              <a:off x="7823940" y="3446015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1"/>
                  </a:moveTo>
                  <a:lnTo>
                    <a:pt x="829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903;p68">
              <a:extLst>
                <a:ext uri="{FF2B5EF4-FFF2-40B4-BE49-F238E27FC236}">
                  <a16:creationId xmlns:a16="http://schemas.microsoft.com/office/drawing/2014/main" id="{455F6D72-1E81-8186-A79A-7CC96651C5AD}"/>
                </a:ext>
              </a:extLst>
            </p:cNvPr>
            <p:cNvSpPr/>
            <p:nvPr/>
          </p:nvSpPr>
          <p:spPr>
            <a:xfrm>
              <a:off x="7823940" y="3482826"/>
              <a:ext cx="137788" cy="17"/>
            </a:xfrm>
            <a:custGeom>
              <a:avLst/>
              <a:gdLst/>
              <a:ahLst/>
              <a:cxnLst/>
              <a:rect l="l" t="t" r="r" b="b"/>
              <a:pathLst>
                <a:path w="8298" h="1" fill="none" extrusionOk="0">
                  <a:moveTo>
                    <a:pt x="0" y="0"/>
                  </a:moveTo>
                  <a:lnTo>
                    <a:pt x="829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8099331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904;p68">
              <a:extLst>
                <a:ext uri="{FF2B5EF4-FFF2-40B4-BE49-F238E27FC236}">
                  <a16:creationId xmlns:a16="http://schemas.microsoft.com/office/drawing/2014/main" id="{DD0787BA-FAFD-C7C2-EE59-87EAAD4B2C4B}"/>
                </a:ext>
              </a:extLst>
            </p:cNvPr>
            <p:cNvSpPr/>
            <p:nvPr/>
          </p:nvSpPr>
          <p:spPr>
            <a:xfrm>
              <a:off x="8078958" y="3270399"/>
              <a:ext cx="136742" cy="840861"/>
            </a:xfrm>
            <a:custGeom>
              <a:avLst/>
              <a:gdLst/>
              <a:ahLst/>
              <a:cxnLst/>
              <a:rect l="l" t="t" r="r" b="b"/>
              <a:pathLst>
                <a:path w="8235" h="50639" fill="none" extrusionOk="0">
                  <a:moveTo>
                    <a:pt x="7126" y="0"/>
                  </a:moveTo>
                  <a:cubicBezTo>
                    <a:pt x="7126" y="0"/>
                    <a:pt x="1" y="13111"/>
                    <a:pt x="64" y="29199"/>
                  </a:cubicBezTo>
                  <a:cubicBezTo>
                    <a:pt x="191" y="45287"/>
                    <a:pt x="8235" y="50639"/>
                    <a:pt x="8235" y="50639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rgbClr val="FFFFFF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905;p68">
              <a:extLst>
                <a:ext uri="{FF2B5EF4-FFF2-40B4-BE49-F238E27FC236}">
                  <a16:creationId xmlns:a16="http://schemas.microsoft.com/office/drawing/2014/main" id="{BACF8408-6527-D066-36A8-B727D21986D6}"/>
                </a:ext>
              </a:extLst>
            </p:cNvPr>
            <p:cNvSpPr/>
            <p:nvPr/>
          </p:nvSpPr>
          <p:spPr>
            <a:xfrm>
              <a:off x="7568905" y="3278286"/>
              <a:ext cx="136742" cy="832973"/>
            </a:xfrm>
            <a:custGeom>
              <a:avLst/>
              <a:gdLst/>
              <a:ahLst/>
              <a:cxnLst/>
              <a:rect l="l" t="t" r="r" b="b"/>
              <a:pathLst>
                <a:path w="8235" h="50164" fill="none" extrusionOk="0">
                  <a:moveTo>
                    <a:pt x="1331" y="0"/>
                  </a:moveTo>
                  <a:cubicBezTo>
                    <a:pt x="1331" y="0"/>
                    <a:pt x="8235" y="12668"/>
                    <a:pt x="8140" y="28724"/>
                  </a:cubicBezTo>
                  <a:cubicBezTo>
                    <a:pt x="8045" y="44812"/>
                    <a:pt x="1" y="50164"/>
                    <a:pt x="1" y="50164"/>
                  </a:cubicBez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 w="11875" cap="flat" cmpd="sng">
              <a:solidFill>
                <a:schemeClr val="dk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906;p68">
              <a:extLst>
                <a:ext uri="{FF2B5EF4-FFF2-40B4-BE49-F238E27FC236}">
                  <a16:creationId xmlns:a16="http://schemas.microsoft.com/office/drawing/2014/main" id="{121C7B21-DBC2-39FC-2F24-DCFB278A9468}"/>
                </a:ext>
              </a:extLst>
            </p:cNvPr>
            <p:cNvSpPr/>
            <p:nvPr/>
          </p:nvSpPr>
          <p:spPr>
            <a:xfrm>
              <a:off x="7361208" y="3160500"/>
              <a:ext cx="839798" cy="1234964"/>
            </a:xfrm>
            <a:custGeom>
              <a:avLst/>
              <a:gdLst/>
              <a:ahLst/>
              <a:cxnLst/>
              <a:rect l="l" t="t" r="r" b="b"/>
              <a:pathLst>
                <a:path w="50575" h="74373" extrusionOk="0">
                  <a:moveTo>
                    <a:pt x="31891" y="0"/>
                  </a:moveTo>
                  <a:cubicBezTo>
                    <a:pt x="31860" y="0"/>
                    <a:pt x="31860" y="0"/>
                    <a:pt x="31828" y="32"/>
                  </a:cubicBezTo>
                  <a:cubicBezTo>
                    <a:pt x="31765" y="32"/>
                    <a:pt x="31701" y="64"/>
                    <a:pt x="31670" y="64"/>
                  </a:cubicBezTo>
                  <a:lnTo>
                    <a:pt x="31575" y="64"/>
                  </a:lnTo>
                  <a:cubicBezTo>
                    <a:pt x="31543" y="64"/>
                    <a:pt x="31511" y="127"/>
                    <a:pt x="31416" y="127"/>
                  </a:cubicBezTo>
                  <a:cubicBezTo>
                    <a:pt x="31353" y="127"/>
                    <a:pt x="31321" y="159"/>
                    <a:pt x="31226" y="159"/>
                  </a:cubicBezTo>
                  <a:cubicBezTo>
                    <a:pt x="31195" y="159"/>
                    <a:pt x="31131" y="190"/>
                    <a:pt x="31100" y="190"/>
                  </a:cubicBezTo>
                  <a:cubicBezTo>
                    <a:pt x="31068" y="190"/>
                    <a:pt x="31005" y="254"/>
                    <a:pt x="30941" y="254"/>
                  </a:cubicBezTo>
                  <a:cubicBezTo>
                    <a:pt x="30910" y="254"/>
                    <a:pt x="30878" y="285"/>
                    <a:pt x="30846" y="285"/>
                  </a:cubicBezTo>
                  <a:cubicBezTo>
                    <a:pt x="30720" y="317"/>
                    <a:pt x="30593" y="349"/>
                    <a:pt x="30435" y="412"/>
                  </a:cubicBezTo>
                  <a:cubicBezTo>
                    <a:pt x="30403" y="412"/>
                    <a:pt x="30371" y="444"/>
                    <a:pt x="30308" y="444"/>
                  </a:cubicBezTo>
                  <a:cubicBezTo>
                    <a:pt x="30054" y="507"/>
                    <a:pt x="29738" y="602"/>
                    <a:pt x="29421" y="665"/>
                  </a:cubicBezTo>
                  <a:cubicBezTo>
                    <a:pt x="29358" y="665"/>
                    <a:pt x="29326" y="729"/>
                    <a:pt x="29294" y="729"/>
                  </a:cubicBezTo>
                  <a:cubicBezTo>
                    <a:pt x="28946" y="792"/>
                    <a:pt x="28566" y="919"/>
                    <a:pt x="28186" y="1045"/>
                  </a:cubicBezTo>
                  <a:cubicBezTo>
                    <a:pt x="28154" y="1045"/>
                    <a:pt x="28091" y="1077"/>
                    <a:pt x="28059" y="1077"/>
                  </a:cubicBezTo>
                  <a:cubicBezTo>
                    <a:pt x="27838" y="1140"/>
                    <a:pt x="27553" y="1235"/>
                    <a:pt x="27268" y="1299"/>
                  </a:cubicBezTo>
                  <a:lnTo>
                    <a:pt x="27236" y="1299"/>
                  </a:lnTo>
                  <a:cubicBezTo>
                    <a:pt x="27078" y="1362"/>
                    <a:pt x="26951" y="1394"/>
                    <a:pt x="26793" y="1425"/>
                  </a:cubicBezTo>
                  <a:cubicBezTo>
                    <a:pt x="26761" y="1425"/>
                    <a:pt x="26729" y="1425"/>
                    <a:pt x="26729" y="1457"/>
                  </a:cubicBezTo>
                  <a:lnTo>
                    <a:pt x="25874" y="1710"/>
                  </a:lnTo>
                  <a:cubicBezTo>
                    <a:pt x="25843" y="1710"/>
                    <a:pt x="25843" y="1710"/>
                    <a:pt x="25811" y="1742"/>
                  </a:cubicBezTo>
                  <a:cubicBezTo>
                    <a:pt x="25652" y="1774"/>
                    <a:pt x="25526" y="1837"/>
                    <a:pt x="25367" y="1869"/>
                  </a:cubicBezTo>
                  <a:cubicBezTo>
                    <a:pt x="25336" y="1869"/>
                    <a:pt x="25304" y="1900"/>
                    <a:pt x="25209" y="1900"/>
                  </a:cubicBezTo>
                  <a:cubicBezTo>
                    <a:pt x="24924" y="1996"/>
                    <a:pt x="24702" y="2059"/>
                    <a:pt x="24417" y="2154"/>
                  </a:cubicBezTo>
                  <a:cubicBezTo>
                    <a:pt x="24386" y="2154"/>
                    <a:pt x="24291" y="2186"/>
                    <a:pt x="24259" y="2186"/>
                  </a:cubicBezTo>
                  <a:cubicBezTo>
                    <a:pt x="24101" y="2217"/>
                    <a:pt x="23974" y="2249"/>
                    <a:pt x="23816" y="2312"/>
                  </a:cubicBezTo>
                  <a:cubicBezTo>
                    <a:pt x="23784" y="2312"/>
                    <a:pt x="23752" y="2344"/>
                    <a:pt x="23721" y="2344"/>
                  </a:cubicBezTo>
                  <a:cubicBezTo>
                    <a:pt x="23436" y="2407"/>
                    <a:pt x="23182" y="2502"/>
                    <a:pt x="22929" y="2566"/>
                  </a:cubicBezTo>
                  <a:cubicBezTo>
                    <a:pt x="22834" y="2629"/>
                    <a:pt x="22802" y="2629"/>
                    <a:pt x="22707" y="2661"/>
                  </a:cubicBezTo>
                  <a:cubicBezTo>
                    <a:pt x="22549" y="2692"/>
                    <a:pt x="22454" y="2724"/>
                    <a:pt x="22296" y="2787"/>
                  </a:cubicBezTo>
                  <a:cubicBezTo>
                    <a:pt x="22201" y="2819"/>
                    <a:pt x="22137" y="2819"/>
                    <a:pt x="22074" y="2851"/>
                  </a:cubicBezTo>
                  <a:cubicBezTo>
                    <a:pt x="21852" y="2946"/>
                    <a:pt x="21599" y="3009"/>
                    <a:pt x="21409" y="3104"/>
                  </a:cubicBezTo>
                  <a:cubicBezTo>
                    <a:pt x="21346" y="3136"/>
                    <a:pt x="21250" y="3136"/>
                    <a:pt x="21187" y="3167"/>
                  </a:cubicBezTo>
                  <a:cubicBezTo>
                    <a:pt x="21060" y="3199"/>
                    <a:pt x="20902" y="3262"/>
                    <a:pt x="20775" y="3294"/>
                  </a:cubicBezTo>
                  <a:cubicBezTo>
                    <a:pt x="20617" y="3326"/>
                    <a:pt x="20459" y="3421"/>
                    <a:pt x="20332" y="3452"/>
                  </a:cubicBezTo>
                  <a:cubicBezTo>
                    <a:pt x="17450" y="4466"/>
                    <a:pt x="14790" y="5574"/>
                    <a:pt x="13618" y="6587"/>
                  </a:cubicBezTo>
                  <a:cubicBezTo>
                    <a:pt x="13428" y="7601"/>
                    <a:pt x="13207" y="8646"/>
                    <a:pt x="13017" y="9691"/>
                  </a:cubicBezTo>
                  <a:lnTo>
                    <a:pt x="8900" y="13333"/>
                  </a:lnTo>
                  <a:cubicBezTo>
                    <a:pt x="8900" y="13333"/>
                    <a:pt x="1" y="65207"/>
                    <a:pt x="20934" y="72237"/>
                  </a:cubicBezTo>
                  <a:cubicBezTo>
                    <a:pt x="26227" y="74040"/>
                    <a:pt x="29220" y="74369"/>
                    <a:pt x="30729" y="74369"/>
                  </a:cubicBezTo>
                  <a:cubicBezTo>
                    <a:pt x="30890" y="74369"/>
                    <a:pt x="31035" y="74365"/>
                    <a:pt x="31163" y="74359"/>
                  </a:cubicBezTo>
                  <a:cubicBezTo>
                    <a:pt x="31432" y="74327"/>
                    <a:pt x="31709" y="74311"/>
                    <a:pt x="31990" y="74311"/>
                  </a:cubicBezTo>
                  <a:cubicBezTo>
                    <a:pt x="32271" y="74311"/>
                    <a:pt x="32556" y="74327"/>
                    <a:pt x="32841" y="74359"/>
                  </a:cubicBezTo>
                  <a:cubicBezTo>
                    <a:pt x="32984" y="74367"/>
                    <a:pt x="33148" y="74372"/>
                    <a:pt x="33332" y="74372"/>
                  </a:cubicBezTo>
                  <a:cubicBezTo>
                    <a:pt x="34536" y="74372"/>
                    <a:pt x="36644" y="74157"/>
                    <a:pt x="39967" y="73251"/>
                  </a:cubicBezTo>
                  <a:cubicBezTo>
                    <a:pt x="43261" y="71604"/>
                    <a:pt x="45762" y="69704"/>
                    <a:pt x="47029" y="67550"/>
                  </a:cubicBezTo>
                  <a:cubicBezTo>
                    <a:pt x="50574" y="61288"/>
                    <a:pt x="49159" y="59727"/>
                    <a:pt x="45395" y="59727"/>
                  </a:cubicBezTo>
                  <a:cubicBezTo>
                    <a:pt x="41653" y="59727"/>
                    <a:pt x="35588" y="61271"/>
                    <a:pt x="29771" y="61271"/>
                  </a:cubicBezTo>
                  <a:cubicBezTo>
                    <a:pt x="29368" y="61271"/>
                    <a:pt x="28966" y="61264"/>
                    <a:pt x="28566" y="61248"/>
                  </a:cubicBezTo>
                  <a:cubicBezTo>
                    <a:pt x="16595" y="60773"/>
                    <a:pt x="14790" y="46395"/>
                    <a:pt x="18527" y="26634"/>
                  </a:cubicBezTo>
                  <a:cubicBezTo>
                    <a:pt x="22201" y="6873"/>
                    <a:pt x="31986" y="0"/>
                    <a:pt x="3198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7" name="Google Shape;950;p39">
            <a:extLst>
              <a:ext uri="{FF2B5EF4-FFF2-40B4-BE49-F238E27FC236}">
                <a16:creationId xmlns:a16="http://schemas.microsoft.com/office/drawing/2014/main" id="{69D28743-6AC0-2621-663F-21D4ACF59D2F}"/>
              </a:ext>
            </a:extLst>
          </p:cNvPr>
          <p:cNvSpPr txBox="1">
            <a:spLocks/>
          </p:cNvSpPr>
          <p:nvPr/>
        </p:nvSpPr>
        <p:spPr>
          <a:xfrm>
            <a:off x="8416091" y="4550100"/>
            <a:ext cx="597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500" dirty="0">
                <a:solidFill>
                  <a:schemeClr val="bg1"/>
                </a:solidFill>
                <a:latin typeface="+mj-lt"/>
              </a:rPr>
              <a:t>24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Video Games Competition Newsletter by Slidesgo">
  <a:themeElements>
    <a:clrScheme name="Simple Light">
      <a:dk1>
        <a:srgbClr val="FFFFFF"/>
      </a:dk1>
      <a:lt1>
        <a:srgbClr val="2E0557"/>
      </a:lt1>
      <a:dk2>
        <a:srgbClr val="FF4C70"/>
      </a:dk2>
      <a:lt2>
        <a:srgbClr val="6DCFF6"/>
      </a:lt2>
      <a:accent1>
        <a:srgbClr val="4FBFA5"/>
      </a:accent1>
      <a:accent2>
        <a:srgbClr val="5C2D9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1514</Words>
  <Application>Microsoft Office PowerPoint</Application>
  <PresentationFormat>On-screen Show (16:9)</PresentationFormat>
  <Paragraphs>160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Teko</vt:lpstr>
      <vt:lpstr>Arial</vt:lpstr>
      <vt:lpstr>Roboto</vt:lpstr>
      <vt:lpstr>Bebas Neue</vt:lpstr>
      <vt:lpstr>Video Games Competition Newsletter by Slidesgo</vt:lpstr>
      <vt:lpstr>XÂY DỰNG TRÒ CHƠI  HÀNH ĐỘNG NHẬP VAI 2D THỜI GIAN THỰC VỚI CƠ CHẾ CHIẾN ĐẤU VÀ  AI NHÂN VẬT</vt:lpstr>
      <vt:lpstr>01</vt:lpstr>
      <vt:lpstr>Tổng quan về nghiên cứu</vt:lpstr>
      <vt:lpstr>Lý do chọn đề tài</vt:lpstr>
      <vt:lpstr>Đối tượng &amp; Phạm vi nghiên cứu</vt:lpstr>
      <vt:lpstr>Đặc trưng của game hành động thời gian thực</vt:lpstr>
      <vt:lpstr>CƠ SỞ LÝ THUYẾT</vt:lpstr>
      <vt:lpstr>Công cụ và nền tảng phát triển</vt:lpstr>
      <vt:lpstr>Hitbox, Hurtbox và FSM (Máy trạng thái hữu hạn)</vt:lpstr>
      <vt:lpstr>PHÂN TÍCH và THIẾT KẾ HỆ THỐNG</vt:lpstr>
      <vt:lpstr>Tác nhân hệ thống &amp; Sơ đồ Use Case</vt:lpstr>
      <vt:lpstr>Cấu trúc thư mục</vt:lpstr>
      <vt:lpstr>KẾT QUẢ NGHIÊN CỨU</vt:lpstr>
      <vt:lpstr>Giao diện chính và menu hệ thống</vt:lpstr>
      <vt:lpstr>Hệ thống bản đồ</vt:lpstr>
      <vt:lpstr>Cơ chế di chuyển và chiến đấu nhân vật chính</vt:lpstr>
      <vt:lpstr>AI Zombie — FSM</vt:lpstr>
      <vt:lpstr>AI Boss</vt:lpstr>
      <vt:lpstr>Hệ thống ngày đêm</vt:lpstr>
      <vt:lpstr>Cốt truyện và các phân cảnh</vt:lpstr>
      <vt:lpstr>KẾT LUẬN VÀ HƯỚNG  PHÁT TRIỂN</vt:lpstr>
      <vt:lpstr>Đánh giá kết quả đạt được</vt:lpstr>
      <vt:lpstr>Kết luận</vt:lpstr>
      <vt:lpstr>XIN CHÂN THÀNH  CẢM ƠN! QUÝ THẦY CÔ TRONG  HỘI ĐỒNG BẢO VỆ ĐỒ ÁN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KaToZaMaTa</dc:creator>
  <cp:lastModifiedBy>Duc Phu</cp:lastModifiedBy>
  <cp:revision>4</cp:revision>
  <dcterms:modified xsi:type="dcterms:W3CDTF">2026-07-04T12:10:14Z</dcterms:modified>
</cp:coreProperties>
</file>